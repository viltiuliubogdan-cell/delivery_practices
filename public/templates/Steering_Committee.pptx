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heme/theme2.xml" ContentType="application/vnd.openxmlformats-officedocument.them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.xml" ContentType="application/vnd.openxmlformats-officedocument.presentationml.notesSlide+xml"/>
  <Override PartName="/ppt/tags/tag73.xml" ContentType="application/vnd.openxmlformats-officedocument.presentationml.tags+xml"/>
  <Override PartName="/ppt/notesSlides/notesSlide2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3.xml" ContentType="application/vnd.openxmlformats-officedocument.presentationml.notesSlide+xml"/>
  <Override PartName="/ppt/tags/tag76.xml" ContentType="application/vnd.openxmlformats-officedocument.presentationml.tags+xml"/>
  <Override PartName="/ppt/notesSlides/notesSlide4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8F_E4F35A3F.xml" ContentType="application/vnd.ms-powerpoint.comment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microsoft.com/office/2020/02/relationships/classificationlabels" Target="docMetadata/LabelInfo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49" r:id="rId4"/>
  </p:sldMasterIdLst>
  <p:notesMasterIdLst>
    <p:notesMasterId r:id="rId21"/>
  </p:notesMasterIdLst>
  <p:sldIdLst>
    <p:sldId id="256" r:id="rId5"/>
    <p:sldId id="2147482583" r:id="rId6"/>
    <p:sldId id="2147483584" r:id="rId7"/>
    <p:sldId id="2147482579" r:id="rId8"/>
    <p:sldId id="2147482580" r:id="rId9"/>
    <p:sldId id="2147483596" r:id="rId10"/>
    <p:sldId id="2147483597" r:id="rId11"/>
    <p:sldId id="2147483589" r:id="rId12"/>
    <p:sldId id="2147483585" r:id="rId13"/>
    <p:sldId id="399" r:id="rId14"/>
    <p:sldId id="2147483586" r:id="rId15"/>
    <p:sldId id="2147483593" r:id="rId16"/>
    <p:sldId id="2147483587" r:id="rId17"/>
    <p:sldId id="2147483590" r:id="rId18"/>
    <p:sldId id="2147483591" r:id="rId19"/>
    <p:sldId id="2147483594" r:id="rId20"/>
  </p:sldIdLst>
  <p:sldSz cx="12192000" cy="6858000"/>
  <p:notesSz cx="6858000" cy="9144000"/>
  <p:embeddedFontLst>
    <p:embeddedFont>
      <p:font typeface="Inter" panose="02000503000000020004" pitchFamily="2" charset="0"/>
      <p:regular r:id="rId22"/>
      <p:bold r:id="rId23"/>
      <p:italic r:id="rId24"/>
      <p:boldItalic r:id="rId25"/>
    </p:embeddedFont>
    <p:embeddedFont>
      <p:font typeface="MM Headline Pro" panose="020B0906030500020204" pitchFamily="34" charset="0"/>
      <p:bold r:id="rId26"/>
    </p:embeddedFont>
    <p:embeddedFont>
      <p:font typeface="Noto Sans" panose="020B0502040504020204" pitchFamily="34" charset="0"/>
      <p:regular r:id="rId27"/>
      <p:bold r:id="rId28"/>
      <p:italic r:id="rId29"/>
      <p:boldItalic r:id="rId30"/>
    </p:embeddedFont>
    <p:embeddedFont>
      <p:font typeface="Verdana" panose="020B0604030504040204" pitchFamily="34" charset="0"/>
      <p:regular r:id="rId31"/>
      <p:bold r:id="rId32"/>
      <p:italic r:id="rId33"/>
      <p:boldItalic r:id="rId34"/>
    </p:embeddedFont>
  </p:embeddedFontLst>
  <p:custDataLst>
    <p:tags r:id="rId35"/>
  </p:custData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9200B9-85E6-7016-85C7-0C6D6287E134}" name="Hettl, Dr. Paul" initials="PH" userId="S::hettl@media-saturn.com::343cc208-02e3-4f8c-ba52-c32ffca628ef" providerId="AD"/>
  <p188:author id="{2B17BEC3-0006-BFE6-ACCA-F3452049FDE9}" name="Lang, Andreas" initials="AL" userId="S::langan@media-saturn.com::1de40354-c2e4-43c6-9710-5dd89fb7be76" providerId="AD"/>
  <p188:author id="{CCA9EBEE-E679-EA0A-3BDE-DA24093B3F13}" name="Schwald, Alexander" initials="" userId="S::schwalda@media-saturn.com::be597cef-0c5d-42d2-a41a-bed2345e7fe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0000"/>
    <a:srgbClr val="E6E6E6"/>
    <a:srgbClr val="9000FF"/>
    <a:srgbClr val="00FFDD"/>
    <a:srgbClr val="1E64FA"/>
    <a:srgbClr val="00D2FF"/>
    <a:srgbClr val="CCCCCC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font" Target="fonts/font5.fntdata" /><Relationship Id="rId39" Type="http://schemas.openxmlformats.org/officeDocument/2006/relationships/tableStyles" Target="tableStyles.xml" /><Relationship Id="rId3" Type="http://schemas.openxmlformats.org/officeDocument/2006/relationships/customXml" Target="../customXml/item3.xml" /><Relationship Id="rId21" Type="http://schemas.openxmlformats.org/officeDocument/2006/relationships/notesMaster" Target="notesMasters/notesMaster1.xml" /><Relationship Id="rId34" Type="http://schemas.openxmlformats.org/officeDocument/2006/relationships/font" Target="fonts/font13.fntdata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font" Target="fonts/font4.fntdata" /><Relationship Id="rId33" Type="http://schemas.openxmlformats.org/officeDocument/2006/relationships/font" Target="fonts/font12.fntdata" /><Relationship Id="rId38" Type="http://schemas.openxmlformats.org/officeDocument/2006/relationships/theme" Target="theme/theme1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29" Type="http://schemas.openxmlformats.org/officeDocument/2006/relationships/font" Target="fonts/font8.fntdata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font" Target="fonts/font3.fntdata" /><Relationship Id="rId32" Type="http://schemas.openxmlformats.org/officeDocument/2006/relationships/font" Target="fonts/font11.fntdata" /><Relationship Id="rId37" Type="http://schemas.openxmlformats.org/officeDocument/2006/relationships/viewProps" Target="viewProps.xml" /><Relationship Id="rId40" Type="http://schemas.microsoft.com/office/2018/10/relationships/authors" Target="authors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font" Target="fonts/font2.fntdata" /><Relationship Id="rId28" Type="http://schemas.openxmlformats.org/officeDocument/2006/relationships/font" Target="fonts/font7.fntdata" /><Relationship Id="rId36" Type="http://schemas.openxmlformats.org/officeDocument/2006/relationships/presProps" Target="presProps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31" Type="http://schemas.openxmlformats.org/officeDocument/2006/relationships/font" Target="fonts/font10.fntdata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font" Target="fonts/font1.fntdata" /><Relationship Id="rId27" Type="http://schemas.openxmlformats.org/officeDocument/2006/relationships/font" Target="fonts/font6.fntdata" /><Relationship Id="rId30" Type="http://schemas.openxmlformats.org/officeDocument/2006/relationships/font" Target="fonts/font9.fntdata" /><Relationship Id="rId35" Type="http://schemas.openxmlformats.org/officeDocument/2006/relationships/tags" Target="tags/tag1.xml" /></Relationships>
</file>

<file path=ppt/comments/modernComment_18F_E4F35A3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51E059-2B0B-44AE-99AC-9BFF0EDE5659}" authorId="{2B17BEC3-0006-BFE6-ACCA-F3452049FDE9}" created="2025-09-11T08:59:02.77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41153599" sldId="399"/>
      <ac:spMk id="93" creationId="{7C5E2629-7509-D37C-82E6-623FD141FBB2}"/>
    </ac:deMkLst>
    <p188:txBody>
      <a:bodyPr/>
      <a:lstStyle/>
      <a:p>
        <a:r>
          <a:rPr lang="en-US"/>
          <a:t>Final Setup of Teams and Staffing + Sizing to be checked with stream leads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08069F-6BB1-4AF3-8DA9-FDF7F8C5315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5E6A5-521A-43BA-BD2D-CF2A6BA9E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86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F01BA-62F2-2301-F20F-3CE23BD40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F8A16-7EBB-D154-EE41-89F3CCD35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D2222-9557-4275-B34F-32F9A2BBD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9BC2F-DB90-0B1F-3DE6-2EE179D3A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5E6A5-521A-43BA-BD2D-CF2A6BA9E5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92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DE1A9-9869-7D79-EB81-434AD398E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2B146-3A98-B9D2-F959-8BC693DE6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DBF51-9000-9556-C6D8-37937EBE6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7775-D00E-681A-B0B0-A8A48D0C0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5E6A5-521A-43BA-BD2D-CF2A6BA9E5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64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A9039-0B24-270B-1A89-E7A4F832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6FC14-54AC-E2BA-FAD4-2CEB7C463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01E08-2F3E-5932-73DB-33FFE129C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FB449-EBB1-4DA8-316C-9D34CB789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352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32EB8-8D06-3A9D-EE89-D9547497C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9A198-A9E0-30C5-0C25-97C1B4EC0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A698E-F763-39C3-3D4C-125E5EF71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AD705-8723-59F7-BDF8-4D4A08B9A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91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0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 /><Relationship Id="rId3" Type="http://schemas.openxmlformats.org/officeDocument/2006/relationships/tags" Target="../tags/tag7.xml" /><Relationship Id="rId7" Type="http://schemas.openxmlformats.org/officeDocument/2006/relationships/image" Target="../media/image2.png" /><Relationship Id="rId12" Type="http://schemas.openxmlformats.org/officeDocument/2006/relationships/image" Target="../media/image7.svg" /><Relationship Id="rId2" Type="http://schemas.openxmlformats.org/officeDocument/2006/relationships/tags" Target="../tags/tag6.xml" /><Relationship Id="rId1" Type="http://schemas.openxmlformats.org/officeDocument/2006/relationships/tags" Target="../tags/tag5.xml" /><Relationship Id="rId6" Type="http://schemas.openxmlformats.org/officeDocument/2006/relationships/image" Target="../media/image1.emf" /><Relationship Id="rId11" Type="http://schemas.openxmlformats.org/officeDocument/2006/relationships/image" Target="../media/image6.png" /><Relationship Id="rId5" Type="http://schemas.openxmlformats.org/officeDocument/2006/relationships/oleObject" Target="../embeddings/oleObject2.bin" /><Relationship Id="rId10" Type="http://schemas.openxmlformats.org/officeDocument/2006/relationships/image" Target="../media/image5.svg" /><Relationship Id="rId4" Type="http://schemas.openxmlformats.org/officeDocument/2006/relationships/slideMaster" Target="../slideMasters/slideMaster1.xml" /><Relationship Id="rId9" Type="http://schemas.openxmlformats.org/officeDocument/2006/relationships/image" Target="../media/image4.png" 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 /><Relationship Id="rId3" Type="http://schemas.openxmlformats.org/officeDocument/2006/relationships/tags" Target="../tags/tag10.xml" /><Relationship Id="rId7" Type="http://schemas.openxmlformats.org/officeDocument/2006/relationships/image" Target="../media/image8.png" /><Relationship Id="rId2" Type="http://schemas.openxmlformats.org/officeDocument/2006/relationships/tags" Target="../tags/tag9.xml" /><Relationship Id="rId1" Type="http://schemas.openxmlformats.org/officeDocument/2006/relationships/tags" Target="../tags/tag8.xml" /><Relationship Id="rId6" Type="http://schemas.openxmlformats.org/officeDocument/2006/relationships/image" Target="../media/image1.emf" /><Relationship Id="rId5" Type="http://schemas.openxmlformats.org/officeDocument/2006/relationships/oleObject" Target="../embeddings/oleObject3.bin" /><Relationship Id="rId10" Type="http://schemas.openxmlformats.org/officeDocument/2006/relationships/image" Target="../media/image11.svg" /><Relationship Id="rId4" Type="http://schemas.openxmlformats.org/officeDocument/2006/relationships/slideMaster" Target="../slideMasters/slideMaster1.xml" /><Relationship Id="rId9" Type="http://schemas.openxmlformats.org/officeDocument/2006/relationships/image" Target="../media/image10.png" 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 /><Relationship Id="rId3" Type="http://schemas.openxmlformats.org/officeDocument/2006/relationships/tags" Target="../tags/tag13.xml" /><Relationship Id="rId7" Type="http://schemas.openxmlformats.org/officeDocument/2006/relationships/image" Target="../media/image12.png" /><Relationship Id="rId2" Type="http://schemas.openxmlformats.org/officeDocument/2006/relationships/tags" Target="../tags/tag12.xml" /><Relationship Id="rId1" Type="http://schemas.openxmlformats.org/officeDocument/2006/relationships/tags" Target="../tags/tag11.xml" /><Relationship Id="rId6" Type="http://schemas.openxmlformats.org/officeDocument/2006/relationships/image" Target="../media/image1.emf" /><Relationship Id="rId5" Type="http://schemas.openxmlformats.org/officeDocument/2006/relationships/oleObject" Target="../embeddings/oleObject4.bin" /><Relationship Id="rId10" Type="http://schemas.openxmlformats.org/officeDocument/2006/relationships/image" Target="../media/image7.svg" /><Relationship Id="rId4" Type="http://schemas.openxmlformats.org/officeDocument/2006/relationships/slideMaster" Target="../slideMasters/slideMaster1.xml" /><Relationship Id="rId9" Type="http://schemas.openxmlformats.org/officeDocument/2006/relationships/image" Target="../media/image6.png" 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 /><Relationship Id="rId3" Type="http://schemas.openxmlformats.org/officeDocument/2006/relationships/tags" Target="../tags/tag16.xml" /><Relationship Id="rId7" Type="http://schemas.openxmlformats.org/officeDocument/2006/relationships/image" Target="../media/image12.png" /><Relationship Id="rId2" Type="http://schemas.openxmlformats.org/officeDocument/2006/relationships/tags" Target="../tags/tag15.xml" /><Relationship Id="rId1" Type="http://schemas.openxmlformats.org/officeDocument/2006/relationships/tags" Target="../tags/tag14.xml" /><Relationship Id="rId6" Type="http://schemas.openxmlformats.org/officeDocument/2006/relationships/image" Target="../media/image1.emf" /><Relationship Id="rId5" Type="http://schemas.openxmlformats.org/officeDocument/2006/relationships/oleObject" Target="../embeddings/oleObject2.bin" /><Relationship Id="rId10" Type="http://schemas.openxmlformats.org/officeDocument/2006/relationships/image" Target="../media/image7.svg" /><Relationship Id="rId4" Type="http://schemas.openxmlformats.org/officeDocument/2006/relationships/slideMaster" Target="../slideMasters/slideMaster1.xml" /><Relationship Id="rId9" Type="http://schemas.openxmlformats.org/officeDocument/2006/relationships/image" Target="../media/image6.png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17.xml" /><Relationship Id="rId4" Type="http://schemas.openxmlformats.org/officeDocument/2006/relationships/image" Target="../media/image1.emf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18.xml" /><Relationship Id="rId4" Type="http://schemas.openxmlformats.org/officeDocument/2006/relationships/image" Target="../media/image1.emf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 /><Relationship Id="rId2" Type="http://schemas.openxmlformats.org/officeDocument/2006/relationships/tags" Target="../tags/tag20.xml" /><Relationship Id="rId1" Type="http://schemas.openxmlformats.org/officeDocument/2006/relationships/tags" Target="../tags/tag19.xml" /><Relationship Id="rId6" Type="http://schemas.openxmlformats.org/officeDocument/2006/relationships/image" Target="../media/image1.emf" /><Relationship Id="rId5" Type="http://schemas.openxmlformats.org/officeDocument/2006/relationships/oleObject" Target="../embeddings/oleObject7.bin" /><Relationship Id="rId4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 /><Relationship Id="rId3" Type="http://schemas.openxmlformats.org/officeDocument/2006/relationships/tags" Target="../tags/tag24.xml" /><Relationship Id="rId7" Type="http://schemas.openxmlformats.org/officeDocument/2006/relationships/image" Target="../media/image2.png" /><Relationship Id="rId2" Type="http://schemas.openxmlformats.org/officeDocument/2006/relationships/tags" Target="../tags/tag23.xml" /><Relationship Id="rId1" Type="http://schemas.openxmlformats.org/officeDocument/2006/relationships/tags" Target="../tags/tag22.xml" /><Relationship Id="rId6" Type="http://schemas.openxmlformats.org/officeDocument/2006/relationships/image" Target="../media/image1.emf" /><Relationship Id="rId5" Type="http://schemas.openxmlformats.org/officeDocument/2006/relationships/oleObject" Target="../embeddings/oleObject3.bin" /><Relationship Id="rId4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 /><Relationship Id="rId3" Type="http://schemas.openxmlformats.org/officeDocument/2006/relationships/tags" Target="../tags/tag27.xml" /><Relationship Id="rId7" Type="http://schemas.openxmlformats.org/officeDocument/2006/relationships/image" Target="../media/image12.png" /><Relationship Id="rId2" Type="http://schemas.openxmlformats.org/officeDocument/2006/relationships/tags" Target="../tags/tag26.xml" /><Relationship Id="rId1" Type="http://schemas.openxmlformats.org/officeDocument/2006/relationships/tags" Target="../tags/tag25.xml" /><Relationship Id="rId6" Type="http://schemas.openxmlformats.org/officeDocument/2006/relationships/image" Target="../media/image1.emf" /><Relationship Id="rId5" Type="http://schemas.openxmlformats.org/officeDocument/2006/relationships/oleObject" Target="../embeddings/oleObject8.bin" /><Relationship Id="rId4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28.xml" /><Relationship Id="rId4" Type="http://schemas.openxmlformats.org/officeDocument/2006/relationships/image" Target="../media/image1.emf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29.xml" /><Relationship Id="rId6" Type="http://schemas.openxmlformats.org/officeDocument/2006/relationships/image" Target="../media/image3.svg" /><Relationship Id="rId5" Type="http://schemas.openxmlformats.org/officeDocument/2006/relationships/image" Target="../media/image2.png" /><Relationship Id="rId4" Type="http://schemas.openxmlformats.org/officeDocument/2006/relationships/image" Target="../media/image1.emf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30.xml" /><Relationship Id="rId4" Type="http://schemas.openxmlformats.org/officeDocument/2006/relationships/image" Target="../media/image1.emf" 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31.xml" /><Relationship Id="rId4" Type="http://schemas.openxmlformats.org/officeDocument/2006/relationships/image" Target="../media/image1.emf" 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32.xml" /><Relationship Id="rId4" Type="http://schemas.openxmlformats.org/officeDocument/2006/relationships/image" Target="../media/image1.emf" 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33.xml" /><Relationship Id="rId4" Type="http://schemas.openxmlformats.org/officeDocument/2006/relationships/image" Target="../media/image1.emf" 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34.xml" /><Relationship Id="rId4" Type="http://schemas.openxmlformats.org/officeDocument/2006/relationships/image" Target="../media/image1.emf" 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35.xml" /><Relationship Id="rId4" Type="http://schemas.openxmlformats.org/officeDocument/2006/relationships/image" Target="../media/image1.emf" 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36.xml" /><Relationship Id="rId4" Type="http://schemas.openxmlformats.org/officeDocument/2006/relationships/image" Target="../media/image1.emf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37.xml" /><Relationship Id="rId6" Type="http://schemas.openxmlformats.org/officeDocument/2006/relationships/image" Target="../media/image13.svg" /><Relationship Id="rId5" Type="http://schemas.openxmlformats.org/officeDocument/2006/relationships/image" Target="../media/image12.png" /><Relationship Id="rId4" Type="http://schemas.openxmlformats.org/officeDocument/2006/relationships/image" Target="../media/image1.emf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38.xml" /><Relationship Id="rId4" Type="http://schemas.openxmlformats.org/officeDocument/2006/relationships/image" Target="../media/image1.emf" 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39.xml" /><Relationship Id="rId4" Type="http://schemas.openxmlformats.org/officeDocument/2006/relationships/image" Target="../media/image1.emf" 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40.xml" /><Relationship Id="rId4" Type="http://schemas.openxmlformats.org/officeDocument/2006/relationships/image" Target="../media/image1.emf" 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41.xml" /><Relationship Id="rId4" Type="http://schemas.openxmlformats.org/officeDocument/2006/relationships/image" Target="../media/image1.emf" 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42.xml" /><Relationship Id="rId4" Type="http://schemas.openxmlformats.org/officeDocument/2006/relationships/image" Target="../media/image1.emf" 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43.xml" /><Relationship Id="rId6" Type="http://schemas.openxmlformats.org/officeDocument/2006/relationships/image" Target="../media/image5.svg" /><Relationship Id="rId5" Type="http://schemas.openxmlformats.org/officeDocument/2006/relationships/image" Target="../media/image4.png" /><Relationship Id="rId4" Type="http://schemas.openxmlformats.org/officeDocument/2006/relationships/image" Target="../media/image1.emf" 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44.xml" /><Relationship Id="rId6" Type="http://schemas.openxmlformats.org/officeDocument/2006/relationships/image" Target="../media/image5.svg" /><Relationship Id="rId5" Type="http://schemas.openxmlformats.org/officeDocument/2006/relationships/image" Target="../media/image4.png" /><Relationship Id="rId4" Type="http://schemas.openxmlformats.org/officeDocument/2006/relationships/image" Target="../media/image1.emf" 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45.xml" /><Relationship Id="rId6" Type="http://schemas.openxmlformats.org/officeDocument/2006/relationships/image" Target="../media/image3.svg" /><Relationship Id="rId5" Type="http://schemas.openxmlformats.org/officeDocument/2006/relationships/image" Target="../media/image2.png" /><Relationship Id="rId4" Type="http://schemas.openxmlformats.org/officeDocument/2006/relationships/image" Target="../media/image1.emf" 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46.xml" /><Relationship Id="rId6" Type="http://schemas.openxmlformats.org/officeDocument/2006/relationships/image" Target="../media/image5.svg" /><Relationship Id="rId5" Type="http://schemas.openxmlformats.org/officeDocument/2006/relationships/image" Target="../media/image4.png" /><Relationship Id="rId4" Type="http://schemas.openxmlformats.org/officeDocument/2006/relationships/image" Target="../media/image1.emf" 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47.xml" /><Relationship Id="rId6" Type="http://schemas.openxmlformats.org/officeDocument/2006/relationships/image" Target="../media/image3.svg" /><Relationship Id="rId5" Type="http://schemas.openxmlformats.org/officeDocument/2006/relationships/image" Target="../media/image2.png" /><Relationship Id="rId4" Type="http://schemas.openxmlformats.org/officeDocument/2006/relationships/image" Target="../media/image1.emf" 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48.xml" /><Relationship Id="rId5" Type="http://schemas.openxmlformats.org/officeDocument/2006/relationships/image" Target="../media/image15.emf" /><Relationship Id="rId4" Type="http://schemas.openxmlformats.org/officeDocument/2006/relationships/image" Target="../media/image14.emf" 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49.xml" /><Relationship Id="rId5" Type="http://schemas.openxmlformats.org/officeDocument/2006/relationships/image" Target="../media/image16.emf" /><Relationship Id="rId4" Type="http://schemas.openxmlformats.org/officeDocument/2006/relationships/image" Target="../media/image14.emf" 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50.xml" /><Relationship Id="rId4" Type="http://schemas.openxmlformats.org/officeDocument/2006/relationships/image" Target="../media/image1.emf" 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51.xml" /><Relationship Id="rId4" Type="http://schemas.openxmlformats.org/officeDocument/2006/relationships/image" Target="../media/image17.emf" 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52.xml" /><Relationship Id="rId4" Type="http://schemas.openxmlformats.org/officeDocument/2006/relationships/image" Target="../media/image17.emf" 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53.xml" /><Relationship Id="rId4" Type="http://schemas.openxmlformats.org/officeDocument/2006/relationships/image" Target="../media/image17.emf" 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54.xml" /><Relationship Id="rId6" Type="http://schemas.openxmlformats.org/officeDocument/2006/relationships/image" Target="../media/image5.svg" /><Relationship Id="rId5" Type="http://schemas.openxmlformats.org/officeDocument/2006/relationships/image" Target="../media/image4.png" /><Relationship Id="rId4" Type="http://schemas.openxmlformats.org/officeDocument/2006/relationships/image" Target="../media/image1.emf" 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55.xml" /><Relationship Id="rId6" Type="http://schemas.openxmlformats.org/officeDocument/2006/relationships/image" Target="../media/image5.svg" /><Relationship Id="rId5" Type="http://schemas.openxmlformats.org/officeDocument/2006/relationships/image" Target="../media/image4.png" /><Relationship Id="rId4" Type="http://schemas.openxmlformats.org/officeDocument/2006/relationships/image" Target="../media/image1.emf" 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56.xml" /><Relationship Id="rId6" Type="http://schemas.openxmlformats.org/officeDocument/2006/relationships/image" Target="../media/image13.svg" /><Relationship Id="rId5" Type="http://schemas.openxmlformats.org/officeDocument/2006/relationships/image" Target="../media/image12.png" /><Relationship Id="rId4" Type="http://schemas.openxmlformats.org/officeDocument/2006/relationships/image" Target="../media/image1.emf" 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57.xml" /><Relationship Id="rId6" Type="http://schemas.openxmlformats.org/officeDocument/2006/relationships/image" Target="../media/image5.svg" /><Relationship Id="rId5" Type="http://schemas.openxmlformats.org/officeDocument/2006/relationships/image" Target="../media/image4.png" /><Relationship Id="rId4" Type="http://schemas.openxmlformats.org/officeDocument/2006/relationships/image" Target="../media/image1.emf" 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58.xml" /><Relationship Id="rId6" Type="http://schemas.openxmlformats.org/officeDocument/2006/relationships/image" Target="../media/image5.svg" /><Relationship Id="rId5" Type="http://schemas.openxmlformats.org/officeDocument/2006/relationships/image" Target="../media/image4.png" /><Relationship Id="rId4" Type="http://schemas.openxmlformats.org/officeDocument/2006/relationships/image" Target="../media/image1.emf" 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59.xml" /><Relationship Id="rId6" Type="http://schemas.openxmlformats.org/officeDocument/2006/relationships/image" Target="../media/image13.svg" /><Relationship Id="rId5" Type="http://schemas.openxmlformats.org/officeDocument/2006/relationships/image" Target="../media/image12.png" /><Relationship Id="rId4" Type="http://schemas.openxmlformats.org/officeDocument/2006/relationships/image" Target="../media/image1.emf" 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60.xml" /><Relationship Id="rId6" Type="http://schemas.openxmlformats.org/officeDocument/2006/relationships/image" Target="../media/image5.svg" /><Relationship Id="rId5" Type="http://schemas.openxmlformats.org/officeDocument/2006/relationships/image" Target="../media/image4.png" /><Relationship Id="rId4" Type="http://schemas.openxmlformats.org/officeDocument/2006/relationships/image" Target="../media/image1.emf" 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61.xml" /><Relationship Id="rId6" Type="http://schemas.openxmlformats.org/officeDocument/2006/relationships/image" Target="../media/image5.svg" /><Relationship Id="rId5" Type="http://schemas.openxmlformats.org/officeDocument/2006/relationships/image" Target="../media/image4.png" /><Relationship Id="rId4" Type="http://schemas.openxmlformats.org/officeDocument/2006/relationships/image" Target="../media/image1.emf" 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62.xml" /><Relationship Id="rId6" Type="http://schemas.openxmlformats.org/officeDocument/2006/relationships/image" Target="../media/image13.svg" /><Relationship Id="rId5" Type="http://schemas.openxmlformats.org/officeDocument/2006/relationships/image" Target="../media/image12.png" /><Relationship Id="rId4" Type="http://schemas.openxmlformats.org/officeDocument/2006/relationships/image" Target="../media/image1.emf" 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63.xml" /><Relationship Id="rId6" Type="http://schemas.openxmlformats.org/officeDocument/2006/relationships/image" Target="../media/image11.svg" /><Relationship Id="rId5" Type="http://schemas.openxmlformats.org/officeDocument/2006/relationships/image" Target="../media/image10.png" /><Relationship Id="rId4" Type="http://schemas.openxmlformats.org/officeDocument/2006/relationships/image" Target="../media/image1.emf" 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64.xml" /><Relationship Id="rId4" Type="http://schemas.openxmlformats.org/officeDocument/2006/relationships/image" Target="../media/image1.emf" 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65.xml" /><Relationship Id="rId6" Type="http://schemas.openxmlformats.org/officeDocument/2006/relationships/image" Target="../media/image19.svg" /><Relationship Id="rId5" Type="http://schemas.openxmlformats.org/officeDocument/2006/relationships/image" Target="../media/image18.png" /><Relationship Id="rId4" Type="http://schemas.openxmlformats.org/officeDocument/2006/relationships/image" Target="../media/image1.emf" 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66.xml" /><Relationship Id="rId6" Type="http://schemas.openxmlformats.org/officeDocument/2006/relationships/image" Target="../media/image21.svg" /><Relationship Id="rId5" Type="http://schemas.openxmlformats.org/officeDocument/2006/relationships/image" Target="../media/image20.png" /><Relationship Id="rId4" Type="http://schemas.openxmlformats.org/officeDocument/2006/relationships/image" Target="../media/image1.emf" 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67.xml" /><Relationship Id="rId6" Type="http://schemas.openxmlformats.org/officeDocument/2006/relationships/image" Target="../media/image21.svg" /><Relationship Id="rId5" Type="http://schemas.openxmlformats.org/officeDocument/2006/relationships/image" Target="../media/image20.png" /><Relationship Id="rId4" Type="http://schemas.openxmlformats.org/officeDocument/2006/relationships/image" Target="../media/image1.emf" 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 /><Relationship Id="rId2" Type="http://schemas.openxmlformats.org/officeDocument/2006/relationships/slideMaster" Target="../slideMasters/slideMaster1.xml" /><Relationship Id="rId1" Type="http://schemas.openxmlformats.org/officeDocument/2006/relationships/tags" Target="../tags/tag68.xml" /><Relationship Id="rId4" Type="http://schemas.openxmlformats.org/officeDocument/2006/relationships/image" Target="../media/image22.emf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#1 swirl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655309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hteck 30">
            <a:extLst>
              <a:ext uri="{FF2B5EF4-FFF2-40B4-BE49-F238E27FC236}">
                <a16:creationId xmlns:a16="http://schemas.microsoft.com/office/drawing/2014/main" id="{57FF6926-4DED-15B7-A2FF-8B20438EEE0B}"/>
              </a:ext>
            </a:extLst>
          </p:cNvPr>
          <p:cNvSpPr/>
          <p:nvPr userDrawn="1"/>
        </p:nvSpPr>
        <p:spPr>
          <a:xfrm>
            <a:off x="0" y="0"/>
            <a:ext cx="4064000" cy="28575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  <a:buClr>
                <a:schemeClr val="bg2"/>
              </a:buClr>
            </a:pPr>
            <a:endParaRPr lang="de-DE" sz="23900">
              <a:ln w="25400">
                <a:solidFill>
                  <a:schemeClr val="bg1"/>
                </a:solidFill>
              </a:ln>
              <a:noFill/>
              <a:latin typeface="+mj-lt"/>
              <a:ea typeface="+mj-ea"/>
              <a:cs typeface="+mj-cs"/>
            </a:endParaRPr>
          </a:p>
        </p:txBody>
      </p:sp>
      <p:pic>
        <p:nvPicPr>
          <p:cNvPr id="17" name="Bildplatzhalter 13">
            <a:extLst>
              <a:ext uri="{FF2B5EF4-FFF2-40B4-BE49-F238E27FC236}">
                <a16:creationId xmlns:a16="http://schemas.microsoft.com/office/drawing/2014/main" id="{710E6BC7-E12A-B3E1-1074-8D0C9B2DCC7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6942" t="17459" r="16942" b="17459"/>
          <a:stretch/>
        </p:blipFill>
        <p:spPr>
          <a:xfrm>
            <a:off x="0" y="2857500"/>
            <a:ext cx="4064000" cy="40005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83937155-AE02-930E-2B17-E45B26EDDCEE}"/>
              </a:ext>
            </a:extLst>
          </p:cNvPr>
          <p:cNvSpPr/>
          <p:nvPr/>
        </p:nvSpPr>
        <p:spPr>
          <a:xfrm>
            <a:off x="0" y="0"/>
            <a:ext cx="4064000" cy="28575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  <a:buClr>
                <a:schemeClr val="bg2"/>
              </a:buClr>
            </a:pPr>
            <a:endParaRPr lang="de-DE" sz="23900">
              <a:ln w="25400">
                <a:solidFill>
                  <a:schemeClr val="bg1"/>
                </a:solidFill>
              </a:ln>
              <a:noFill/>
              <a:latin typeface="+mj-lt"/>
              <a:ea typeface="+mj-ea"/>
              <a:cs typeface="+mj-cs"/>
            </a:endParaRPr>
          </a:p>
        </p:txBody>
      </p:sp>
      <p:sp>
        <p:nvSpPr>
          <p:cNvPr id="5" name="Rechteck 4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4737102" y="3165395"/>
            <a:ext cx="7046911" cy="1590179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ts val="6200"/>
              </a:lnSpc>
              <a:defRPr sz="6400" b="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err="1"/>
              <a:t>Powerpoint</a:t>
            </a:r>
            <a:br>
              <a:rPr lang="de-DE"/>
            </a:br>
            <a:r>
              <a:rPr lang="de-DE" err="1"/>
              <a:t>master</a:t>
            </a:r>
            <a:r>
              <a:rPr lang="de-DE"/>
              <a:t> </a:t>
            </a:r>
            <a:r>
              <a:rPr lang="de-DE" err="1"/>
              <a:t>template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737101" y="5275262"/>
            <a:ext cx="7046911" cy="215444"/>
          </a:xfrm>
        </p:spPr>
        <p:txBody>
          <a:bodyPr wrap="square" lIns="0" tIns="0" rIns="0" bIns="0" anchor="t">
            <a:spAutoFit/>
          </a:bodyPr>
          <a:lstStyle>
            <a:lvl1pPr>
              <a:spcAft>
                <a:spcPts val="0"/>
              </a:spcAft>
              <a:defRPr sz="1400" b="1" baseline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FB534880-205D-1EEA-61CC-9B961B45F9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7101" y="5950406"/>
            <a:ext cx="7046911" cy="215444"/>
          </a:xfrm>
        </p:spPr>
        <p:txBody>
          <a:bodyPr wrap="square" lIns="0" tIns="0" rIns="0" bIns="0" anchor="t">
            <a:spAutoFit/>
          </a:bodyPr>
          <a:lstStyle>
            <a:lvl1pPr>
              <a:spcAft>
                <a:spcPts val="0"/>
              </a:spcAft>
              <a:defRPr sz="1400" b="0" baseline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Place / Date</a:t>
            </a:r>
            <a:endParaRPr lang="en-US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5D5F07F-94C8-A101-F932-AC58572A0D14}"/>
              </a:ext>
            </a:extLst>
          </p:cNvPr>
          <p:cNvSpPr/>
          <p:nvPr userDrawn="1"/>
        </p:nvSpPr>
        <p:spPr>
          <a:xfrm>
            <a:off x="0" y="2857498"/>
            <a:ext cx="4064000" cy="4000501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  <a:buClr>
                <a:schemeClr val="bg2"/>
              </a:buClr>
            </a:pPr>
            <a:endParaRPr lang="de-DE" sz="23900">
              <a:ln w="25400">
                <a:solidFill>
                  <a:schemeClr val="bg1"/>
                </a:solidFill>
              </a:ln>
              <a:noFill/>
              <a:latin typeface="+mj-lt"/>
              <a:ea typeface="+mj-ea"/>
              <a:cs typeface="+mj-cs"/>
            </a:endParaRPr>
          </a:p>
        </p:txBody>
      </p:sp>
      <p:pic>
        <p:nvPicPr>
          <p:cNvPr id="8" name="Bildplatzhalter 13">
            <a:extLst>
              <a:ext uri="{FF2B5EF4-FFF2-40B4-BE49-F238E27FC236}">
                <a16:creationId xmlns:a16="http://schemas.microsoft.com/office/drawing/2014/main" id="{FB03061A-B994-7D78-6357-2CC2D607CB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8043" t="29412" r="40128" b="29412"/>
          <a:stretch/>
        </p:blipFill>
        <p:spPr>
          <a:xfrm>
            <a:off x="0" y="2857498"/>
            <a:ext cx="4064000" cy="4000500"/>
          </a:xfrm>
          <a:prstGeom prst="rect">
            <a:avLst/>
          </a:prstGeom>
        </p:spPr>
      </p:pic>
      <p:sp>
        <p:nvSpPr>
          <p:cNvPr id="32" name="Rechteck 31" hidden="1">
            <a:extLst>
              <a:ext uri="{FF2B5EF4-FFF2-40B4-BE49-F238E27FC236}">
                <a16:creationId xmlns:a16="http://schemas.microsoft.com/office/drawing/2014/main" id="{E23F4D8F-DBE4-9436-AC3B-E0FF73A1CCDD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D15D1E92-794C-0E7F-0252-6FAF41B3EFD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7988" y="404813"/>
            <a:ext cx="2695575" cy="36195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24A439F-6FB9-9537-3F73-942D8013B798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107207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7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67764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407988" y="3165396"/>
            <a:ext cx="7046911" cy="1590179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ts val="6200"/>
              </a:lnSpc>
              <a:defRPr sz="6400" b="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err="1"/>
              <a:t>Powerpoint</a:t>
            </a:r>
            <a:br>
              <a:rPr lang="de-DE"/>
            </a:br>
            <a:r>
              <a:rPr lang="de-DE" err="1"/>
              <a:t>master</a:t>
            </a:r>
            <a:r>
              <a:rPr lang="de-DE"/>
              <a:t> </a:t>
            </a:r>
            <a:r>
              <a:rPr lang="de-DE" err="1"/>
              <a:t>template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5275262"/>
            <a:ext cx="7046911" cy="215444"/>
          </a:xfrm>
        </p:spPr>
        <p:txBody>
          <a:bodyPr wrap="square" lIns="0" tIns="0" rIns="0" bIns="0" anchor="t">
            <a:spAutoFit/>
          </a:bodyPr>
          <a:lstStyle>
            <a:lvl1pPr>
              <a:spcAft>
                <a:spcPts val="0"/>
              </a:spcAft>
              <a:defRPr sz="1400" b="1" baseline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0C652C1-6B87-524C-216F-3F0D3360FAC0}"/>
              </a:ext>
            </a:extLst>
          </p:cNvPr>
          <p:cNvSpPr/>
          <p:nvPr/>
        </p:nvSpPr>
        <p:spPr>
          <a:xfrm>
            <a:off x="8128002" y="0"/>
            <a:ext cx="4064000" cy="6858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  <a:buClr>
                <a:schemeClr val="bg2"/>
              </a:buClr>
            </a:pPr>
            <a:endParaRPr lang="de-DE" sz="23900">
              <a:ln w="25400">
                <a:solidFill>
                  <a:schemeClr val="bg1"/>
                </a:solidFill>
              </a:ln>
              <a:noFill/>
              <a:latin typeface="+mj-lt"/>
              <a:ea typeface="+mj-ea"/>
              <a:cs typeface="+mj-cs"/>
            </a:endParaRP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FB534880-205D-1EEA-61CC-9B961B45F9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987" y="5950406"/>
            <a:ext cx="7046911" cy="215444"/>
          </a:xfrm>
        </p:spPr>
        <p:txBody>
          <a:bodyPr wrap="square" lIns="0" tIns="0" rIns="0" bIns="0" anchor="t">
            <a:spAutoFit/>
          </a:bodyPr>
          <a:lstStyle>
            <a:lvl1pPr>
              <a:spcAft>
                <a:spcPts val="0"/>
              </a:spcAft>
              <a:defRPr sz="1400" b="0" baseline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Place / Date</a:t>
            </a:r>
            <a:endParaRPr lang="en-US"/>
          </a:p>
        </p:txBody>
      </p:sp>
      <p:pic>
        <p:nvPicPr>
          <p:cNvPr id="34" name="Bildplatzhalter 13">
            <a:extLst>
              <a:ext uri="{FF2B5EF4-FFF2-40B4-BE49-F238E27FC236}">
                <a16:creationId xmlns:a16="http://schemas.microsoft.com/office/drawing/2014/main" id="{DC3AB003-BB86-B961-62CA-28168BDC3C7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8694" t="28702" r="22472" b="33070"/>
          <a:stretch/>
        </p:blipFill>
        <p:spPr>
          <a:xfrm>
            <a:off x="8128002" y="2857500"/>
            <a:ext cx="4064000" cy="4000500"/>
          </a:xfrm>
          <a:prstGeom prst="rect">
            <a:avLst/>
          </a:prstGeom>
        </p:spPr>
      </p:pic>
      <p:sp>
        <p:nvSpPr>
          <p:cNvPr id="3" name="Rechteck 2" hidden="1">
            <a:extLst>
              <a:ext uri="{FF2B5EF4-FFF2-40B4-BE49-F238E27FC236}">
                <a16:creationId xmlns:a16="http://schemas.microsoft.com/office/drawing/2014/main" id="{67435D00-338A-6628-935B-AE644AFACDD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CD358BA-2AEE-22E9-4751-C255D230F8F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7988" y="404813"/>
            <a:ext cx="2695575" cy="36195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2A83412-55A1-A22C-4149-95E5A7B438AB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539974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0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#3 picture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5929571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>
            <a:extLst>
              <a:ext uri="{FF2B5EF4-FFF2-40B4-BE49-F238E27FC236}">
                <a16:creationId xmlns:a16="http://schemas.microsoft.com/office/drawing/2014/main" id="{1B73107A-5E92-731D-9537-0B222CE6F4DA}"/>
              </a:ext>
            </a:extLst>
          </p:cNvPr>
          <p:cNvSpPr/>
          <p:nvPr userDrawn="1"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  <a:buClr>
                <a:schemeClr val="bg2"/>
              </a:buClr>
            </a:pPr>
            <a:endParaRPr lang="de-DE" sz="23900">
              <a:ln w="25400">
                <a:solidFill>
                  <a:schemeClr val="bg1"/>
                </a:solidFill>
              </a:ln>
              <a:noFill/>
              <a:latin typeface="+mj-lt"/>
              <a:ea typeface="+mj-ea"/>
              <a:cs typeface="+mj-cs"/>
            </a:endParaRPr>
          </a:p>
        </p:txBody>
      </p:sp>
      <p:sp>
        <p:nvSpPr>
          <p:cNvPr id="10" name="Bildplatzhalter 17">
            <a:extLst>
              <a:ext uri="{FF2B5EF4-FFF2-40B4-BE49-F238E27FC236}">
                <a16:creationId xmlns:a16="http://schemas.microsoft.com/office/drawing/2014/main" id="{B02E4A33-A6E8-4329-0E1E-FE26AE3DA29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64000" y="0"/>
            <a:ext cx="8127999" cy="6858000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en-US">
                <a:latin typeface="Noto Sans" panose="020B0502040504020204" pitchFamily="34" charset="0"/>
              </a:rPr>
              <a:t>Picture big</a:t>
            </a:r>
          </a:p>
        </p:txBody>
      </p:sp>
      <p:sp>
        <p:nvSpPr>
          <p:cNvPr id="5" name="Rechteck 4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4737102" y="3165395"/>
            <a:ext cx="7046911" cy="1590179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ts val="6200"/>
              </a:lnSpc>
              <a:defRPr sz="64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err="1"/>
              <a:t>Powerpoint</a:t>
            </a:r>
            <a:br>
              <a:rPr lang="de-DE"/>
            </a:br>
            <a:r>
              <a:rPr lang="de-DE" err="1"/>
              <a:t>master</a:t>
            </a:r>
            <a:r>
              <a:rPr lang="de-DE"/>
              <a:t> </a:t>
            </a:r>
            <a:r>
              <a:rPr lang="de-DE" err="1"/>
              <a:t>template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737101" y="5275262"/>
            <a:ext cx="7046911" cy="215444"/>
          </a:xfrm>
        </p:spPr>
        <p:txBody>
          <a:bodyPr wrap="square" lIns="0" tIns="0" rIns="0" bIns="0" anchor="t">
            <a:spAutoFit/>
          </a:bodyPr>
          <a:lstStyle>
            <a:lvl1pPr>
              <a:spcAft>
                <a:spcPts val="0"/>
              </a:spcAft>
              <a:defRPr sz="1400" b="1" baseline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FB534880-205D-1EEA-61CC-9B961B45F9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7101" y="5950406"/>
            <a:ext cx="7046911" cy="215444"/>
          </a:xfrm>
        </p:spPr>
        <p:txBody>
          <a:bodyPr wrap="square" lIns="0" tIns="0" rIns="0" bIns="0" anchor="t">
            <a:spAutoFit/>
          </a:bodyPr>
          <a:lstStyle>
            <a:lvl1pPr>
              <a:spcAft>
                <a:spcPts val="0"/>
              </a:spcAft>
              <a:defRPr sz="1400" b="0" baseline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Place / Date</a:t>
            </a:r>
            <a:endParaRPr lang="en-US"/>
          </a:p>
        </p:txBody>
      </p:sp>
      <p:pic>
        <p:nvPicPr>
          <p:cNvPr id="13" name="Bildplatzhalter 13">
            <a:extLst>
              <a:ext uri="{FF2B5EF4-FFF2-40B4-BE49-F238E27FC236}">
                <a16:creationId xmlns:a16="http://schemas.microsoft.com/office/drawing/2014/main" id="{95F771B5-81E1-6ED5-B336-F40F6CC66A6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6942" t="17459" r="16942" b="17459"/>
          <a:stretch/>
        </p:blipFill>
        <p:spPr>
          <a:xfrm>
            <a:off x="0" y="2857500"/>
            <a:ext cx="4064000" cy="4000500"/>
          </a:xfrm>
          <a:prstGeom prst="rect">
            <a:avLst/>
          </a:prstGeom>
        </p:spPr>
      </p:pic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AC9E5501-15D2-9632-2C20-B4D2A64B8B9C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8C1D2DA-224E-D1FF-4F2A-BEF4495DDC9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7988" y="404813"/>
            <a:ext cx="2695575" cy="36195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426BD91-DD45-A25E-63CD-FDB122B71CBE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18539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7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#4 picture smal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5536725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hteck 16">
            <a:extLst>
              <a:ext uri="{FF2B5EF4-FFF2-40B4-BE49-F238E27FC236}">
                <a16:creationId xmlns:a16="http://schemas.microsoft.com/office/drawing/2014/main" id="{EE9144F2-EEC5-F7C7-9AFE-25A483E5C794}"/>
              </a:ext>
            </a:extLst>
          </p:cNvPr>
          <p:cNvSpPr/>
          <p:nvPr/>
        </p:nvSpPr>
        <p:spPr>
          <a:xfrm>
            <a:off x="8112125" y="4000498"/>
            <a:ext cx="4079875" cy="2857502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en-US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15" name="Bildplatzhalter 17">
            <a:extLst>
              <a:ext uri="{FF2B5EF4-FFF2-40B4-BE49-F238E27FC236}">
                <a16:creationId xmlns:a16="http://schemas.microsoft.com/office/drawing/2014/main" id="{A49CE3A1-B8CE-B675-9C0E-30ABDCD171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12124" y="0"/>
            <a:ext cx="4079875" cy="4000498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en-US">
                <a:latin typeface="Noto Sans" panose="020B0502040504020204" pitchFamily="34" charset="0"/>
              </a:rPr>
              <a:t>Picture small</a:t>
            </a:r>
          </a:p>
        </p:txBody>
      </p:sp>
      <p:sp>
        <p:nvSpPr>
          <p:cNvPr id="5" name="Rechteck 4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407989" y="3165395"/>
            <a:ext cx="7046911" cy="1590179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ts val="6200"/>
              </a:lnSpc>
              <a:defRPr sz="64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err="1"/>
              <a:t>Powerpoint</a:t>
            </a:r>
            <a:br>
              <a:rPr lang="de-DE"/>
            </a:br>
            <a:r>
              <a:rPr lang="de-DE" err="1"/>
              <a:t>master</a:t>
            </a:r>
            <a:r>
              <a:rPr lang="de-DE"/>
              <a:t> </a:t>
            </a:r>
            <a:r>
              <a:rPr lang="de-DE" err="1"/>
              <a:t>template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5275262"/>
            <a:ext cx="7046911" cy="215444"/>
          </a:xfrm>
        </p:spPr>
        <p:txBody>
          <a:bodyPr wrap="square" lIns="0" tIns="0" rIns="0" bIns="0" anchor="t">
            <a:spAutoFit/>
          </a:bodyPr>
          <a:lstStyle>
            <a:lvl1pPr>
              <a:spcAft>
                <a:spcPts val="0"/>
              </a:spcAft>
              <a:defRPr sz="1400" b="1" baseline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FB534880-205D-1EEA-61CC-9B961B45F9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988" y="5950406"/>
            <a:ext cx="7046911" cy="215444"/>
          </a:xfrm>
        </p:spPr>
        <p:txBody>
          <a:bodyPr wrap="square" lIns="0" tIns="0" rIns="0" bIns="0" anchor="t">
            <a:spAutoFit/>
          </a:bodyPr>
          <a:lstStyle>
            <a:lvl1pPr>
              <a:spcAft>
                <a:spcPts val="0"/>
              </a:spcAft>
              <a:defRPr sz="1400" b="0" baseline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Place / Date</a:t>
            </a:r>
            <a:endParaRPr lang="en-US"/>
          </a:p>
        </p:txBody>
      </p:sp>
      <p:pic>
        <p:nvPicPr>
          <p:cNvPr id="3" name="Bildplatzhalter 13">
            <a:extLst>
              <a:ext uri="{FF2B5EF4-FFF2-40B4-BE49-F238E27FC236}">
                <a16:creationId xmlns:a16="http://schemas.microsoft.com/office/drawing/2014/main" id="{54E56463-F881-3246-7070-1AE530A0C0C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6957" t="25858" r="17213" b="28036"/>
          <a:stretch/>
        </p:blipFill>
        <p:spPr>
          <a:xfrm>
            <a:off x="8112124" y="4000498"/>
            <a:ext cx="4079876" cy="2857502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490077A4-E589-BF12-92A1-ED6E0BF9771E}"/>
              </a:ext>
            </a:extLst>
          </p:cNvPr>
          <p:cNvSpPr/>
          <p:nvPr userDrawn="1"/>
        </p:nvSpPr>
        <p:spPr>
          <a:xfrm>
            <a:off x="8112125" y="4000498"/>
            <a:ext cx="4079875" cy="2857502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en-US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11" name="Rechteck 10" hidden="1">
            <a:extLst>
              <a:ext uri="{FF2B5EF4-FFF2-40B4-BE49-F238E27FC236}">
                <a16:creationId xmlns:a16="http://schemas.microsoft.com/office/drawing/2014/main" id="{1119F4F0-DD0D-E3E0-C8D9-6547AA1FE0C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pic>
        <p:nvPicPr>
          <p:cNvPr id="32" name="Bildplatzhalter 13">
            <a:extLst>
              <a:ext uri="{FF2B5EF4-FFF2-40B4-BE49-F238E27FC236}">
                <a16:creationId xmlns:a16="http://schemas.microsoft.com/office/drawing/2014/main" id="{807B146D-2EA8-835B-10ED-3A5284FF05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6957" t="25858" r="17213" b="28036"/>
          <a:stretch/>
        </p:blipFill>
        <p:spPr>
          <a:xfrm>
            <a:off x="8112124" y="4000498"/>
            <a:ext cx="4079876" cy="285750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847EF7A-3294-756E-7787-CE26F0F303D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7988" y="404813"/>
            <a:ext cx="2695575" cy="36195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3AA1667-17B0-5168-F5BB-66166C3B937B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999435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0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4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2689737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hteck 28">
            <a:extLst>
              <a:ext uri="{FF2B5EF4-FFF2-40B4-BE49-F238E27FC236}">
                <a16:creationId xmlns:a16="http://schemas.microsoft.com/office/drawing/2014/main" id="{2BD4A530-9131-DE8C-ADFA-4E548052D436}"/>
              </a:ext>
            </a:extLst>
          </p:cNvPr>
          <p:cNvSpPr/>
          <p:nvPr/>
        </p:nvSpPr>
        <p:spPr>
          <a:xfrm>
            <a:off x="0" y="0"/>
            <a:ext cx="4064000" cy="690514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  <a:buClr>
                <a:schemeClr val="bg2"/>
              </a:buClr>
            </a:pPr>
            <a:endParaRPr lang="de-DE" sz="23900">
              <a:ln w="25400">
                <a:solidFill>
                  <a:schemeClr val="bg1"/>
                </a:solidFill>
              </a:ln>
              <a:noFill/>
              <a:latin typeface="+mj-lt"/>
              <a:ea typeface="+mj-ea"/>
              <a:cs typeface="+mj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1376026" cy="997196"/>
          </a:xfrm>
        </p:spPr>
        <p:txBody>
          <a:bodyPr vert="horz"/>
          <a:lstStyle>
            <a:lvl1pPr>
              <a:defRPr sz="7200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AGENDA</a:t>
            </a:r>
            <a:endParaRPr lang="en-US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395C8542-89AE-0E7D-1FBC-C5418903AD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371" y="2102200"/>
            <a:ext cx="7342641" cy="369332"/>
          </a:xfrm>
        </p:spPr>
        <p:txBody>
          <a:bodyPr wrap="square" lIns="0" tIns="0" rIns="0" bIns="0" anchor="ctr">
            <a:spAutoFit/>
          </a:bodyPr>
          <a:lstStyle>
            <a:lvl1pPr>
              <a:spcAft>
                <a:spcPts val="0"/>
              </a:spcAft>
              <a:defRPr sz="2400" b="1" baseline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Text</a:t>
            </a:r>
            <a:endParaRPr lang="en-US"/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E5A588BD-F9E4-5AC8-E8BE-7E535AABC3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1371" y="3207219"/>
            <a:ext cx="7342641" cy="369332"/>
          </a:xfrm>
        </p:spPr>
        <p:txBody>
          <a:bodyPr wrap="square" lIns="0" tIns="0" rIns="0" bIns="0" anchor="ctr">
            <a:spAutoFit/>
          </a:bodyPr>
          <a:lstStyle>
            <a:lvl1pPr>
              <a:spcAft>
                <a:spcPts val="0"/>
              </a:spcAft>
              <a:defRPr sz="2400" b="1" baseline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Text</a:t>
            </a:r>
            <a:endParaRPr lang="en-US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9CAE698F-E60C-28D3-2378-47E02689BE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41371" y="4312238"/>
            <a:ext cx="7342641" cy="369332"/>
          </a:xfrm>
        </p:spPr>
        <p:txBody>
          <a:bodyPr wrap="square" lIns="0" tIns="0" rIns="0" bIns="0" anchor="ctr">
            <a:spAutoFit/>
          </a:bodyPr>
          <a:lstStyle>
            <a:lvl1pPr>
              <a:spcAft>
                <a:spcPts val="0"/>
              </a:spcAft>
              <a:defRPr sz="2400" b="1" baseline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Text</a:t>
            </a:r>
            <a:endParaRPr lang="en-US"/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30A917ED-117D-227F-AB9E-DCAFA4E456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41371" y="5417258"/>
            <a:ext cx="7342641" cy="369332"/>
          </a:xfrm>
        </p:spPr>
        <p:txBody>
          <a:bodyPr wrap="square" lIns="0" tIns="0" rIns="0" bIns="0" anchor="ctr">
            <a:spAutoFit/>
          </a:bodyPr>
          <a:lstStyle>
            <a:lvl1pPr>
              <a:spcAft>
                <a:spcPts val="0"/>
              </a:spcAft>
              <a:defRPr sz="2400" b="1" baseline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Text</a:t>
            </a:r>
            <a:endParaRPr lang="en-US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A219E9B-A9A3-E30F-C9BD-0832FA0068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61936" y="1549515"/>
            <a:ext cx="1460500" cy="1474701"/>
          </a:xfrm>
        </p:spPr>
        <p:txBody>
          <a:bodyPr anchor="ctr"/>
          <a:lstStyle>
            <a:lvl1pPr algn="r">
              <a:defRPr sz="9600" b="0">
                <a:ln w="19050">
                  <a:solidFill>
                    <a:schemeClr val="tx2"/>
                  </a:solidFill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01</a:t>
            </a:r>
            <a:endParaRPr lang="en-US"/>
          </a:p>
        </p:txBody>
      </p:sp>
      <p:sp>
        <p:nvSpPr>
          <p:cNvPr id="22" name="Textplatzhalter 20">
            <a:extLst>
              <a:ext uri="{FF2B5EF4-FFF2-40B4-BE49-F238E27FC236}">
                <a16:creationId xmlns:a16="http://schemas.microsoft.com/office/drawing/2014/main" id="{4674A09D-5114-953D-9CAA-7BAB1E69D75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61936" y="2654535"/>
            <a:ext cx="1460500" cy="1474701"/>
          </a:xfrm>
        </p:spPr>
        <p:txBody>
          <a:bodyPr anchor="ctr"/>
          <a:lstStyle>
            <a:lvl1pPr algn="r">
              <a:defRPr sz="9600" b="0">
                <a:ln w="19050">
                  <a:solidFill>
                    <a:schemeClr val="tx2"/>
                  </a:solidFill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02</a:t>
            </a:r>
            <a:endParaRPr lang="en-US"/>
          </a:p>
        </p:txBody>
      </p:sp>
      <p:sp>
        <p:nvSpPr>
          <p:cNvPr id="23" name="Textplatzhalter 20">
            <a:extLst>
              <a:ext uri="{FF2B5EF4-FFF2-40B4-BE49-F238E27FC236}">
                <a16:creationId xmlns:a16="http://schemas.microsoft.com/office/drawing/2014/main" id="{5AEF6150-3EFC-9201-0C57-D345159C88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61936" y="3759553"/>
            <a:ext cx="1460500" cy="1474701"/>
          </a:xfrm>
        </p:spPr>
        <p:txBody>
          <a:bodyPr anchor="ctr"/>
          <a:lstStyle>
            <a:lvl1pPr algn="r">
              <a:defRPr sz="9600" b="0">
                <a:ln w="19050">
                  <a:solidFill>
                    <a:schemeClr val="tx2"/>
                  </a:solidFill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03</a:t>
            </a:r>
            <a:endParaRPr lang="en-US"/>
          </a:p>
        </p:txBody>
      </p:sp>
      <p:sp>
        <p:nvSpPr>
          <p:cNvPr id="24" name="Textplatzhalter 20">
            <a:extLst>
              <a:ext uri="{FF2B5EF4-FFF2-40B4-BE49-F238E27FC236}">
                <a16:creationId xmlns:a16="http://schemas.microsoft.com/office/drawing/2014/main" id="{402A29C3-948E-7F40-7478-D60E88DFD6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61936" y="4864573"/>
            <a:ext cx="1460500" cy="1474701"/>
          </a:xfrm>
        </p:spPr>
        <p:txBody>
          <a:bodyPr anchor="ctr"/>
          <a:lstStyle>
            <a:lvl1pPr algn="r">
              <a:defRPr sz="9600" b="0">
                <a:ln w="19050">
                  <a:solidFill>
                    <a:schemeClr val="tx2"/>
                  </a:solidFill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04</a:t>
            </a:r>
            <a:endParaRPr lang="en-US"/>
          </a:p>
        </p:txBody>
      </p:sp>
      <p:sp>
        <p:nvSpPr>
          <p:cNvPr id="3" name="Datumsplatzhalter 9">
            <a:extLst>
              <a:ext uri="{FF2B5EF4-FFF2-40B4-BE49-F238E27FC236}">
                <a16:creationId xmlns:a16="http://schemas.microsoft.com/office/drawing/2014/main" id="{B0034231-0B0E-9BD9-A30D-3AAB5E0AD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B70BD54-45A5-799C-CCF9-DC99D7D64108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315076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8 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507792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hteck 22">
            <a:extLst>
              <a:ext uri="{FF2B5EF4-FFF2-40B4-BE49-F238E27FC236}">
                <a16:creationId xmlns:a16="http://schemas.microsoft.com/office/drawing/2014/main" id="{1A66EAF0-4AEB-CF67-2E31-304DA24E0B6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1376026" cy="997196"/>
          </a:xfrm>
        </p:spPr>
        <p:txBody>
          <a:bodyPr vert="horz"/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AGENDA</a:t>
            </a:r>
            <a:endParaRPr lang="en-US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395C8542-89AE-0E7D-1FBC-C5418903AD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9303" y="2163755"/>
            <a:ext cx="3720297" cy="246221"/>
          </a:xfrm>
        </p:spPr>
        <p:txBody>
          <a:bodyPr wrap="square" lIns="0" tIns="0" rIns="0" bIns="0" anchor="ctr">
            <a:spAutoFit/>
          </a:bodyPr>
          <a:lstStyle>
            <a:lvl1pPr>
              <a:spcAft>
                <a:spcPts val="0"/>
              </a:spcAft>
              <a:defRPr sz="1600" b="1" baseline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Text</a:t>
            </a:r>
            <a:endParaRPr lang="en-US"/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E5A588BD-F9E4-5AC8-E8BE-7E535AABC3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69303" y="3268776"/>
            <a:ext cx="3720297" cy="246221"/>
          </a:xfrm>
        </p:spPr>
        <p:txBody>
          <a:bodyPr wrap="square" lIns="0" tIns="0" rIns="0" bIns="0" anchor="ctr">
            <a:spAutoFit/>
          </a:bodyPr>
          <a:lstStyle>
            <a:lvl1pPr>
              <a:spcAft>
                <a:spcPts val="0"/>
              </a:spcAft>
              <a:defRPr sz="1600" b="1" baseline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Text</a:t>
            </a:r>
            <a:endParaRPr lang="en-US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9CAE698F-E60C-28D3-2378-47E02689BE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69303" y="4373795"/>
            <a:ext cx="3720297" cy="246221"/>
          </a:xfrm>
        </p:spPr>
        <p:txBody>
          <a:bodyPr wrap="square" lIns="0" tIns="0" rIns="0" bIns="0" anchor="ctr">
            <a:spAutoFit/>
          </a:bodyPr>
          <a:lstStyle>
            <a:lvl1pPr>
              <a:spcAft>
                <a:spcPts val="0"/>
              </a:spcAft>
              <a:defRPr sz="1600" b="1" baseline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Text</a:t>
            </a:r>
            <a:endParaRPr lang="en-US"/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30A917ED-117D-227F-AB9E-DCAFA4E456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69303" y="5478814"/>
            <a:ext cx="3720297" cy="246221"/>
          </a:xfrm>
        </p:spPr>
        <p:txBody>
          <a:bodyPr wrap="square" lIns="0" tIns="0" rIns="0" bIns="0" anchor="ctr">
            <a:spAutoFit/>
          </a:bodyPr>
          <a:lstStyle>
            <a:lvl1pPr>
              <a:spcAft>
                <a:spcPts val="0"/>
              </a:spcAft>
              <a:defRPr sz="1600" b="1" baseline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Text</a:t>
            </a:r>
            <a:endParaRPr lang="en-US"/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1A11B004-C260-30E5-E264-8D5E267314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4819" y="2163755"/>
            <a:ext cx="3699195" cy="246221"/>
          </a:xfrm>
        </p:spPr>
        <p:txBody>
          <a:bodyPr wrap="square" lIns="0" tIns="0" rIns="0" bIns="0" anchor="ctr">
            <a:spAutoFit/>
          </a:bodyPr>
          <a:lstStyle>
            <a:lvl1pPr>
              <a:spcAft>
                <a:spcPts val="0"/>
              </a:spcAft>
              <a:defRPr sz="1600" b="1" baseline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Text</a:t>
            </a:r>
            <a:endParaRPr lang="en-US"/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8B506FB4-7D28-9627-066B-05E4049177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84819" y="3268776"/>
            <a:ext cx="3699195" cy="246221"/>
          </a:xfrm>
        </p:spPr>
        <p:txBody>
          <a:bodyPr wrap="square" lIns="0" tIns="0" rIns="0" bIns="0" anchor="ctr">
            <a:spAutoFit/>
          </a:bodyPr>
          <a:lstStyle>
            <a:lvl1pPr>
              <a:spcAft>
                <a:spcPts val="0"/>
              </a:spcAft>
              <a:defRPr sz="1600" b="1" baseline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Text</a:t>
            </a:r>
            <a:endParaRPr lang="en-US"/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B853DC38-D0B3-DFDA-9B84-EC93CB74895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4819" y="4373795"/>
            <a:ext cx="3699195" cy="246221"/>
          </a:xfrm>
        </p:spPr>
        <p:txBody>
          <a:bodyPr wrap="square" lIns="0" tIns="0" rIns="0" bIns="0" anchor="ctr">
            <a:spAutoFit/>
          </a:bodyPr>
          <a:lstStyle>
            <a:lvl1pPr>
              <a:spcAft>
                <a:spcPts val="0"/>
              </a:spcAft>
              <a:defRPr sz="1600" b="1" baseline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Text</a:t>
            </a:r>
            <a:endParaRPr lang="en-US"/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87A09730-31EA-A805-FC22-A3F7F58D52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84819" y="5478814"/>
            <a:ext cx="3699195" cy="246221"/>
          </a:xfrm>
        </p:spPr>
        <p:txBody>
          <a:bodyPr wrap="square" lIns="0" tIns="0" rIns="0" bIns="0" anchor="ctr">
            <a:spAutoFit/>
          </a:bodyPr>
          <a:lstStyle>
            <a:lvl1pPr>
              <a:spcAft>
                <a:spcPts val="0"/>
              </a:spcAft>
              <a:defRPr sz="1600" b="1" baseline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Text</a:t>
            </a:r>
            <a:endParaRPr lang="en-US"/>
          </a:p>
        </p:txBody>
      </p:sp>
      <p:sp>
        <p:nvSpPr>
          <p:cNvPr id="24" name="Textplatzhalter 20">
            <a:extLst>
              <a:ext uri="{FF2B5EF4-FFF2-40B4-BE49-F238E27FC236}">
                <a16:creationId xmlns:a16="http://schemas.microsoft.com/office/drawing/2014/main" id="{66BE145C-92F1-5218-0AEB-A738E30BCC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8830" y="1549515"/>
            <a:ext cx="1460500" cy="1474701"/>
          </a:xfrm>
        </p:spPr>
        <p:txBody>
          <a:bodyPr anchor="ctr"/>
          <a:lstStyle>
            <a:lvl1pPr algn="r">
              <a:defRPr sz="8000" b="0">
                <a:ln w="19050">
                  <a:solidFill>
                    <a:schemeClr val="tx2"/>
                  </a:solidFill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01</a:t>
            </a:r>
            <a:endParaRPr lang="en-US"/>
          </a:p>
        </p:txBody>
      </p:sp>
      <p:sp>
        <p:nvSpPr>
          <p:cNvPr id="25" name="Textplatzhalter 20">
            <a:extLst>
              <a:ext uri="{FF2B5EF4-FFF2-40B4-BE49-F238E27FC236}">
                <a16:creationId xmlns:a16="http://schemas.microsoft.com/office/drawing/2014/main" id="{0F77551C-26FC-A3EA-5760-A5F276408D4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8830" y="2654535"/>
            <a:ext cx="1460500" cy="1474701"/>
          </a:xfrm>
        </p:spPr>
        <p:txBody>
          <a:bodyPr anchor="ctr"/>
          <a:lstStyle>
            <a:lvl1pPr algn="r">
              <a:defRPr sz="8000" b="0">
                <a:ln w="19050">
                  <a:solidFill>
                    <a:schemeClr val="tx2"/>
                  </a:solidFill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02</a:t>
            </a:r>
            <a:endParaRPr lang="en-US"/>
          </a:p>
        </p:txBody>
      </p:sp>
      <p:sp>
        <p:nvSpPr>
          <p:cNvPr id="26" name="Textplatzhalter 20">
            <a:extLst>
              <a:ext uri="{FF2B5EF4-FFF2-40B4-BE49-F238E27FC236}">
                <a16:creationId xmlns:a16="http://schemas.microsoft.com/office/drawing/2014/main" id="{4149C5BB-672C-D8FA-B106-5B607DE38A4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8830" y="3759553"/>
            <a:ext cx="1460500" cy="1474701"/>
          </a:xfrm>
        </p:spPr>
        <p:txBody>
          <a:bodyPr anchor="ctr"/>
          <a:lstStyle>
            <a:lvl1pPr algn="r">
              <a:defRPr sz="8000" b="0">
                <a:ln w="19050">
                  <a:solidFill>
                    <a:schemeClr val="tx2"/>
                  </a:solidFill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03</a:t>
            </a:r>
            <a:endParaRPr lang="en-US"/>
          </a:p>
        </p:txBody>
      </p:sp>
      <p:sp>
        <p:nvSpPr>
          <p:cNvPr id="27" name="Textplatzhalter 20">
            <a:extLst>
              <a:ext uri="{FF2B5EF4-FFF2-40B4-BE49-F238E27FC236}">
                <a16:creationId xmlns:a16="http://schemas.microsoft.com/office/drawing/2014/main" id="{E39BE115-1035-2BCD-5139-B4A65E371CD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8830" y="4864573"/>
            <a:ext cx="1460500" cy="1474701"/>
          </a:xfrm>
        </p:spPr>
        <p:txBody>
          <a:bodyPr anchor="ctr"/>
          <a:lstStyle>
            <a:lvl1pPr algn="r">
              <a:defRPr sz="8000" b="0">
                <a:ln w="19050">
                  <a:solidFill>
                    <a:schemeClr val="tx2"/>
                  </a:solidFill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04</a:t>
            </a:r>
            <a:endParaRPr lang="en-US"/>
          </a:p>
        </p:txBody>
      </p:sp>
      <p:sp>
        <p:nvSpPr>
          <p:cNvPr id="28" name="Textplatzhalter 20">
            <a:extLst>
              <a:ext uri="{FF2B5EF4-FFF2-40B4-BE49-F238E27FC236}">
                <a16:creationId xmlns:a16="http://schemas.microsoft.com/office/drawing/2014/main" id="{27AAAFFE-F10C-3B9F-B3C6-FC8E561DCA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91773" y="1549515"/>
            <a:ext cx="1460500" cy="1474701"/>
          </a:xfrm>
        </p:spPr>
        <p:txBody>
          <a:bodyPr anchor="ctr"/>
          <a:lstStyle>
            <a:lvl1pPr algn="r">
              <a:defRPr sz="8000" b="0">
                <a:ln w="19050">
                  <a:solidFill>
                    <a:schemeClr val="tx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de-DE"/>
              <a:t>05</a:t>
            </a:r>
            <a:endParaRPr lang="en-US"/>
          </a:p>
        </p:txBody>
      </p:sp>
      <p:sp>
        <p:nvSpPr>
          <p:cNvPr id="29" name="Textplatzhalter 20">
            <a:extLst>
              <a:ext uri="{FF2B5EF4-FFF2-40B4-BE49-F238E27FC236}">
                <a16:creationId xmlns:a16="http://schemas.microsoft.com/office/drawing/2014/main" id="{0FAD698A-58E3-1114-8C05-6D0E5D1CBC8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91773" y="2654535"/>
            <a:ext cx="1460500" cy="1474701"/>
          </a:xfrm>
        </p:spPr>
        <p:txBody>
          <a:bodyPr anchor="ctr"/>
          <a:lstStyle>
            <a:lvl1pPr algn="r">
              <a:defRPr sz="8000" b="0">
                <a:ln w="19050">
                  <a:solidFill>
                    <a:schemeClr val="tx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de-DE"/>
              <a:t>06</a:t>
            </a:r>
            <a:endParaRPr lang="en-US"/>
          </a:p>
        </p:txBody>
      </p:sp>
      <p:sp>
        <p:nvSpPr>
          <p:cNvPr id="30" name="Textplatzhalter 20">
            <a:extLst>
              <a:ext uri="{FF2B5EF4-FFF2-40B4-BE49-F238E27FC236}">
                <a16:creationId xmlns:a16="http://schemas.microsoft.com/office/drawing/2014/main" id="{98A42263-78C4-5D74-068C-6825B6D7DF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91773" y="3759553"/>
            <a:ext cx="1460500" cy="1474701"/>
          </a:xfrm>
        </p:spPr>
        <p:txBody>
          <a:bodyPr anchor="ctr"/>
          <a:lstStyle>
            <a:lvl1pPr algn="r">
              <a:defRPr sz="8000" b="0">
                <a:ln w="19050">
                  <a:solidFill>
                    <a:schemeClr val="tx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de-DE"/>
              <a:t>07</a:t>
            </a:r>
            <a:endParaRPr lang="en-US"/>
          </a:p>
        </p:txBody>
      </p:sp>
      <p:sp>
        <p:nvSpPr>
          <p:cNvPr id="31" name="Textplatzhalter 20">
            <a:extLst>
              <a:ext uri="{FF2B5EF4-FFF2-40B4-BE49-F238E27FC236}">
                <a16:creationId xmlns:a16="http://schemas.microsoft.com/office/drawing/2014/main" id="{119BEB0E-E002-B62E-E19E-DAEEF2FEE5B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91773" y="4864573"/>
            <a:ext cx="1460500" cy="1474701"/>
          </a:xfrm>
        </p:spPr>
        <p:txBody>
          <a:bodyPr anchor="ctr"/>
          <a:lstStyle>
            <a:lvl1pPr algn="r">
              <a:defRPr sz="8000" b="0">
                <a:ln w="19050">
                  <a:solidFill>
                    <a:schemeClr val="tx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de-DE"/>
              <a:t>08</a:t>
            </a:r>
            <a:endParaRPr lang="en-US"/>
          </a:p>
        </p:txBody>
      </p:sp>
      <p:sp>
        <p:nvSpPr>
          <p:cNvPr id="3" name="Datumsplatzhalter 9">
            <a:extLst>
              <a:ext uri="{FF2B5EF4-FFF2-40B4-BE49-F238E27FC236}">
                <a16:creationId xmlns:a16="http://schemas.microsoft.com/office/drawing/2014/main" id="{1FC0A3EF-E386-0CE4-D5BE-4800C8003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75FC7EC-3D9F-C114-D670-721ABA8567EA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584428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divider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2609295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sp>
        <p:nvSpPr>
          <p:cNvPr id="3" name="Textplatzhalter 20">
            <a:extLst>
              <a:ext uri="{FF2B5EF4-FFF2-40B4-BE49-F238E27FC236}">
                <a16:creationId xmlns:a16="http://schemas.microsoft.com/office/drawing/2014/main" id="{37AF8542-CBB2-2A73-9E07-5406B42FB5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-1880544" y="-1815572"/>
            <a:ext cx="7976544" cy="10987623"/>
          </a:xfrm>
        </p:spPr>
        <p:txBody>
          <a:bodyPr wrap="none" anchor="ctr">
            <a:spAutoFit/>
          </a:bodyPr>
          <a:lstStyle>
            <a:lvl1pPr marL="0" indent="0" algn="r" defTabSz="121917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lang="en-US" sz="71400" b="0" kern="1200" dirty="0">
                <a:ln w="50800">
                  <a:solidFill>
                    <a:schemeClr val="bg1"/>
                  </a:solidFill>
                </a:ln>
                <a:noFill/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01</a:t>
            </a:r>
            <a:endParaRPr lang="en-US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4914900" y="2735265"/>
            <a:ext cx="6869113" cy="2462213"/>
          </a:xfrm>
          <a:solidFill>
            <a:schemeClr val="tx2"/>
          </a:solidFill>
        </p:spPr>
        <p:txBody>
          <a:bodyPr vert="horz" wrap="square" anchor="t">
            <a:spAutoFit/>
          </a:bodyPr>
          <a:lstStyle>
            <a:lvl1pPr algn="l" defTabSz="625475">
              <a:lnSpc>
                <a:spcPts val="6400"/>
              </a:lnSpc>
              <a:tabLst>
                <a:tab pos="1035050" algn="l"/>
              </a:tabLst>
              <a:defRPr sz="64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CHAPTER </a:t>
            </a:r>
            <a:br>
              <a:rPr lang="en-US"/>
            </a:br>
            <a:r>
              <a:rPr lang="en-US"/>
              <a:t>DIVIDER</a:t>
            </a:r>
            <a:br>
              <a:rPr lang="en-US"/>
            </a:br>
            <a:r>
              <a:rPr lang="en-US"/>
              <a:t>red</a:t>
            </a:r>
          </a:p>
        </p:txBody>
      </p:sp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5E4C6ACC-7577-BDAA-C5F8-2BA57394152E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BDF673D-9EB4-9FC5-EF06-BCDE428709F6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99558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divi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695289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407989" y="404813"/>
            <a:ext cx="7212012" cy="1641475"/>
          </a:xfrm>
          <a:noFill/>
        </p:spPr>
        <p:txBody>
          <a:bodyPr vert="horz" wrap="square" anchor="t">
            <a:spAutoFit/>
          </a:bodyPr>
          <a:lstStyle>
            <a:lvl1pPr algn="l" defTabSz="625475">
              <a:lnSpc>
                <a:spcPts val="6400"/>
              </a:lnSpc>
              <a:tabLst>
                <a:tab pos="1035050" algn="l"/>
              </a:tabLst>
              <a:defRPr sz="6400" b="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CHAPTER DIVIDER</a:t>
            </a:r>
            <a:br>
              <a:rPr lang="en-US"/>
            </a:br>
            <a:r>
              <a:rPr lang="en-US" err="1"/>
              <a:t>WHITe</a:t>
            </a:r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59B8974-5E71-3EA7-7342-260C6023CD10}"/>
              </a:ext>
            </a:extLst>
          </p:cNvPr>
          <p:cNvSpPr/>
          <p:nvPr/>
        </p:nvSpPr>
        <p:spPr>
          <a:xfrm>
            <a:off x="8128000" y="4000500"/>
            <a:ext cx="4064000" cy="28575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  <a:buClr>
                <a:schemeClr val="bg2"/>
              </a:buClr>
            </a:pPr>
            <a:endParaRPr lang="de-DE" sz="23900">
              <a:ln w="25400">
                <a:solidFill>
                  <a:schemeClr val="bg1"/>
                </a:solidFill>
              </a:ln>
              <a:noFill/>
              <a:latin typeface="+mj-lt"/>
              <a:ea typeface="+mj-ea"/>
              <a:cs typeface="+mj-cs"/>
            </a:endParaRPr>
          </a:p>
        </p:txBody>
      </p:sp>
      <p:pic>
        <p:nvPicPr>
          <p:cNvPr id="12" name="Bildplatzhalter 13">
            <a:extLst>
              <a:ext uri="{FF2B5EF4-FFF2-40B4-BE49-F238E27FC236}">
                <a16:creationId xmlns:a16="http://schemas.microsoft.com/office/drawing/2014/main" id="{0F8A0CB7-093D-607D-CC91-4C154F88D4A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6942" t="17459" r="16942" b="17459"/>
          <a:stretch/>
        </p:blipFill>
        <p:spPr>
          <a:xfrm>
            <a:off x="8128000" y="0"/>
            <a:ext cx="4064000" cy="4000500"/>
          </a:xfrm>
          <a:prstGeom prst="rect">
            <a:avLst/>
          </a:prstGeom>
        </p:spPr>
      </p:pic>
      <p:sp>
        <p:nvSpPr>
          <p:cNvPr id="3" name="Textplatzhalter 20">
            <a:extLst>
              <a:ext uri="{FF2B5EF4-FFF2-40B4-BE49-F238E27FC236}">
                <a16:creationId xmlns:a16="http://schemas.microsoft.com/office/drawing/2014/main" id="{D56C1D1B-12DD-051E-86D1-98BA9B7A45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-1533832" y="995283"/>
            <a:ext cx="6779462" cy="7632859"/>
          </a:xfrm>
        </p:spPr>
        <p:txBody>
          <a:bodyPr anchor="ctr">
            <a:spAutoFit/>
          </a:bodyPr>
          <a:lstStyle>
            <a:lvl1pPr marL="0" indent="0" algn="r" defTabSz="121917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lang="en-US" sz="49600" b="0" kern="1200" dirty="0">
                <a:ln w="50800">
                  <a:solidFill>
                    <a:schemeClr val="tx2"/>
                  </a:solidFill>
                </a:ln>
                <a:noFill/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02</a:t>
            </a:r>
            <a:endParaRPr lang="en-US"/>
          </a:p>
        </p:txBody>
      </p:sp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D868E51D-4385-37BC-6C09-34AF58AFEAA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35E8A72-A69E-B748-FB27-FFAAF15311B1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  <a:buClr>
                <a:schemeClr val="bg2"/>
              </a:buClr>
            </a:pPr>
            <a:endParaRPr lang="de-DE" sz="23900">
              <a:ln w="25400">
                <a:solidFill>
                  <a:schemeClr val="bg1"/>
                </a:solidFill>
              </a:ln>
              <a:noFill/>
              <a:latin typeface="+mj-lt"/>
              <a:ea typeface="+mj-ea"/>
              <a:cs typeface="+mj-cs"/>
            </a:endParaRPr>
          </a:p>
        </p:txBody>
      </p:sp>
      <p:pic>
        <p:nvPicPr>
          <p:cNvPr id="10" name="Bildplatzhalter 13">
            <a:extLst>
              <a:ext uri="{FF2B5EF4-FFF2-40B4-BE49-F238E27FC236}">
                <a16:creationId xmlns:a16="http://schemas.microsoft.com/office/drawing/2014/main" id="{6091CBE8-64D1-E209-3F77-5BBE1925A1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9141" t="34643" r="34279" b="19506"/>
          <a:stretch/>
        </p:blipFill>
        <p:spPr>
          <a:xfrm>
            <a:off x="8128000" y="0"/>
            <a:ext cx="4064000" cy="40005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5C6D3C6-B624-9A3F-FCFD-22F0ADA8BA49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01910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divid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815100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>
            <a:extLst>
              <a:ext uri="{FF2B5EF4-FFF2-40B4-BE49-F238E27FC236}">
                <a16:creationId xmlns:a16="http://schemas.microsoft.com/office/drawing/2014/main" id="{159B8974-5E71-3EA7-7342-260C6023CD10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  <a:buClr>
                <a:schemeClr val="bg2"/>
              </a:buClr>
            </a:pPr>
            <a:endParaRPr lang="de-DE" sz="23900">
              <a:ln w="25400">
                <a:solidFill>
                  <a:schemeClr val="bg1"/>
                </a:solidFill>
              </a:ln>
              <a:noFill/>
              <a:latin typeface="+mj-lt"/>
              <a:ea typeface="+mj-ea"/>
              <a:cs typeface="+mj-cs"/>
            </a:endParaRPr>
          </a:p>
        </p:txBody>
      </p:sp>
      <p:pic>
        <p:nvPicPr>
          <p:cNvPr id="2" name="Bildplatzhalter 13">
            <a:extLst>
              <a:ext uri="{FF2B5EF4-FFF2-40B4-BE49-F238E27FC236}">
                <a16:creationId xmlns:a16="http://schemas.microsoft.com/office/drawing/2014/main" id="{33822C8B-E47A-E5C7-F74B-8EE64A59F2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2888" t="15824" r="13689" b="31589"/>
          <a:stretch/>
        </p:blipFill>
        <p:spPr>
          <a:xfrm>
            <a:off x="0" y="2857500"/>
            <a:ext cx="4064000" cy="4000500"/>
          </a:xfrm>
          <a:prstGeom prst="rect">
            <a:avLst/>
          </a:prstGeom>
        </p:spPr>
      </p:pic>
      <p:sp>
        <p:nvSpPr>
          <p:cNvPr id="5" name="Rechteck 4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4475163" y="2285692"/>
            <a:ext cx="7308850" cy="1641475"/>
          </a:xfrm>
          <a:noFill/>
        </p:spPr>
        <p:txBody>
          <a:bodyPr vert="horz" wrap="square" anchor="t">
            <a:spAutoFit/>
          </a:bodyPr>
          <a:lstStyle>
            <a:lvl1pPr algn="l" defTabSz="625475">
              <a:lnSpc>
                <a:spcPts val="6400"/>
              </a:lnSpc>
              <a:tabLst>
                <a:tab pos="1035050" algn="l"/>
              </a:tabLst>
              <a:defRPr sz="64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CHAPTER DIVIDER</a:t>
            </a:r>
            <a:br>
              <a:rPr lang="en-US"/>
            </a:br>
            <a:r>
              <a:rPr lang="en-US" err="1"/>
              <a:t>WHITe</a:t>
            </a:r>
            <a:r>
              <a:rPr lang="en-US"/>
              <a:t> </a:t>
            </a:r>
          </a:p>
        </p:txBody>
      </p:sp>
      <p:sp>
        <p:nvSpPr>
          <p:cNvPr id="3" name="Textplatzhalter 20">
            <a:extLst>
              <a:ext uri="{FF2B5EF4-FFF2-40B4-BE49-F238E27FC236}">
                <a16:creationId xmlns:a16="http://schemas.microsoft.com/office/drawing/2014/main" id="{790FBAEF-8704-74BB-5C30-A7BCD25AA67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7987" y="-455306"/>
            <a:ext cx="2981743" cy="3677930"/>
          </a:xfrm>
        </p:spPr>
        <p:txBody>
          <a:bodyPr wrap="none" anchor="ctr">
            <a:spAutoFit/>
          </a:bodyPr>
          <a:lstStyle>
            <a:lvl1pPr marL="0" indent="0" algn="r" defTabSz="121917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lang="en-US" sz="23900" b="0" kern="1200" dirty="0">
                <a:ln w="25400">
                  <a:solidFill>
                    <a:schemeClr val="bg1"/>
                  </a:solidFill>
                </a:ln>
                <a:noFill/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03</a:t>
            </a:r>
            <a:endParaRPr lang="en-US"/>
          </a:p>
        </p:txBody>
      </p:sp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8BA7FDC7-594B-0F81-D254-0861D18C2F2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5333" b="0" i="0" baseline="0">
              <a:latin typeface="Noto Sans" panose="020B0502040504020204" pitchFamily="34" charset="0"/>
              <a:ea typeface="+mj-ea"/>
              <a:cs typeface="+mj-cs"/>
              <a:sym typeface="HelveticaNeue LT 75 Bold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A9EA460-FB45-887E-351B-93C2C3E3B203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041000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9785121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1808163"/>
            <a:ext cx="11376026" cy="435768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  <a:lvl2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2pPr>
            <a:lvl3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3pPr>
            <a:lvl4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4pPr>
            <a:lvl5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6723A83-0B6A-EE87-F2EB-F9DB60751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397000"/>
            <a:ext cx="11376026" cy="276999"/>
          </a:xfrm>
        </p:spPr>
        <p:txBody>
          <a:bodyPr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1FF3EA-E89F-8BDF-EF5C-74A19D8720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6351194"/>
            <a:ext cx="11376026" cy="138499"/>
          </a:xfrm>
        </p:spPr>
        <p:txBody>
          <a:bodyPr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5" name="Datumsplatzhalter 9">
            <a:extLst>
              <a:ext uri="{FF2B5EF4-FFF2-40B4-BE49-F238E27FC236}">
                <a16:creationId xmlns:a16="http://schemas.microsoft.com/office/drawing/2014/main" id="{16655C2C-09EE-7310-146F-0F6F7EC7E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A2B440B-711D-B2A5-DA2B-F1519E5C0D84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50618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, split 3 til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7548438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5163" y="1808163"/>
            <a:ext cx="7311261" cy="435768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  <a:lvl2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2pPr>
            <a:lvl3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3pPr>
            <a:lvl4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4pPr>
            <a:lvl5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CE05026-9CD3-0F74-0E49-7E3279D93186}"/>
              </a:ext>
            </a:extLst>
          </p:cNvPr>
          <p:cNvSpPr/>
          <p:nvPr userDrawn="1"/>
        </p:nvSpPr>
        <p:spPr>
          <a:xfrm>
            <a:off x="0" y="4000500"/>
            <a:ext cx="4064000" cy="28575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  <a:buClr>
                <a:schemeClr val="bg2"/>
              </a:buClr>
            </a:pPr>
            <a:endParaRPr lang="de-DE" sz="23900">
              <a:ln w="25400">
                <a:solidFill>
                  <a:schemeClr val="bg1"/>
                </a:solidFill>
              </a:ln>
              <a:noFill/>
              <a:latin typeface="+mj-lt"/>
              <a:ea typeface="+mj-ea"/>
              <a:cs typeface="+mj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5163" y="404813"/>
            <a:ext cx="7311261" cy="89768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6723A83-0B6A-EE87-F2EB-F9DB60751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5163" y="1397000"/>
            <a:ext cx="7311261" cy="276999"/>
          </a:xfrm>
        </p:spPr>
        <p:txBody>
          <a:bodyPr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pic>
        <p:nvPicPr>
          <p:cNvPr id="17" name="Bildplatzhalter 13">
            <a:extLst>
              <a:ext uri="{FF2B5EF4-FFF2-40B4-BE49-F238E27FC236}">
                <a16:creationId xmlns:a16="http://schemas.microsoft.com/office/drawing/2014/main" id="{80C2BD54-E95E-624F-3545-ACE5AC3711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5628" t="13531" r="13130" b="36029"/>
          <a:stretch/>
        </p:blipFill>
        <p:spPr>
          <a:xfrm>
            <a:off x="-2739" y="0"/>
            <a:ext cx="4064000" cy="4000500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6FD041D-A66A-9343-B860-DDA49B2F5A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5163" y="6351194"/>
            <a:ext cx="7311261" cy="138499"/>
          </a:xfrm>
        </p:spPr>
        <p:txBody>
          <a:bodyPr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6" name="Datumsplatzhalter 9">
            <a:extLst>
              <a:ext uri="{FF2B5EF4-FFF2-40B4-BE49-F238E27FC236}">
                <a16:creationId xmlns:a16="http://schemas.microsoft.com/office/drawing/2014/main" id="{5D7FF2F7-5DFE-EA9A-D8D8-C5831CC27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8E486E1-2234-B732-877E-B359804B2BD4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780799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2101547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1808163"/>
            <a:ext cx="11376026" cy="4357687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  <a:lvl2pPr>
              <a:defRPr>
                <a:latin typeface="Noto Sans" panose="020B0502040504020204" pitchFamily="34" charset="0"/>
              </a:defRPr>
            </a:lvl2pPr>
            <a:lvl3pPr>
              <a:defRPr>
                <a:latin typeface="Noto Sans" panose="020B0502040504020204" pitchFamily="34" charset="0"/>
              </a:defRPr>
            </a:lvl3pPr>
            <a:lvl4pPr>
              <a:defRPr>
                <a:latin typeface="Noto Sans" panose="020B0502040504020204" pitchFamily="34" charset="0"/>
              </a:defRPr>
            </a:lvl4pPr>
            <a:lvl5pPr>
              <a:defRPr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3" name="Textplatzhalter 18">
            <a:extLst>
              <a:ext uri="{FF2B5EF4-FFF2-40B4-BE49-F238E27FC236}">
                <a16:creationId xmlns:a16="http://schemas.microsoft.com/office/drawing/2014/main" id="{26F6BD0F-CF3A-0878-1159-4E3DB57454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397000"/>
            <a:ext cx="11376026" cy="276999"/>
          </a:xfrm>
        </p:spPr>
        <p:txBody>
          <a:bodyPr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EEF2E3C-FAAC-627D-5B6F-77BFEEC7E4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6351194"/>
            <a:ext cx="11376026" cy="138499"/>
          </a:xfrm>
        </p:spPr>
        <p:txBody>
          <a:bodyPr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7" name="Datumsplatzhalter 9">
            <a:extLst>
              <a:ext uri="{FF2B5EF4-FFF2-40B4-BE49-F238E27FC236}">
                <a16:creationId xmlns:a16="http://schemas.microsoft.com/office/drawing/2014/main" id="{83740D09-F50B-51B3-3123-8C9E0A3C4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959F2ED-4179-FFFC-DE9E-EBF89438E803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273936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0167035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1808163"/>
            <a:ext cx="11376026" cy="435768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  <a:lvl2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2pPr>
            <a:lvl3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3pPr>
            <a:lvl4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4pPr>
            <a:lvl5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5" name="Textplatzhalter 18">
            <a:extLst>
              <a:ext uri="{FF2B5EF4-FFF2-40B4-BE49-F238E27FC236}">
                <a16:creationId xmlns:a16="http://schemas.microsoft.com/office/drawing/2014/main" id="{270A6D94-694F-2DD7-1CC7-8614783E0C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397000"/>
            <a:ext cx="11376026" cy="276999"/>
          </a:xfrm>
        </p:spPr>
        <p:txBody>
          <a:bodyPr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7877235-9308-5D61-1322-0418967216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6351194"/>
            <a:ext cx="11376026" cy="138499"/>
          </a:xfrm>
        </p:spPr>
        <p:txBody>
          <a:bodyPr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7" name="Datumsplatzhalter 9">
            <a:extLst>
              <a:ext uri="{FF2B5EF4-FFF2-40B4-BE49-F238E27FC236}">
                <a16:creationId xmlns:a16="http://schemas.microsoft.com/office/drawing/2014/main" id="{9CC3CB9C-E60D-B4C6-4457-13A7A28DA6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8A682D4-14B2-06CD-81F3-0EBE29727A40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865770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 white, split 2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0553711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281612" cy="897682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1808163"/>
            <a:ext cx="5281612" cy="4357687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  <a:lvl2pPr>
              <a:defRPr>
                <a:latin typeface="Noto Sans" panose="020B0502040504020204" pitchFamily="34" charset="0"/>
              </a:defRPr>
            </a:lvl2pPr>
            <a:lvl3pPr>
              <a:defRPr>
                <a:latin typeface="Noto Sans" panose="020B0502040504020204" pitchFamily="34" charset="0"/>
              </a:defRPr>
            </a:lvl3pPr>
            <a:lvl4pPr>
              <a:defRPr>
                <a:latin typeface="Noto Sans" panose="020B0502040504020204" pitchFamily="34" charset="0"/>
              </a:defRPr>
            </a:lvl4pPr>
            <a:lvl5pPr>
              <a:defRPr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3" name="Textplatzhalter 18">
            <a:extLst>
              <a:ext uri="{FF2B5EF4-FFF2-40B4-BE49-F238E27FC236}">
                <a16:creationId xmlns:a16="http://schemas.microsoft.com/office/drawing/2014/main" id="{26F6BD0F-CF3A-0878-1159-4E3DB57454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397000"/>
            <a:ext cx="5281612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1B5655C-8D20-AC30-0EC1-ECAA8920A4A6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101B786-255A-C59E-AC7C-CCAFE6044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6473" y="404812"/>
            <a:ext cx="5308644" cy="5761037"/>
          </a:xfrm>
        </p:spPr>
        <p:txBody>
          <a:bodyPr anchor="ctr"/>
          <a:lstStyle>
            <a:lvl1pPr algn="l">
              <a:lnSpc>
                <a:spcPct val="90000"/>
              </a:lnSpc>
              <a:defRPr sz="7200">
                <a:ln w="19050"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de-DE" err="1"/>
              <a:t>Bold</a:t>
            </a:r>
            <a:r>
              <a:rPr lang="de-DE"/>
              <a:t> </a:t>
            </a:r>
            <a:r>
              <a:rPr lang="de-DE" err="1"/>
              <a:t>statement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50C15B-0EDA-3DCF-07A3-FB674393D94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6351194"/>
            <a:ext cx="5281612" cy="138499"/>
          </a:xfrm>
        </p:spPr>
        <p:txBody>
          <a:bodyPr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13" name="Datumsplatzhalter 9">
            <a:extLst>
              <a:ext uri="{FF2B5EF4-FFF2-40B4-BE49-F238E27FC236}">
                <a16:creationId xmlns:a16="http://schemas.microsoft.com/office/drawing/2014/main" id="{633FF81D-8E1A-3614-49F6-3D7133D23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C352352-D225-38A4-C3A6-FECCD053527F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66607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1" userDrawn="1">
          <p15:clr>
            <a:srgbClr val="FBAE40"/>
          </p15:clr>
        </p15:guide>
        <p15:guide id="2" pos="408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1 Diagram red, split 2 t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9939735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hteck 11">
            <a:extLst>
              <a:ext uri="{FF2B5EF4-FFF2-40B4-BE49-F238E27FC236}">
                <a16:creationId xmlns:a16="http://schemas.microsoft.com/office/drawing/2014/main" id="{53CCB9E9-FD87-4F31-30DD-82B7836CF717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281612" cy="897682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1808163"/>
            <a:ext cx="5281612" cy="4357687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  <a:lvl2pPr>
              <a:defRPr>
                <a:latin typeface="Noto Sans" panose="020B0502040504020204" pitchFamily="34" charset="0"/>
              </a:defRPr>
            </a:lvl2pPr>
            <a:lvl3pPr>
              <a:defRPr>
                <a:latin typeface="Noto Sans" panose="020B0502040504020204" pitchFamily="34" charset="0"/>
              </a:defRPr>
            </a:lvl3pPr>
            <a:lvl4pPr>
              <a:defRPr>
                <a:latin typeface="Noto Sans" panose="020B0502040504020204" pitchFamily="34" charset="0"/>
              </a:defRPr>
            </a:lvl4pPr>
            <a:lvl5pPr>
              <a:defRPr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767" y="6594503"/>
            <a:ext cx="4902834" cy="138499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3" name="Textplatzhalter 18">
            <a:extLst>
              <a:ext uri="{FF2B5EF4-FFF2-40B4-BE49-F238E27FC236}">
                <a16:creationId xmlns:a16="http://schemas.microsoft.com/office/drawing/2014/main" id="{26F6BD0F-CF3A-0878-1159-4E3DB57454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397000"/>
            <a:ext cx="5281612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6" name="Textplatzhalter 18">
            <a:extLst>
              <a:ext uri="{FF2B5EF4-FFF2-40B4-BE49-F238E27FC236}">
                <a16:creationId xmlns:a16="http://schemas.microsoft.com/office/drawing/2014/main" id="{054CD0DB-14EC-5926-5CDB-CD21A93835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6473" y="404813"/>
            <a:ext cx="5281612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Diagram title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990A2F3-C48F-E0AF-C211-6A8ECD8C2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6351194"/>
            <a:ext cx="5281612" cy="138499"/>
          </a:xfrm>
        </p:spPr>
        <p:txBody>
          <a:bodyPr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13" name="Datumsplatzhalter 9">
            <a:extLst>
              <a:ext uri="{FF2B5EF4-FFF2-40B4-BE49-F238E27FC236}">
                <a16:creationId xmlns:a16="http://schemas.microsoft.com/office/drawing/2014/main" id="{38A0620E-8403-ED42-B362-BA74B29317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0CBAFC7-536E-274C-BECF-50DCDCD68242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601961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1" userDrawn="1">
          <p15:clr>
            <a:srgbClr val="FBAE40"/>
          </p15:clr>
        </p15:guide>
        <p15:guide id="2" pos="408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2 Diagram red, split 2 t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4691406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hteck 11">
            <a:extLst>
              <a:ext uri="{FF2B5EF4-FFF2-40B4-BE49-F238E27FC236}">
                <a16:creationId xmlns:a16="http://schemas.microsoft.com/office/drawing/2014/main" id="{53CCB9E9-FD87-4F31-30DD-82B7836CF717}"/>
              </a:ext>
            </a:extLst>
          </p:cNvPr>
          <p:cNvSpPr/>
          <p:nvPr userDrawn="1"/>
        </p:nvSpPr>
        <p:spPr>
          <a:xfrm>
            <a:off x="4064000" y="0"/>
            <a:ext cx="8128000" cy="6858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1808163"/>
            <a:ext cx="3311525" cy="4357687"/>
          </a:xfrm>
        </p:spPr>
        <p:txBody>
          <a:bodyPr/>
          <a:lstStyle>
            <a:lvl1pPr>
              <a:defRPr sz="1200">
                <a:latin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766" y="6594503"/>
            <a:ext cx="2932747" cy="138499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575" y="404813"/>
            <a:ext cx="3309938" cy="664797"/>
          </a:xfrm>
        </p:spPr>
        <p:txBody>
          <a:bodyPr vert="horz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de-DE"/>
              <a:t>Headline </a:t>
            </a:r>
            <a:r>
              <a:rPr lang="de-DE" err="1"/>
              <a:t>small</a:t>
            </a:r>
            <a:br>
              <a:rPr lang="de-DE"/>
            </a:b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35" name="Textplatzhalter 18">
            <a:extLst>
              <a:ext uri="{FF2B5EF4-FFF2-40B4-BE49-F238E27FC236}">
                <a16:creationId xmlns:a16="http://schemas.microsoft.com/office/drawing/2014/main" id="{A9622D99-6C79-9929-59B4-ED1C3D9F12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5162" y="404813"/>
            <a:ext cx="7329955" cy="215444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Diagram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E82F0D5-D9E9-1EC0-E4F1-09981C639B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5162" y="6351194"/>
            <a:ext cx="7329955" cy="138499"/>
          </a:xfrm>
        </p:spPr>
        <p:txBody>
          <a:bodyPr wrap="square"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6" name="Datumsplatzhalter 9">
            <a:extLst>
              <a:ext uri="{FF2B5EF4-FFF2-40B4-BE49-F238E27FC236}">
                <a16:creationId xmlns:a16="http://schemas.microsoft.com/office/drawing/2014/main" id="{B38D74D2-0D87-7F25-97F7-0C94F4418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DDDBE84-C1DB-98E7-67BB-45D9263EA9E7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612435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9" userDrawn="1">
          <p15:clr>
            <a:srgbClr val="FBAE40"/>
          </p15:clr>
        </p15:guide>
        <p15:guide id="2" pos="234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 white/picture, split 2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7714628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81870B7-075D-40B6-10AA-77827D9EE6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0"/>
            <a:ext cx="6096000" cy="6858000"/>
          </a:xfrm>
          <a:solidFill>
            <a:schemeClr val="accent6"/>
          </a:solidFill>
        </p:spPr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en-US">
                <a:latin typeface="Noto Sans" panose="020B0502040504020204" pitchFamily="34" charset="0"/>
              </a:rPr>
              <a:t>Picture big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281612" cy="897682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1808163"/>
            <a:ext cx="5281612" cy="4357687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  <a:lvl2pPr>
              <a:defRPr>
                <a:latin typeface="Noto Sans" panose="020B0502040504020204" pitchFamily="34" charset="0"/>
              </a:defRPr>
            </a:lvl2pPr>
            <a:lvl3pPr>
              <a:defRPr>
                <a:latin typeface="Noto Sans" panose="020B0502040504020204" pitchFamily="34" charset="0"/>
              </a:defRPr>
            </a:lvl3pPr>
            <a:lvl4pPr>
              <a:defRPr>
                <a:latin typeface="Noto Sans" panose="020B0502040504020204" pitchFamily="34" charset="0"/>
              </a:defRPr>
            </a:lvl4pPr>
            <a:lvl5pPr>
              <a:defRPr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766" y="6594503"/>
            <a:ext cx="4922351" cy="138499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3" name="Textplatzhalter 18">
            <a:extLst>
              <a:ext uri="{FF2B5EF4-FFF2-40B4-BE49-F238E27FC236}">
                <a16:creationId xmlns:a16="http://schemas.microsoft.com/office/drawing/2014/main" id="{26F6BD0F-CF3A-0878-1159-4E3DB57454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397000"/>
            <a:ext cx="5281612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0DC4710-6182-31FC-548E-BBC9AD7B8C4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988" y="6351194"/>
            <a:ext cx="5281612" cy="138499"/>
          </a:xfrm>
        </p:spPr>
        <p:txBody>
          <a:bodyPr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12" name="Datumsplatzhalter 9">
            <a:extLst>
              <a:ext uri="{FF2B5EF4-FFF2-40B4-BE49-F238E27FC236}">
                <a16:creationId xmlns:a16="http://schemas.microsoft.com/office/drawing/2014/main" id="{85915F97-8D56-AAF0-CBF8-C5BE1CECF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9163C66-AA97-EF1B-2E82-A95BD38C6137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06147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, split 2 til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0315712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umsplatzhalter 9">
            <a:extLst>
              <a:ext uri="{FF2B5EF4-FFF2-40B4-BE49-F238E27FC236}">
                <a16:creationId xmlns:a16="http://schemas.microsoft.com/office/drawing/2014/main" id="{0091E2BD-C081-5370-FC4A-EAC4D0152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00369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7262812" cy="89768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1808163"/>
            <a:ext cx="7262812" cy="435768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  <a:lvl2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2pPr>
            <a:lvl3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3pPr>
            <a:lvl4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4pPr>
            <a:lvl5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0547EE8-C538-85EC-5C6A-40471D1235E9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  <a:buClr>
                <a:schemeClr val="bg2"/>
              </a:buClr>
            </a:pPr>
            <a:endParaRPr lang="de-DE" sz="23900">
              <a:ln w="25400">
                <a:solidFill>
                  <a:schemeClr val="bg1"/>
                </a:solidFill>
              </a:ln>
              <a:noFill/>
              <a:latin typeface="+mj-lt"/>
              <a:ea typeface="+mj-ea"/>
              <a:cs typeface="+mj-cs"/>
            </a:endParaRPr>
          </a:p>
        </p:txBody>
      </p:sp>
      <p:sp>
        <p:nvSpPr>
          <p:cNvPr id="6" name="Textplatzhalter 18">
            <a:extLst>
              <a:ext uri="{FF2B5EF4-FFF2-40B4-BE49-F238E27FC236}">
                <a16:creationId xmlns:a16="http://schemas.microsoft.com/office/drawing/2014/main" id="{4758EAB3-2415-6873-4D41-55D62351A8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397000"/>
            <a:ext cx="7262812" cy="276999"/>
          </a:xfrm>
        </p:spPr>
        <p:txBody>
          <a:bodyPr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AC16D32-3CB2-CEA7-F929-8C6A31C566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6351194"/>
            <a:ext cx="7262812" cy="138499"/>
          </a:xfrm>
        </p:spPr>
        <p:txBody>
          <a:bodyPr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07C03E1-EA47-222A-6420-2C55EE280427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303216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8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, split 3 ti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6667111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hteck 16">
            <a:extLst>
              <a:ext uri="{FF2B5EF4-FFF2-40B4-BE49-F238E27FC236}">
                <a16:creationId xmlns:a16="http://schemas.microsoft.com/office/drawing/2014/main" id="{1283B64D-E9F9-7A02-6C15-99D871DABE21}"/>
              </a:ext>
            </a:extLst>
          </p:cNvPr>
          <p:cNvSpPr/>
          <p:nvPr userDrawn="1"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3248025" cy="1828193"/>
          </a:xfrm>
        </p:spPr>
        <p:txBody>
          <a:bodyPr vert="horz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5163" y="901701"/>
            <a:ext cx="7311260" cy="526415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  <a:lvl2pPr>
              <a:buClrTx/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2pPr>
            <a:lvl3pPr>
              <a:buClrTx/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3pPr>
            <a:lvl4pPr>
              <a:buClrTx/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4pPr>
            <a:lvl5pPr>
              <a:buClrTx/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1346" y="6594503"/>
            <a:ext cx="5709707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75163" y="6594503"/>
            <a:ext cx="298159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6" name="Textplatzhalter 18">
            <a:extLst>
              <a:ext uri="{FF2B5EF4-FFF2-40B4-BE49-F238E27FC236}">
                <a16:creationId xmlns:a16="http://schemas.microsoft.com/office/drawing/2014/main" id="{4758EAB3-2415-6873-4D41-55D62351A8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5163" y="430318"/>
            <a:ext cx="7311260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pic>
        <p:nvPicPr>
          <p:cNvPr id="22" name="Bildplatzhalter 13">
            <a:extLst>
              <a:ext uri="{FF2B5EF4-FFF2-40B4-BE49-F238E27FC236}">
                <a16:creationId xmlns:a16="http://schemas.microsoft.com/office/drawing/2014/main" id="{845AD832-35BE-E9D5-7DC6-0A210E8274D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505" t="35278" r="31141" b="27352"/>
          <a:stretch/>
        </p:blipFill>
        <p:spPr>
          <a:xfrm>
            <a:off x="0" y="4006059"/>
            <a:ext cx="4064000" cy="2846383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953E99A-0461-596A-7CEC-302F201BB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5163" y="6351194"/>
            <a:ext cx="7311261" cy="138499"/>
          </a:xfrm>
        </p:spPr>
        <p:txBody>
          <a:bodyPr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7" name="Datumsplatzhalter 9">
            <a:extLst>
              <a:ext uri="{FF2B5EF4-FFF2-40B4-BE49-F238E27FC236}">
                <a16:creationId xmlns:a16="http://schemas.microsoft.com/office/drawing/2014/main" id="{C6AC7A6E-3A0C-456C-E29F-09A5ED0FD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79EACC9-1853-6047-9C7D-8E2B0EA0EEE4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946236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819" userDrawn="1">
          <p15:clr>
            <a:srgbClr val="FBAE40"/>
          </p15:clr>
        </p15:guide>
        <p15:guide id="4" pos="2298" userDrawn="1">
          <p15:clr>
            <a:srgbClr val="FBAE40"/>
          </p15:clr>
        </p15:guide>
        <p15:guide id="5" orient="horz" pos="2273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 black, split 2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7288474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>
            <a:extLst>
              <a:ext uri="{FF2B5EF4-FFF2-40B4-BE49-F238E27FC236}">
                <a16:creationId xmlns:a16="http://schemas.microsoft.com/office/drawing/2014/main" id="{83CBC6BC-9136-40AC-4502-4D7C64956A29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101B786-255A-C59E-AC7C-CCAFE6044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0473" y="404812"/>
            <a:ext cx="5285952" cy="5761037"/>
          </a:xfrm>
        </p:spPr>
        <p:txBody>
          <a:bodyPr anchor="ctr"/>
          <a:lstStyle>
            <a:lvl1pPr algn="l">
              <a:lnSpc>
                <a:spcPct val="80000"/>
              </a:lnSpc>
              <a:defRPr sz="11500">
                <a:ln w="25400">
                  <a:solidFill>
                    <a:schemeClr val="tx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de-DE"/>
              <a:t>Boldt </a:t>
            </a:r>
            <a:r>
              <a:rPr lang="de-DE" err="1"/>
              <a:t>statement</a:t>
            </a:r>
            <a:endParaRPr lang="en-US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766" y="6594503"/>
            <a:ext cx="4922351" cy="13849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CB1FEE6C-4DB5-A5B8-FA92-B0FEC3E78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8750" y="404813"/>
            <a:ext cx="5275264" cy="886397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626D9CEE-ED78-2629-611E-C84EBFC53D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08750" y="1808163"/>
            <a:ext cx="5275264" cy="4357687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  <a:lvl2pPr>
              <a:defRPr>
                <a:latin typeface="Noto Sans" panose="020B0502040504020204" pitchFamily="34" charset="0"/>
              </a:defRPr>
            </a:lvl2pPr>
            <a:lvl3pPr>
              <a:defRPr>
                <a:latin typeface="Noto Sans" panose="020B0502040504020204" pitchFamily="34" charset="0"/>
              </a:defRPr>
            </a:lvl3pPr>
            <a:lvl4pPr>
              <a:defRPr>
                <a:latin typeface="Noto Sans" panose="020B0502040504020204" pitchFamily="34" charset="0"/>
              </a:defRPr>
            </a:lvl4pPr>
            <a:lvl5pPr>
              <a:defRPr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1" name="Textplatzhalter 18">
            <a:extLst>
              <a:ext uri="{FF2B5EF4-FFF2-40B4-BE49-F238E27FC236}">
                <a16:creationId xmlns:a16="http://schemas.microsoft.com/office/drawing/2014/main" id="{E4B3958B-86C8-2155-7CB8-141511FF85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750" y="1397000"/>
            <a:ext cx="5275264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56D04F1-90B9-0522-24BB-83658D58CC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08750" y="6351194"/>
            <a:ext cx="5275264" cy="138499"/>
          </a:xfrm>
        </p:spPr>
        <p:txBody>
          <a:bodyPr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5" name="Datumsplatzhalter 9">
            <a:extLst>
              <a:ext uri="{FF2B5EF4-FFF2-40B4-BE49-F238E27FC236}">
                <a16:creationId xmlns:a16="http://schemas.microsoft.com/office/drawing/2014/main" id="{09C7A0E4-A08A-424E-1402-39CBA7C04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05B834D-E608-E4CF-4DE8-501283736371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479985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9" userDrawn="1">
          <p15:clr>
            <a:srgbClr val="FBAE40"/>
          </p15:clr>
        </p15:guide>
        <p15:guide id="2" pos="3591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black, split 2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33871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21B5655C-8D20-AC30-0EC1-ECAA8920A4A6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766" y="6594503"/>
            <a:ext cx="4922351" cy="13849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CB1FEE6C-4DB5-A5B8-FA92-B0FEC3E78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8750" y="404813"/>
            <a:ext cx="5275263" cy="886397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626D9CEE-ED78-2629-611E-C84EBFC53D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08751" y="1808163"/>
            <a:ext cx="5275263" cy="4357687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  <a:lvl2pPr>
              <a:defRPr>
                <a:latin typeface="Noto Sans" panose="020B0502040504020204" pitchFamily="34" charset="0"/>
              </a:defRPr>
            </a:lvl2pPr>
            <a:lvl3pPr>
              <a:defRPr>
                <a:latin typeface="Noto Sans" panose="020B0502040504020204" pitchFamily="34" charset="0"/>
              </a:defRPr>
            </a:lvl3pPr>
            <a:lvl4pPr>
              <a:defRPr>
                <a:latin typeface="Noto Sans" panose="020B0502040504020204" pitchFamily="34" charset="0"/>
              </a:defRPr>
            </a:lvl4pPr>
            <a:lvl5pPr>
              <a:defRPr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1" name="Textplatzhalter 18">
            <a:extLst>
              <a:ext uri="{FF2B5EF4-FFF2-40B4-BE49-F238E27FC236}">
                <a16:creationId xmlns:a16="http://schemas.microsoft.com/office/drawing/2014/main" id="{E4B3958B-86C8-2155-7CB8-141511FF85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751" y="1397000"/>
            <a:ext cx="5275263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2" name="Textplatzhalter 18">
            <a:extLst>
              <a:ext uri="{FF2B5EF4-FFF2-40B4-BE49-F238E27FC236}">
                <a16:creationId xmlns:a16="http://schemas.microsoft.com/office/drawing/2014/main" id="{8D0F740C-A0AD-A0FF-D827-29EE8304F0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9" y="404813"/>
            <a:ext cx="5301128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 err="1"/>
              <a:t>Diagram</a:t>
            </a:r>
            <a:r>
              <a:rPr lang="de-DE"/>
              <a:t> title</a:t>
            </a:r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320A90C-0949-692F-444E-632EB8C291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9" y="6351194"/>
            <a:ext cx="5301128" cy="138499"/>
          </a:xfrm>
        </p:spPr>
        <p:txBody>
          <a:bodyPr wrap="square"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4" name="Datumsplatzhalter 9">
            <a:extLst>
              <a:ext uri="{FF2B5EF4-FFF2-40B4-BE49-F238E27FC236}">
                <a16:creationId xmlns:a16="http://schemas.microsoft.com/office/drawing/2014/main" id="{2A8BE771-67CD-2143-5457-904FB8740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BAA1298-90ED-8A1E-4D11-B04E2A68273F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366867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9" userDrawn="1">
          <p15:clr>
            <a:srgbClr val="FBAE40"/>
          </p15:clr>
        </p15:guide>
        <p15:guide id="2" pos="3591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2 Diagram black, split 2 t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2538568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hteck 11">
            <a:extLst>
              <a:ext uri="{FF2B5EF4-FFF2-40B4-BE49-F238E27FC236}">
                <a16:creationId xmlns:a16="http://schemas.microsoft.com/office/drawing/2014/main" id="{53CCB9E9-FD87-4F31-30DD-82B7836CF717}"/>
              </a:ext>
            </a:extLst>
          </p:cNvPr>
          <p:cNvSpPr/>
          <p:nvPr userDrawn="1"/>
        </p:nvSpPr>
        <p:spPr>
          <a:xfrm>
            <a:off x="0" y="0"/>
            <a:ext cx="8128000" cy="68580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58201" y="1808163"/>
            <a:ext cx="3311525" cy="4357687"/>
          </a:xfrm>
        </p:spPr>
        <p:txBody>
          <a:bodyPr/>
          <a:lstStyle>
            <a:lvl1pPr>
              <a:defRPr sz="1200">
                <a:latin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766" y="6594503"/>
            <a:ext cx="2932747" cy="13849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7988" y="6594503"/>
            <a:ext cx="298159" cy="13849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9788" y="404813"/>
            <a:ext cx="3309938" cy="664797"/>
          </a:xfrm>
        </p:spPr>
        <p:txBody>
          <a:bodyPr vert="horz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de-DE"/>
              <a:t>Headline </a:t>
            </a:r>
            <a:r>
              <a:rPr lang="de-DE" err="1"/>
              <a:t>small</a:t>
            </a:r>
            <a:br>
              <a:rPr lang="de-DE"/>
            </a:b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35" name="Textplatzhalter 18">
            <a:extLst>
              <a:ext uri="{FF2B5EF4-FFF2-40B4-BE49-F238E27FC236}">
                <a16:creationId xmlns:a16="http://schemas.microsoft.com/office/drawing/2014/main" id="{A9622D99-6C79-9929-59B4-ED1C3D9F12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2274" y="404813"/>
            <a:ext cx="7294564" cy="215444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Diagram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C22136E-A408-28A3-9F77-A81B231876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6351194"/>
            <a:ext cx="7308850" cy="138499"/>
          </a:xfrm>
        </p:spPr>
        <p:txBody>
          <a:bodyPr wrap="square"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6" name="Datumsplatzhalter 9">
            <a:extLst>
              <a:ext uri="{FF2B5EF4-FFF2-40B4-BE49-F238E27FC236}">
                <a16:creationId xmlns:a16="http://schemas.microsoft.com/office/drawing/2014/main" id="{7E7B6B95-569D-8E6B-EF8E-A510881DE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017387B-07CF-2431-AFF8-A65BF1217A81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326331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14" userDrawn="1">
          <p15:clr>
            <a:srgbClr val="FBAE40"/>
          </p15:clr>
        </p15:guide>
        <p15:guide id="2" pos="4861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, split 3 til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7146299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17">
            <a:extLst>
              <a:ext uri="{FF2B5EF4-FFF2-40B4-BE49-F238E27FC236}">
                <a16:creationId xmlns:a16="http://schemas.microsoft.com/office/drawing/2014/main" id="{1730B52D-EEBA-3552-393C-5AADC6CA83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000500"/>
            <a:ext cx="4064000" cy="2857500"/>
          </a:xfrm>
          <a:solidFill>
            <a:schemeClr val="accent6"/>
          </a:solidFill>
        </p:spPr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en-US">
                <a:latin typeface="Noto Sans" panose="020B0502040504020204" pitchFamily="34" charset="0"/>
              </a:rPr>
              <a:t>Picture small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283B64D-E9F9-7A02-6C15-99D871DABE21}"/>
              </a:ext>
            </a:extLst>
          </p:cNvPr>
          <p:cNvSpPr/>
          <p:nvPr userDrawn="1"/>
        </p:nvSpPr>
        <p:spPr>
          <a:xfrm>
            <a:off x="0" y="0"/>
            <a:ext cx="4064000" cy="4000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3248025" cy="3187699"/>
          </a:xfrm>
        </p:spPr>
        <p:txBody>
          <a:bodyPr vert="horz">
            <a:noAutofit/>
          </a:bodyPr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5163" y="901701"/>
            <a:ext cx="7311260" cy="52641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  <a:lvl2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2pPr>
            <a:lvl3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3pPr>
            <a:lvl4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4pPr>
            <a:lvl5pPr>
              <a:buClrTx/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15946" y="6594503"/>
            <a:ext cx="5709707" cy="13849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75163" y="6594503"/>
            <a:ext cx="298159" cy="13849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6" name="Textplatzhalter 18">
            <a:extLst>
              <a:ext uri="{FF2B5EF4-FFF2-40B4-BE49-F238E27FC236}">
                <a16:creationId xmlns:a16="http://schemas.microsoft.com/office/drawing/2014/main" id="{4758EAB3-2415-6873-4D41-55D62351A8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5163" y="430318"/>
            <a:ext cx="7311260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6D9738-0305-C57F-AB89-B7EF394AF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5163" y="6351194"/>
            <a:ext cx="7311261" cy="138499"/>
          </a:xfrm>
        </p:spPr>
        <p:txBody>
          <a:bodyPr wrap="square"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12" name="Datumsplatzhalter 9">
            <a:extLst>
              <a:ext uri="{FF2B5EF4-FFF2-40B4-BE49-F238E27FC236}">
                <a16:creationId xmlns:a16="http://schemas.microsoft.com/office/drawing/2014/main" id="{8AAE9EF8-A537-E4F7-DA81-9B9D9A8CE9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BEE7C6D-3954-66BC-F53E-1DDD89DC2B33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496822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819" userDrawn="1">
          <p15:clr>
            <a:srgbClr val="FBAE40"/>
          </p15:clr>
        </p15:guide>
        <p15:guide id="4" pos="2298" userDrawn="1">
          <p15:clr>
            <a:srgbClr val="FBAE40"/>
          </p15:clr>
        </p15:guide>
        <p15:guide id="5" orient="horz" pos="2273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Text &amp; Picture white, split 3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5412462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hteck 20">
            <a:extLst>
              <a:ext uri="{FF2B5EF4-FFF2-40B4-BE49-F238E27FC236}">
                <a16:creationId xmlns:a16="http://schemas.microsoft.com/office/drawing/2014/main" id="{31775F23-6DC4-F879-AFFA-C1A1D183CAF4}"/>
              </a:ext>
            </a:extLst>
          </p:cNvPr>
          <p:cNvSpPr/>
          <p:nvPr userDrawn="1"/>
        </p:nvSpPr>
        <p:spPr>
          <a:xfrm>
            <a:off x="6095999" y="-1"/>
            <a:ext cx="6096000" cy="3428999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en-US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81870B7-075D-40B6-10AA-77827D9EE6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3429000"/>
            <a:ext cx="6096000" cy="3429000"/>
          </a:xfrm>
          <a:solidFill>
            <a:schemeClr val="accent6"/>
          </a:solidFill>
        </p:spPr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en-US">
                <a:latin typeface="Noto Sans" panose="020B0502040504020204" pitchFamily="34" charset="0"/>
              </a:rPr>
              <a:t>Picture small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281612" cy="897682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1808163"/>
            <a:ext cx="5281612" cy="4357687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  <a:lvl2pPr>
              <a:defRPr>
                <a:latin typeface="Noto Sans" panose="020B0502040504020204" pitchFamily="34" charset="0"/>
              </a:defRPr>
            </a:lvl2pPr>
            <a:lvl3pPr>
              <a:defRPr>
                <a:latin typeface="Noto Sans" panose="020B0502040504020204" pitchFamily="34" charset="0"/>
              </a:defRPr>
            </a:lvl3pPr>
            <a:lvl4pPr>
              <a:defRPr>
                <a:latin typeface="Noto Sans" panose="020B0502040504020204" pitchFamily="34" charset="0"/>
              </a:defRPr>
            </a:lvl4pPr>
            <a:lvl5pPr>
              <a:defRPr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766" y="6594503"/>
            <a:ext cx="4913947" cy="138499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3" name="Textplatzhalter 18">
            <a:extLst>
              <a:ext uri="{FF2B5EF4-FFF2-40B4-BE49-F238E27FC236}">
                <a16:creationId xmlns:a16="http://schemas.microsoft.com/office/drawing/2014/main" id="{26F6BD0F-CF3A-0878-1159-4E3DB57454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397000"/>
            <a:ext cx="5281612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079818CA-9D98-8F60-6166-AD477512EB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7800" y="415923"/>
            <a:ext cx="5251450" cy="25844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6CDF022-88B4-D5A5-E532-7ED4F583C4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8" y="6351194"/>
            <a:ext cx="5281612" cy="138499"/>
          </a:xfrm>
        </p:spPr>
        <p:txBody>
          <a:bodyPr anchor="b">
            <a:spAutoFit/>
          </a:bodyPr>
          <a:lstStyle>
            <a:lvl1pPr>
              <a:spcAft>
                <a:spcPts val="0"/>
              </a:spcAft>
              <a:defRPr sz="90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en-US"/>
              <a:t>Source: Noto Sans 9 pt </a:t>
            </a:r>
          </a:p>
        </p:txBody>
      </p:sp>
      <p:sp>
        <p:nvSpPr>
          <p:cNvPr id="6" name="Datumsplatzhalter 9">
            <a:extLst>
              <a:ext uri="{FF2B5EF4-FFF2-40B4-BE49-F238E27FC236}">
                <a16:creationId xmlns:a16="http://schemas.microsoft.com/office/drawing/2014/main" id="{C24DD2A0-0BCC-04B2-A642-B962CD19E2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1231697-67C9-5004-A379-C4FC5FC2B90D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321676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591" userDrawn="1">
          <p15:clr>
            <a:srgbClr val="FBAE40"/>
          </p15:clr>
        </p15:guide>
        <p15:guide id="4" pos="4112" userDrawn="1">
          <p15:clr>
            <a:srgbClr val="FBAE40"/>
          </p15:clr>
        </p15:guide>
        <p15:guide id="5" orient="horz" pos="188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&amp; white/red, split 4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3520615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81870B7-075D-40B6-10AA-77827D9EE6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2" y="0"/>
            <a:ext cx="6096000" cy="6858000"/>
          </a:xfrm>
          <a:solidFill>
            <a:schemeClr val="accent6"/>
          </a:solidFill>
        </p:spPr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en-US">
                <a:latin typeface="Noto Sans" panose="020B0502040504020204" pitchFamily="34" charset="0"/>
              </a:rPr>
              <a:t>Picture left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7BC5836-C5B1-516A-E742-026DC1F9A153}"/>
              </a:ext>
            </a:extLst>
          </p:cNvPr>
          <p:cNvSpPr/>
          <p:nvPr userDrawn="1"/>
        </p:nvSpPr>
        <p:spPr>
          <a:xfrm>
            <a:off x="6096000" y="3429000"/>
            <a:ext cx="3048000" cy="34290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FFB59AE-033D-29C3-9F1C-0594E3EEC6E1}"/>
              </a:ext>
            </a:extLst>
          </p:cNvPr>
          <p:cNvSpPr/>
          <p:nvPr userDrawn="1"/>
        </p:nvSpPr>
        <p:spPr>
          <a:xfrm>
            <a:off x="9144000" y="3429000"/>
            <a:ext cx="3048000" cy="3429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766" y="6594503"/>
            <a:ext cx="4913947" cy="138499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93D7C2D7-4639-5F5B-515D-20A528A258B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54368" y="3801268"/>
            <a:ext cx="2227262" cy="2684466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Noto Sans" panose="020B0502040504020204" pitchFamily="34" charset="0"/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  <a:latin typeface="Noto Sans" panose="020B0502040504020204" pitchFamily="34" charset="0"/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  <a:latin typeface="Noto Sans" panose="020B0502040504020204" pitchFamily="34" charset="0"/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  <a:latin typeface="Noto Sans" panose="020B0502040504020204" pitchFamily="34" charset="0"/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D652C1EF-1FF8-0B56-0F6A-F55EAFF2D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800" y="966603"/>
            <a:ext cx="5256214" cy="1495794"/>
          </a:xfrm>
        </p:spPr>
        <p:txBody>
          <a:bodyPr vert="horz" anchor="ctr"/>
          <a:lstStyle>
            <a:lvl1pPr>
              <a:defRPr sz="54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pic>
        <p:nvPicPr>
          <p:cNvPr id="3" name="Bildplatzhalter 13">
            <a:extLst>
              <a:ext uri="{FF2B5EF4-FFF2-40B4-BE49-F238E27FC236}">
                <a16:creationId xmlns:a16="http://schemas.microsoft.com/office/drawing/2014/main" id="{C40B4BB9-EA94-B615-9643-EBA96C1413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1970" t="34949" r="29471" b="34949"/>
          <a:stretch/>
        </p:blipFill>
        <p:spPr>
          <a:xfrm>
            <a:off x="6095998" y="3429000"/>
            <a:ext cx="3253186" cy="3429000"/>
          </a:xfrm>
          <a:prstGeom prst="rect">
            <a:avLst/>
          </a:prstGeom>
        </p:spPr>
      </p:pic>
      <p:sp>
        <p:nvSpPr>
          <p:cNvPr id="5" name="Datumsplatzhalter 9">
            <a:extLst>
              <a:ext uri="{FF2B5EF4-FFF2-40B4-BE49-F238E27FC236}">
                <a16:creationId xmlns:a16="http://schemas.microsoft.com/office/drawing/2014/main" id="{B2B8B5B4-1CFB-6B4D-F400-A3E729DC84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BCF5977-D353-5B73-C457-48526A45B41D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399908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4112" userDrawn="1">
          <p15:clr>
            <a:srgbClr val="FBAE40"/>
          </p15:clr>
        </p15:guide>
        <p15:guide id="5" pos="6017" userDrawn="1">
          <p15:clr>
            <a:srgbClr val="FBAE40"/>
          </p15:clr>
        </p15:guide>
        <p15:guide id="6" orient="horz" pos="2387" userDrawn="1">
          <p15:clr>
            <a:srgbClr val="FBAE40"/>
          </p15:clr>
        </p15:guide>
        <p15:guide id="7" orient="horz" pos="191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&amp; black/white, split 4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5187725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Bildplatzhalter 13">
            <a:extLst>
              <a:ext uri="{FF2B5EF4-FFF2-40B4-BE49-F238E27FC236}">
                <a16:creationId xmlns:a16="http://schemas.microsoft.com/office/drawing/2014/main" id="{5F1281C2-0990-C179-F0AE-AEB926872E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4591" t="10478" r="24490" b="13145"/>
          <a:stretch/>
        </p:blipFill>
        <p:spPr>
          <a:xfrm>
            <a:off x="-4" y="2286000"/>
            <a:ext cx="3048001" cy="4572000"/>
          </a:xfrm>
          <a:prstGeom prst="rect">
            <a:avLst/>
          </a:prstGeom>
        </p:spPr>
      </p:pic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81870B7-075D-40B6-10AA-77827D9EE6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8000" y="0"/>
            <a:ext cx="4064000" cy="6858000"/>
          </a:xfrm>
          <a:solidFill>
            <a:schemeClr val="accent6"/>
          </a:solidFill>
        </p:spPr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en-US">
                <a:latin typeface="Noto Sans" panose="020B0502040504020204" pitchFamily="34" charset="0"/>
              </a:rPr>
              <a:t>Picture right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A6D99E6-6870-E7C2-6576-EC6E030083AD}"/>
              </a:ext>
            </a:extLst>
          </p:cNvPr>
          <p:cNvSpPr/>
          <p:nvPr userDrawn="1"/>
        </p:nvSpPr>
        <p:spPr>
          <a:xfrm>
            <a:off x="-1" y="0"/>
            <a:ext cx="8127999" cy="22860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D652C1EF-1FF8-0B56-0F6A-F55EAFF2D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7312021" cy="1495794"/>
          </a:xfrm>
        </p:spPr>
        <p:txBody>
          <a:bodyPr vert="horz" anchor="ctr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B1BAB2E0-EB8D-44EB-DE80-DFD76F167B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9162" y="2690813"/>
            <a:ext cx="4257676" cy="3798887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  <a:lvl2pPr>
              <a:defRPr>
                <a:latin typeface="Noto Sans" panose="020B0502040504020204" pitchFamily="34" charset="0"/>
              </a:defRPr>
            </a:lvl2pPr>
            <a:lvl3pPr>
              <a:defRPr>
                <a:latin typeface="Noto Sans" panose="020B0502040504020204" pitchFamily="34" charset="0"/>
              </a:defRPr>
            </a:lvl3pPr>
            <a:lvl4pPr>
              <a:defRPr>
                <a:latin typeface="Noto Sans" panose="020B0502040504020204" pitchFamily="34" charset="0"/>
              </a:defRPr>
            </a:lvl4pPr>
            <a:lvl5pPr>
              <a:defRPr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9">
            <a:extLst>
              <a:ext uri="{FF2B5EF4-FFF2-40B4-BE49-F238E27FC236}">
                <a16:creationId xmlns:a16="http://schemas.microsoft.com/office/drawing/2014/main" id="{5F5429B3-8C70-A166-52AB-21C920746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9420F88-983F-CF84-687F-4B869EA20045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517601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4861" userDrawn="1">
          <p15:clr>
            <a:srgbClr val="FBAE40"/>
          </p15:clr>
        </p15:guide>
        <p15:guide id="5" pos="2178" userDrawn="1">
          <p15:clr>
            <a:srgbClr val="FBAE40"/>
          </p15:clr>
        </p15:guide>
        <p15:guide id="6" orient="horz" pos="168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swirl black/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0304999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Bildplatzhalter 13">
            <a:extLst>
              <a:ext uri="{FF2B5EF4-FFF2-40B4-BE49-F238E27FC236}">
                <a16:creationId xmlns:a16="http://schemas.microsoft.com/office/drawing/2014/main" id="{2C54BF0B-F568-42E7-7923-9122E80A26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6129" t="41057" r="39463" b="3958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34083D0-18B2-C53D-B3FB-99CF6BE523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8873" y="1831878"/>
            <a:ext cx="3923877" cy="1107996"/>
          </a:xfrm>
        </p:spPr>
        <p:txBody>
          <a:bodyPr vert="horz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7" name="Textplatzhalter 18">
            <a:extLst>
              <a:ext uri="{FF2B5EF4-FFF2-40B4-BE49-F238E27FC236}">
                <a16:creationId xmlns:a16="http://schemas.microsoft.com/office/drawing/2014/main" id="{E4CDFBC7-C3DB-E4F0-26B3-06B083B02D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8873" y="3061900"/>
            <a:ext cx="3923877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3" name="Datumsplatzhalter 9">
            <a:extLst>
              <a:ext uri="{FF2B5EF4-FFF2-40B4-BE49-F238E27FC236}">
                <a16:creationId xmlns:a16="http://schemas.microsoft.com/office/drawing/2014/main" id="{6DE7770B-B7B7-E97C-6846-6A2BFFEE6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535A07D-7B9D-5AA2-1FA1-5A99669E4E33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3338068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swirl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5407252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Bildplatzhalter 13">
            <a:extLst>
              <a:ext uri="{FF2B5EF4-FFF2-40B4-BE49-F238E27FC236}">
                <a16:creationId xmlns:a16="http://schemas.microsoft.com/office/drawing/2014/main" id="{235377E4-6493-951C-9C25-5744D94735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81" t="40256" r="24676" b="40256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7273" y="2060478"/>
            <a:ext cx="3923877" cy="1107996"/>
          </a:xfrm>
        </p:spPr>
        <p:txBody>
          <a:bodyPr vert="horz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7988" y="6594503"/>
            <a:ext cx="298159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3" name="Textplatzhalter 18">
            <a:extLst>
              <a:ext uri="{FF2B5EF4-FFF2-40B4-BE49-F238E27FC236}">
                <a16:creationId xmlns:a16="http://schemas.microsoft.com/office/drawing/2014/main" id="{26F6BD0F-CF3A-0878-1159-4E3DB57454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7273" y="3290500"/>
            <a:ext cx="3923877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6" name="Datumsplatzhalter 9">
            <a:extLst>
              <a:ext uri="{FF2B5EF4-FFF2-40B4-BE49-F238E27FC236}">
                <a16:creationId xmlns:a16="http://schemas.microsoft.com/office/drawing/2014/main" id="{3C6A0BBA-FB5E-EEBE-E05F-70CB6DD3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05816A7-F46D-02D7-DE08-8F4F0D2597CC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1071536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swirl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0510740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Bildplatzhalter 13">
            <a:extLst>
              <a:ext uri="{FF2B5EF4-FFF2-40B4-BE49-F238E27FC236}">
                <a16:creationId xmlns:a16="http://schemas.microsoft.com/office/drawing/2014/main" id="{7F7EB332-757A-2C21-8CE3-D66B9DF9FA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8925" t="37810" r="36667" b="42834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17E6333F-B1D6-F6CA-5548-8DD5AB2C27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0173" y="2898678"/>
            <a:ext cx="3923877" cy="1107996"/>
          </a:xfrm>
        </p:spPr>
        <p:txBody>
          <a:bodyPr vert="horz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D1F2D562-12F4-D1E5-D7BF-DD1A2923FE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0173" y="4128700"/>
            <a:ext cx="3923877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0">
                <a:solidFill>
                  <a:schemeClr val="tx2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3" name="Datumsplatzhalter 9">
            <a:extLst>
              <a:ext uri="{FF2B5EF4-FFF2-40B4-BE49-F238E27FC236}">
                <a16:creationId xmlns:a16="http://schemas.microsoft.com/office/drawing/2014/main" id="{F0AB046D-FA2F-4D7B-C148-5DD0B07EA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7350B75-1C49-DBAF-1C2C-2786AF8F813B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0028665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text red  #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825E8ED-D331-E1C3-3B5F-1F68189C0E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7944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7" imgH="348" progId="TCLayout.ActiveDocument.1">
                  <p:embed/>
                </p:oleObj>
              </mc:Choice>
              <mc:Fallback>
                <p:oleObj name="think-cell Folie" r:id="rId3" imgW="347" imgH="34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25E8ED-D331-E1C3-3B5F-1F68189C0E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afik 10">
            <a:extLst>
              <a:ext uri="{FF2B5EF4-FFF2-40B4-BE49-F238E27FC236}">
                <a16:creationId xmlns:a16="http://schemas.microsoft.com/office/drawing/2014/main" id="{5903C826-7A52-ACC9-D2D5-66B815B94B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777" t="42253" r="11382" b="-4521"/>
          <a:stretch/>
        </p:blipFill>
        <p:spPr>
          <a:xfrm>
            <a:off x="0" y="7233"/>
            <a:ext cx="12191999" cy="55916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F662C80-2A46-76E8-B409-3B82BAE2AB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600000">
            <a:off x="1354202" y="4139181"/>
            <a:ext cx="10284544" cy="830997"/>
          </a:xfrm>
        </p:spPr>
        <p:txBody>
          <a:bodyPr vert="horz">
            <a:sp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Bold</a:t>
            </a:r>
            <a:r>
              <a:rPr lang="de-DE"/>
              <a:t> </a:t>
            </a:r>
            <a:r>
              <a:rPr lang="de-DE" err="1"/>
              <a:t>statement</a:t>
            </a:r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E87A3CE-DBD6-6B81-F8E1-A0997631E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F4563A-787F-26B7-B8CF-384D9EB5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8" name="Datumsplatzhalter 9">
            <a:extLst>
              <a:ext uri="{FF2B5EF4-FFF2-40B4-BE49-F238E27FC236}">
                <a16:creationId xmlns:a16="http://schemas.microsoft.com/office/drawing/2014/main" id="{4C3754C0-3D7F-DEA6-CC3F-B0D9E276A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8EC520E-4400-DBF9-4677-8E71CE7E4F85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6525791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text whit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825E8ED-D331-E1C3-3B5F-1F68189C0E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28047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7" imgH="348" progId="TCLayout.ActiveDocument.1">
                  <p:embed/>
                </p:oleObj>
              </mc:Choice>
              <mc:Fallback>
                <p:oleObj name="think-cell Folie" r:id="rId3" imgW="347" imgH="34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25E8ED-D331-E1C3-3B5F-1F68189C0E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" name="Grafik 45">
            <a:extLst>
              <a:ext uri="{FF2B5EF4-FFF2-40B4-BE49-F238E27FC236}">
                <a16:creationId xmlns:a16="http://schemas.microsoft.com/office/drawing/2014/main" id="{FA58A8F1-A253-CEAE-2748-D6F130E0DD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5058" t="-7582" r="14033" b="52125"/>
          <a:stretch/>
        </p:blipFill>
        <p:spPr>
          <a:xfrm>
            <a:off x="0" y="2204715"/>
            <a:ext cx="12192000" cy="4653285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E87A3CE-DBD6-6B81-F8E1-A0997631E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F4563A-787F-26B7-B8CF-384D9EB5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F662C80-2A46-76E8-B409-3B82BAE2AB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21000000">
            <a:off x="584766" y="1813030"/>
            <a:ext cx="10284544" cy="1218795"/>
          </a:xfrm>
        </p:spPr>
        <p:txBody>
          <a:bodyPr vert="horz" anchor="ctr"/>
          <a:lstStyle>
            <a:lvl1pPr>
              <a:defRPr sz="8800">
                <a:ln w="25400">
                  <a:solidFill>
                    <a:schemeClr val="tx2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de-DE"/>
              <a:t>Bold </a:t>
            </a:r>
            <a:r>
              <a:rPr lang="de-DE" err="1"/>
              <a:t>statement</a:t>
            </a:r>
            <a:endParaRPr lang="en-US"/>
          </a:p>
        </p:txBody>
      </p:sp>
      <p:sp>
        <p:nvSpPr>
          <p:cNvPr id="8" name="Datumsplatzhalter 9">
            <a:extLst>
              <a:ext uri="{FF2B5EF4-FFF2-40B4-BE49-F238E27FC236}">
                <a16:creationId xmlns:a16="http://schemas.microsoft.com/office/drawing/2014/main" id="{E03DC5C4-A678-8A72-49EF-348EC0138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4C8AE8C-EBEB-0690-387B-A07F02D78B84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7308785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pictur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6786239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DD7D16C-8D20-99D6-2F9F-235A8096487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  <a:ln>
            <a:noFill/>
          </a:ln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r>
              <a:rPr lang="en-US">
                <a:latin typeface="Noto Sans" panose="020B0502040504020204" pitchFamily="34" charset="0"/>
              </a:rPr>
              <a:t>Picture full screen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70558A8-FCF8-07B2-0E64-28F3C27F6A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2114" y="4265613"/>
            <a:ext cx="5571899" cy="664797"/>
          </a:xfrm>
        </p:spPr>
        <p:txBody>
          <a:bodyPr vert="horz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Headline</a:t>
            </a:r>
            <a:endParaRPr lang="en-US"/>
          </a:p>
        </p:txBody>
      </p:sp>
      <p:sp>
        <p:nvSpPr>
          <p:cNvPr id="2" name="Foliennummernplatzhalter 2">
            <a:extLst>
              <a:ext uri="{FF2B5EF4-FFF2-40B4-BE49-F238E27FC236}">
                <a16:creationId xmlns:a16="http://schemas.microsoft.com/office/drawing/2014/main" id="{E294E415-7DA3-B04B-4C0B-ACB582F596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07988" y="6594503"/>
            <a:ext cx="298159" cy="138499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501740E6-C7F6-3405-35D8-E5A14A63C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766" y="6594503"/>
            <a:ext cx="5709707" cy="138499"/>
          </a:xfrm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4" name="Datumsplatzhalter 9">
            <a:extLst>
              <a:ext uri="{FF2B5EF4-FFF2-40B4-BE49-F238E27FC236}">
                <a16:creationId xmlns:a16="http://schemas.microsoft.com/office/drawing/2014/main" id="{6B8350C3-2A33-3A2F-4D1C-86817BDAD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211B6A9-295A-08D6-F9F6-D14EA81F619B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5497876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37FBEDBD-1114-EE6F-E3F1-3E1F129096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24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4" progId="TCLayout.ActiveDocument.1">
                  <p:embed/>
                </p:oleObj>
              </mc:Choice>
              <mc:Fallback>
                <p:oleObj name="think-cell Folie" r:id="rId3" imgW="425" imgH="42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FBEDBD-1114-EE6F-E3F1-3E1F129096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4EA04BAB-201E-3408-63AC-11F2ED18E66E}"/>
              </a:ext>
            </a:extLst>
          </p:cNvPr>
          <p:cNvGrpSpPr/>
          <p:nvPr userDrawn="1"/>
        </p:nvGrpSpPr>
        <p:grpSpPr>
          <a:xfrm>
            <a:off x="29031" y="63569"/>
            <a:ext cx="12802442" cy="6759890"/>
            <a:chOff x="29031" y="63569"/>
            <a:chExt cx="12802442" cy="6759890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EC874E3-B60D-4866-75DD-987C23D867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31" y="63569"/>
              <a:ext cx="12802442" cy="408031"/>
            </a:xfrm>
            <a:custGeom>
              <a:avLst/>
              <a:gdLst>
                <a:gd name="T0" fmla="*/ 10293 w 17383"/>
                <a:gd name="T1" fmla="*/ 544 h 554"/>
                <a:gd name="T2" fmla="*/ 2472 w 17383"/>
                <a:gd name="T3" fmla="*/ 544 h 554"/>
                <a:gd name="T4" fmla="*/ 15455 w 17383"/>
                <a:gd name="T5" fmla="*/ 132 h 554"/>
                <a:gd name="T6" fmla="*/ 12792 w 17383"/>
                <a:gd name="T7" fmla="*/ 131 h 554"/>
                <a:gd name="T8" fmla="*/ 7486 w 17383"/>
                <a:gd name="T9" fmla="*/ 131 h 554"/>
                <a:gd name="T10" fmla="*/ 4790 w 17383"/>
                <a:gd name="T11" fmla="*/ 157 h 554"/>
                <a:gd name="T12" fmla="*/ 2109 w 17383"/>
                <a:gd name="T13" fmla="*/ 251 h 554"/>
                <a:gd name="T14" fmla="*/ 17006 w 17383"/>
                <a:gd name="T15" fmla="*/ 211 h 554"/>
                <a:gd name="T16" fmla="*/ 16545 w 17383"/>
                <a:gd name="T17" fmla="*/ 145 h 554"/>
                <a:gd name="T18" fmla="*/ 16195 w 17383"/>
                <a:gd name="T19" fmla="*/ 414 h 554"/>
                <a:gd name="T20" fmla="*/ 14088 w 17383"/>
                <a:gd name="T21" fmla="*/ 544 h 554"/>
                <a:gd name="T22" fmla="*/ 13859 w 17383"/>
                <a:gd name="T23" fmla="*/ 414 h 554"/>
                <a:gd name="T24" fmla="*/ 11700 w 17383"/>
                <a:gd name="T25" fmla="*/ 211 h 554"/>
                <a:gd name="T26" fmla="*/ 11239 w 17383"/>
                <a:gd name="T27" fmla="*/ 145 h 554"/>
                <a:gd name="T28" fmla="*/ 10889 w 17383"/>
                <a:gd name="T29" fmla="*/ 414 h 554"/>
                <a:gd name="T30" fmla="*/ 8782 w 17383"/>
                <a:gd name="T31" fmla="*/ 544 h 554"/>
                <a:gd name="T32" fmla="*/ 8553 w 17383"/>
                <a:gd name="T33" fmla="*/ 414 h 554"/>
                <a:gd name="T34" fmla="*/ 6394 w 17383"/>
                <a:gd name="T35" fmla="*/ 211 h 554"/>
                <a:gd name="T36" fmla="*/ 5933 w 17383"/>
                <a:gd name="T37" fmla="*/ 145 h 554"/>
                <a:gd name="T38" fmla="*/ 5583 w 17383"/>
                <a:gd name="T39" fmla="*/ 414 h 554"/>
                <a:gd name="T40" fmla="*/ 3476 w 17383"/>
                <a:gd name="T41" fmla="*/ 544 h 554"/>
                <a:gd name="T42" fmla="*/ 3247 w 17383"/>
                <a:gd name="T43" fmla="*/ 414 h 554"/>
                <a:gd name="T44" fmla="*/ 1088 w 17383"/>
                <a:gd name="T45" fmla="*/ 211 h 554"/>
                <a:gd name="T46" fmla="*/ 627 w 17383"/>
                <a:gd name="T47" fmla="*/ 145 h 554"/>
                <a:gd name="T48" fmla="*/ 277 w 17383"/>
                <a:gd name="T49" fmla="*/ 414 h 554"/>
                <a:gd name="T50" fmla="*/ 17284 w 17383"/>
                <a:gd name="T51" fmla="*/ 291 h 554"/>
                <a:gd name="T52" fmla="*/ 17160 w 17383"/>
                <a:gd name="T53" fmla="*/ 366 h 554"/>
                <a:gd name="T54" fmla="*/ 15235 w 17383"/>
                <a:gd name="T55" fmla="*/ 514 h 554"/>
                <a:gd name="T56" fmla="*/ 14980 w 17383"/>
                <a:gd name="T57" fmla="*/ 252 h 554"/>
                <a:gd name="T58" fmla="*/ 14957 w 17383"/>
                <a:gd name="T59" fmla="*/ 554 h 554"/>
                <a:gd name="T60" fmla="*/ 14596 w 17383"/>
                <a:gd name="T61" fmla="*/ 145 h 554"/>
                <a:gd name="T62" fmla="*/ 14498 w 17383"/>
                <a:gd name="T63" fmla="*/ 420 h 554"/>
                <a:gd name="T64" fmla="*/ 12948 w 17383"/>
                <a:gd name="T65" fmla="*/ 227 h 554"/>
                <a:gd name="T66" fmla="*/ 12528 w 17383"/>
                <a:gd name="T67" fmla="*/ 153 h 554"/>
                <a:gd name="T68" fmla="*/ 12370 w 17383"/>
                <a:gd name="T69" fmla="*/ 235 h 554"/>
                <a:gd name="T70" fmla="*/ 12077 w 17383"/>
                <a:gd name="T71" fmla="*/ 25 h 554"/>
                <a:gd name="T72" fmla="*/ 11722 w 17383"/>
                <a:gd name="T73" fmla="*/ 535 h 554"/>
                <a:gd name="T74" fmla="*/ 11959 w 17383"/>
                <a:gd name="T75" fmla="*/ 7 h 554"/>
                <a:gd name="T76" fmla="*/ 10156 w 17383"/>
                <a:gd name="T77" fmla="*/ 7 h 554"/>
                <a:gd name="T78" fmla="*/ 9697 w 17383"/>
                <a:gd name="T79" fmla="*/ 428 h 554"/>
                <a:gd name="T80" fmla="*/ 9607 w 17383"/>
                <a:gd name="T81" fmla="*/ 65 h 554"/>
                <a:gd name="T82" fmla="*/ 9352 w 17383"/>
                <a:gd name="T83" fmla="*/ 396 h 554"/>
                <a:gd name="T84" fmla="*/ 9159 w 17383"/>
                <a:gd name="T85" fmla="*/ 276 h 554"/>
                <a:gd name="T86" fmla="*/ 7254 w 17383"/>
                <a:gd name="T87" fmla="*/ 334 h 554"/>
                <a:gd name="T88" fmla="*/ 7002 w 17383"/>
                <a:gd name="T89" fmla="*/ 374 h 554"/>
                <a:gd name="T90" fmla="*/ 6866 w 17383"/>
                <a:gd name="T91" fmla="*/ 485 h 554"/>
                <a:gd name="T92" fmla="*/ 6632 w 17383"/>
                <a:gd name="T93" fmla="*/ 194 h 554"/>
                <a:gd name="T94" fmla="*/ 6552 w 17383"/>
                <a:gd name="T95" fmla="*/ 407 h 554"/>
                <a:gd name="T96" fmla="*/ 4896 w 17383"/>
                <a:gd name="T97" fmla="*/ 496 h 554"/>
                <a:gd name="T98" fmla="*/ 4459 w 17383"/>
                <a:gd name="T99" fmla="*/ 138 h 554"/>
                <a:gd name="T100" fmla="*/ 4520 w 17383"/>
                <a:gd name="T101" fmla="*/ 526 h 554"/>
                <a:gd name="T102" fmla="*/ 4051 w 17383"/>
                <a:gd name="T103" fmla="*/ 141 h 554"/>
                <a:gd name="T104" fmla="*/ 3814 w 17383"/>
                <a:gd name="T105" fmla="*/ 414 h 554"/>
                <a:gd name="T106" fmla="*/ 2312 w 17383"/>
                <a:gd name="T107" fmla="*/ 47 h 554"/>
                <a:gd name="T108" fmla="*/ 1892 w 17383"/>
                <a:gd name="T109" fmla="*/ 13 h 554"/>
                <a:gd name="T110" fmla="*/ 1779 w 17383"/>
                <a:gd name="T111" fmla="*/ 346 h 554"/>
                <a:gd name="T112" fmla="*/ 1347 w 17383"/>
                <a:gd name="T113" fmla="*/ 7 h 554"/>
                <a:gd name="T114" fmla="*/ 1236 w 17383"/>
                <a:gd name="T115" fmla="*/ 554 h 554"/>
                <a:gd name="T116" fmla="*/ 1175 w 17383"/>
                <a:gd name="T117" fmla="*/ 171 h 554"/>
                <a:gd name="T118" fmla="*/ 10452 w 17383"/>
                <a:gd name="T119" fmla="*/ 374 h 554"/>
                <a:gd name="T120" fmla="*/ 2584 w 1738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83" h="554">
                  <a:moveTo>
                    <a:pt x="15623" y="419"/>
                  </a:moveTo>
                  <a:lnTo>
                    <a:pt x="15759" y="419"/>
                  </a:lnTo>
                  <a:lnTo>
                    <a:pt x="15736" y="544"/>
                  </a:lnTo>
                  <a:lnTo>
                    <a:pt x="15599" y="544"/>
                  </a:lnTo>
                  <a:lnTo>
                    <a:pt x="15623" y="419"/>
                  </a:lnTo>
                  <a:close/>
                  <a:moveTo>
                    <a:pt x="12971" y="419"/>
                  </a:moveTo>
                  <a:lnTo>
                    <a:pt x="13107" y="419"/>
                  </a:lnTo>
                  <a:lnTo>
                    <a:pt x="13084" y="544"/>
                  </a:lnTo>
                  <a:lnTo>
                    <a:pt x="12947" y="544"/>
                  </a:lnTo>
                  <a:lnTo>
                    <a:pt x="12971" y="419"/>
                  </a:lnTo>
                  <a:close/>
                  <a:moveTo>
                    <a:pt x="10317" y="419"/>
                  </a:moveTo>
                  <a:lnTo>
                    <a:pt x="10453" y="419"/>
                  </a:lnTo>
                  <a:lnTo>
                    <a:pt x="10430" y="544"/>
                  </a:lnTo>
                  <a:lnTo>
                    <a:pt x="10293" y="544"/>
                  </a:lnTo>
                  <a:lnTo>
                    <a:pt x="10317" y="419"/>
                  </a:lnTo>
                  <a:close/>
                  <a:moveTo>
                    <a:pt x="7665" y="419"/>
                  </a:moveTo>
                  <a:lnTo>
                    <a:pt x="7801" y="419"/>
                  </a:lnTo>
                  <a:lnTo>
                    <a:pt x="7778" y="544"/>
                  </a:lnTo>
                  <a:lnTo>
                    <a:pt x="7641" y="544"/>
                  </a:lnTo>
                  <a:lnTo>
                    <a:pt x="7665" y="419"/>
                  </a:lnTo>
                  <a:close/>
                  <a:moveTo>
                    <a:pt x="5011" y="419"/>
                  </a:moveTo>
                  <a:lnTo>
                    <a:pt x="5147" y="419"/>
                  </a:lnTo>
                  <a:lnTo>
                    <a:pt x="5124" y="544"/>
                  </a:lnTo>
                  <a:lnTo>
                    <a:pt x="4987" y="544"/>
                  </a:lnTo>
                  <a:lnTo>
                    <a:pt x="5011" y="419"/>
                  </a:lnTo>
                  <a:close/>
                  <a:moveTo>
                    <a:pt x="2359" y="419"/>
                  </a:moveTo>
                  <a:lnTo>
                    <a:pt x="2495" y="419"/>
                  </a:lnTo>
                  <a:lnTo>
                    <a:pt x="2472" y="544"/>
                  </a:lnTo>
                  <a:lnTo>
                    <a:pt x="2335" y="544"/>
                  </a:lnTo>
                  <a:lnTo>
                    <a:pt x="2359" y="419"/>
                  </a:lnTo>
                  <a:close/>
                  <a:moveTo>
                    <a:pt x="15444" y="131"/>
                  </a:moveTo>
                  <a:cubicBezTo>
                    <a:pt x="15426" y="131"/>
                    <a:pt x="15412" y="139"/>
                    <a:pt x="15402" y="157"/>
                  </a:cubicBezTo>
                  <a:cubicBezTo>
                    <a:pt x="15393" y="175"/>
                    <a:pt x="15383" y="206"/>
                    <a:pt x="15373" y="251"/>
                  </a:cubicBezTo>
                  <a:cubicBezTo>
                    <a:pt x="15367" y="277"/>
                    <a:pt x="15361" y="305"/>
                    <a:pt x="15356" y="336"/>
                  </a:cubicBezTo>
                  <a:cubicBezTo>
                    <a:pt x="15350" y="367"/>
                    <a:pt x="15347" y="398"/>
                    <a:pt x="15345" y="428"/>
                  </a:cubicBezTo>
                  <a:cubicBezTo>
                    <a:pt x="15349" y="428"/>
                    <a:pt x="15352" y="428"/>
                    <a:pt x="15356" y="428"/>
                  </a:cubicBezTo>
                  <a:cubicBezTo>
                    <a:pt x="15360" y="428"/>
                    <a:pt x="15363" y="428"/>
                    <a:pt x="15367" y="428"/>
                  </a:cubicBezTo>
                  <a:cubicBezTo>
                    <a:pt x="15385" y="429"/>
                    <a:pt x="15400" y="421"/>
                    <a:pt x="15409" y="403"/>
                  </a:cubicBezTo>
                  <a:cubicBezTo>
                    <a:pt x="15418" y="386"/>
                    <a:pt x="15428" y="354"/>
                    <a:pt x="15438" y="309"/>
                  </a:cubicBezTo>
                  <a:cubicBezTo>
                    <a:pt x="15444" y="284"/>
                    <a:pt x="15450" y="255"/>
                    <a:pt x="15455" y="224"/>
                  </a:cubicBezTo>
                  <a:cubicBezTo>
                    <a:pt x="15460" y="193"/>
                    <a:pt x="15463" y="162"/>
                    <a:pt x="15465" y="132"/>
                  </a:cubicBezTo>
                  <a:cubicBezTo>
                    <a:pt x="15462" y="132"/>
                    <a:pt x="15459" y="132"/>
                    <a:pt x="15455" y="132"/>
                  </a:cubicBezTo>
                  <a:cubicBezTo>
                    <a:pt x="15452" y="131"/>
                    <a:pt x="15448" y="131"/>
                    <a:pt x="15444" y="131"/>
                  </a:cubicBezTo>
                  <a:close/>
                  <a:moveTo>
                    <a:pt x="12792" y="131"/>
                  </a:moveTo>
                  <a:cubicBezTo>
                    <a:pt x="12774" y="131"/>
                    <a:pt x="12760" y="139"/>
                    <a:pt x="12750" y="157"/>
                  </a:cubicBezTo>
                  <a:cubicBezTo>
                    <a:pt x="12741" y="175"/>
                    <a:pt x="12731" y="206"/>
                    <a:pt x="12721" y="251"/>
                  </a:cubicBezTo>
                  <a:cubicBezTo>
                    <a:pt x="12715" y="277"/>
                    <a:pt x="12709" y="305"/>
                    <a:pt x="12704" y="336"/>
                  </a:cubicBezTo>
                  <a:cubicBezTo>
                    <a:pt x="12698" y="367"/>
                    <a:pt x="12695" y="398"/>
                    <a:pt x="12693" y="428"/>
                  </a:cubicBezTo>
                  <a:cubicBezTo>
                    <a:pt x="12697" y="428"/>
                    <a:pt x="12700" y="428"/>
                    <a:pt x="12704" y="428"/>
                  </a:cubicBezTo>
                  <a:cubicBezTo>
                    <a:pt x="12708" y="428"/>
                    <a:pt x="12711" y="428"/>
                    <a:pt x="12715" y="428"/>
                  </a:cubicBezTo>
                  <a:cubicBezTo>
                    <a:pt x="12733" y="429"/>
                    <a:pt x="12748" y="421"/>
                    <a:pt x="12757" y="403"/>
                  </a:cubicBezTo>
                  <a:cubicBezTo>
                    <a:pt x="12766" y="386"/>
                    <a:pt x="12776" y="354"/>
                    <a:pt x="12786" y="309"/>
                  </a:cubicBezTo>
                  <a:cubicBezTo>
                    <a:pt x="12792" y="284"/>
                    <a:pt x="12798" y="255"/>
                    <a:pt x="12803" y="224"/>
                  </a:cubicBezTo>
                  <a:cubicBezTo>
                    <a:pt x="12808" y="193"/>
                    <a:pt x="12811" y="162"/>
                    <a:pt x="12813" y="132"/>
                  </a:cubicBezTo>
                  <a:cubicBezTo>
                    <a:pt x="12810" y="132"/>
                    <a:pt x="12807" y="132"/>
                    <a:pt x="12803" y="132"/>
                  </a:cubicBezTo>
                  <a:cubicBezTo>
                    <a:pt x="12800" y="131"/>
                    <a:pt x="12796" y="131"/>
                    <a:pt x="12792" y="131"/>
                  </a:cubicBezTo>
                  <a:close/>
                  <a:moveTo>
                    <a:pt x="10138" y="131"/>
                  </a:moveTo>
                  <a:cubicBezTo>
                    <a:pt x="10120" y="131"/>
                    <a:pt x="10106" y="139"/>
                    <a:pt x="10096" y="157"/>
                  </a:cubicBezTo>
                  <a:cubicBezTo>
                    <a:pt x="10087" y="175"/>
                    <a:pt x="10077" y="206"/>
                    <a:pt x="10067" y="251"/>
                  </a:cubicBezTo>
                  <a:cubicBezTo>
                    <a:pt x="10061" y="277"/>
                    <a:pt x="10055" y="305"/>
                    <a:pt x="10050" y="336"/>
                  </a:cubicBezTo>
                  <a:cubicBezTo>
                    <a:pt x="10044" y="367"/>
                    <a:pt x="10041" y="398"/>
                    <a:pt x="10039" y="428"/>
                  </a:cubicBezTo>
                  <a:cubicBezTo>
                    <a:pt x="10043" y="428"/>
                    <a:pt x="10046" y="428"/>
                    <a:pt x="10050" y="428"/>
                  </a:cubicBezTo>
                  <a:cubicBezTo>
                    <a:pt x="10054" y="428"/>
                    <a:pt x="10057" y="428"/>
                    <a:pt x="10061" y="428"/>
                  </a:cubicBezTo>
                  <a:cubicBezTo>
                    <a:pt x="10079" y="429"/>
                    <a:pt x="10094" y="421"/>
                    <a:pt x="10103" y="403"/>
                  </a:cubicBezTo>
                  <a:cubicBezTo>
                    <a:pt x="10112" y="386"/>
                    <a:pt x="10122" y="354"/>
                    <a:pt x="10132" y="309"/>
                  </a:cubicBezTo>
                  <a:cubicBezTo>
                    <a:pt x="10138" y="284"/>
                    <a:pt x="10144" y="255"/>
                    <a:pt x="10149" y="224"/>
                  </a:cubicBezTo>
                  <a:cubicBezTo>
                    <a:pt x="10154" y="193"/>
                    <a:pt x="10157" y="162"/>
                    <a:pt x="10159" y="132"/>
                  </a:cubicBezTo>
                  <a:cubicBezTo>
                    <a:pt x="10156" y="132"/>
                    <a:pt x="10153" y="132"/>
                    <a:pt x="10149" y="132"/>
                  </a:cubicBezTo>
                  <a:cubicBezTo>
                    <a:pt x="10146" y="131"/>
                    <a:pt x="10142" y="131"/>
                    <a:pt x="10138" y="131"/>
                  </a:cubicBezTo>
                  <a:close/>
                  <a:moveTo>
                    <a:pt x="7486" y="131"/>
                  </a:moveTo>
                  <a:cubicBezTo>
                    <a:pt x="7468" y="131"/>
                    <a:pt x="7454" y="139"/>
                    <a:pt x="7444" y="157"/>
                  </a:cubicBezTo>
                  <a:cubicBezTo>
                    <a:pt x="7435" y="175"/>
                    <a:pt x="7425" y="206"/>
                    <a:pt x="7415" y="251"/>
                  </a:cubicBezTo>
                  <a:cubicBezTo>
                    <a:pt x="7409" y="277"/>
                    <a:pt x="7403" y="305"/>
                    <a:pt x="7398" y="336"/>
                  </a:cubicBezTo>
                  <a:cubicBezTo>
                    <a:pt x="7392" y="367"/>
                    <a:pt x="7389" y="398"/>
                    <a:pt x="7387" y="428"/>
                  </a:cubicBezTo>
                  <a:cubicBezTo>
                    <a:pt x="7391" y="428"/>
                    <a:pt x="7394" y="428"/>
                    <a:pt x="7398" y="428"/>
                  </a:cubicBezTo>
                  <a:cubicBezTo>
                    <a:pt x="7402" y="428"/>
                    <a:pt x="7405" y="428"/>
                    <a:pt x="7409" y="428"/>
                  </a:cubicBezTo>
                  <a:cubicBezTo>
                    <a:pt x="7427" y="429"/>
                    <a:pt x="7442" y="421"/>
                    <a:pt x="7451" y="403"/>
                  </a:cubicBezTo>
                  <a:cubicBezTo>
                    <a:pt x="7460" y="386"/>
                    <a:pt x="7470" y="354"/>
                    <a:pt x="7480" y="309"/>
                  </a:cubicBezTo>
                  <a:cubicBezTo>
                    <a:pt x="7486" y="284"/>
                    <a:pt x="7492" y="255"/>
                    <a:pt x="7497" y="224"/>
                  </a:cubicBezTo>
                  <a:cubicBezTo>
                    <a:pt x="7502" y="193"/>
                    <a:pt x="7505" y="162"/>
                    <a:pt x="7507" y="132"/>
                  </a:cubicBezTo>
                  <a:cubicBezTo>
                    <a:pt x="7504" y="132"/>
                    <a:pt x="7501" y="132"/>
                    <a:pt x="7497" y="132"/>
                  </a:cubicBezTo>
                  <a:cubicBezTo>
                    <a:pt x="7494" y="131"/>
                    <a:pt x="7490" y="131"/>
                    <a:pt x="7486" y="131"/>
                  </a:cubicBezTo>
                  <a:close/>
                  <a:moveTo>
                    <a:pt x="4832" y="131"/>
                  </a:moveTo>
                  <a:cubicBezTo>
                    <a:pt x="4814" y="131"/>
                    <a:pt x="4800" y="139"/>
                    <a:pt x="4790" y="157"/>
                  </a:cubicBezTo>
                  <a:cubicBezTo>
                    <a:pt x="4781" y="175"/>
                    <a:pt x="4771" y="206"/>
                    <a:pt x="4761" y="251"/>
                  </a:cubicBezTo>
                  <a:cubicBezTo>
                    <a:pt x="4755" y="277"/>
                    <a:pt x="4749" y="305"/>
                    <a:pt x="4744" y="336"/>
                  </a:cubicBezTo>
                  <a:cubicBezTo>
                    <a:pt x="4738" y="367"/>
                    <a:pt x="4735" y="398"/>
                    <a:pt x="4733" y="428"/>
                  </a:cubicBezTo>
                  <a:cubicBezTo>
                    <a:pt x="4737" y="428"/>
                    <a:pt x="4740" y="428"/>
                    <a:pt x="4744" y="428"/>
                  </a:cubicBezTo>
                  <a:cubicBezTo>
                    <a:pt x="4748" y="428"/>
                    <a:pt x="4751" y="428"/>
                    <a:pt x="4755" y="428"/>
                  </a:cubicBezTo>
                  <a:cubicBezTo>
                    <a:pt x="4773" y="429"/>
                    <a:pt x="4788" y="421"/>
                    <a:pt x="4797" y="403"/>
                  </a:cubicBezTo>
                  <a:cubicBezTo>
                    <a:pt x="4806" y="386"/>
                    <a:pt x="4816" y="354"/>
                    <a:pt x="4826" y="309"/>
                  </a:cubicBezTo>
                  <a:cubicBezTo>
                    <a:pt x="4832" y="284"/>
                    <a:pt x="4838" y="255"/>
                    <a:pt x="4843" y="224"/>
                  </a:cubicBezTo>
                  <a:cubicBezTo>
                    <a:pt x="4848" y="193"/>
                    <a:pt x="4851" y="162"/>
                    <a:pt x="4853" y="132"/>
                  </a:cubicBezTo>
                  <a:cubicBezTo>
                    <a:pt x="4850" y="132"/>
                    <a:pt x="4847" y="132"/>
                    <a:pt x="4843" y="132"/>
                  </a:cubicBezTo>
                  <a:cubicBezTo>
                    <a:pt x="4840" y="131"/>
                    <a:pt x="4836" y="131"/>
                    <a:pt x="4832" y="131"/>
                  </a:cubicBezTo>
                  <a:close/>
                  <a:moveTo>
                    <a:pt x="2180" y="131"/>
                  </a:moveTo>
                  <a:cubicBezTo>
                    <a:pt x="2162" y="131"/>
                    <a:pt x="2148" y="139"/>
                    <a:pt x="2138" y="157"/>
                  </a:cubicBezTo>
                  <a:cubicBezTo>
                    <a:pt x="2129" y="175"/>
                    <a:pt x="2119" y="206"/>
                    <a:pt x="2109" y="251"/>
                  </a:cubicBezTo>
                  <a:cubicBezTo>
                    <a:pt x="2103" y="277"/>
                    <a:pt x="2097" y="305"/>
                    <a:pt x="2092" y="336"/>
                  </a:cubicBezTo>
                  <a:cubicBezTo>
                    <a:pt x="2086" y="367"/>
                    <a:pt x="2083" y="398"/>
                    <a:pt x="2081" y="428"/>
                  </a:cubicBezTo>
                  <a:cubicBezTo>
                    <a:pt x="2085" y="428"/>
                    <a:pt x="2088" y="428"/>
                    <a:pt x="2092" y="428"/>
                  </a:cubicBezTo>
                  <a:cubicBezTo>
                    <a:pt x="2096" y="428"/>
                    <a:pt x="2099" y="428"/>
                    <a:pt x="2103" y="428"/>
                  </a:cubicBezTo>
                  <a:cubicBezTo>
                    <a:pt x="2121" y="429"/>
                    <a:pt x="2136" y="421"/>
                    <a:pt x="2145" y="403"/>
                  </a:cubicBezTo>
                  <a:cubicBezTo>
                    <a:pt x="2154" y="386"/>
                    <a:pt x="2164" y="354"/>
                    <a:pt x="2174" y="309"/>
                  </a:cubicBezTo>
                  <a:cubicBezTo>
                    <a:pt x="2180" y="284"/>
                    <a:pt x="2186" y="255"/>
                    <a:pt x="2191" y="224"/>
                  </a:cubicBezTo>
                  <a:cubicBezTo>
                    <a:pt x="2196" y="193"/>
                    <a:pt x="2199" y="162"/>
                    <a:pt x="2201" y="132"/>
                  </a:cubicBezTo>
                  <a:cubicBezTo>
                    <a:pt x="2198" y="132"/>
                    <a:pt x="2195" y="132"/>
                    <a:pt x="2191" y="132"/>
                  </a:cubicBezTo>
                  <a:cubicBezTo>
                    <a:pt x="2188" y="131"/>
                    <a:pt x="2184" y="131"/>
                    <a:pt x="2180" y="131"/>
                  </a:cubicBezTo>
                  <a:close/>
                  <a:moveTo>
                    <a:pt x="16965" y="16"/>
                  </a:moveTo>
                  <a:lnTo>
                    <a:pt x="17074" y="16"/>
                  </a:lnTo>
                  <a:lnTo>
                    <a:pt x="17056" y="115"/>
                  </a:lnTo>
                  <a:lnTo>
                    <a:pt x="17006" y="211"/>
                  </a:lnTo>
                  <a:lnTo>
                    <a:pt x="16928" y="211"/>
                  </a:lnTo>
                  <a:lnTo>
                    <a:pt x="16965" y="16"/>
                  </a:lnTo>
                  <a:close/>
                  <a:moveTo>
                    <a:pt x="16604" y="16"/>
                  </a:moveTo>
                  <a:lnTo>
                    <a:pt x="16929" y="16"/>
                  </a:lnTo>
                  <a:lnTo>
                    <a:pt x="16896" y="145"/>
                  </a:lnTo>
                  <a:lnTo>
                    <a:pt x="16816" y="145"/>
                  </a:lnTo>
                  <a:lnTo>
                    <a:pt x="16742" y="544"/>
                  </a:lnTo>
                  <a:lnTo>
                    <a:pt x="16597" y="544"/>
                  </a:lnTo>
                  <a:lnTo>
                    <a:pt x="16670" y="145"/>
                  </a:lnTo>
                  <a:lnTo>
                    <a:pt x="16581" y="145"/>
                  </a:lnTo>
                  <a:lnTo>
                    <a:pt x="16604" y="16"/>
                  </a:lnTo>
                  <a:close/>
                  <a:moveTo>
                    <a:pt x="16305" y="16"/>
                  </a:moveTo>
                  <a:lnTo>
                    <a:pt x="16578" y="16"/>
                  </a:lnTo>
                  <a:lnTo>
                    <a:pt x="16545" y="145"/>
                  </a:lnTo>
                  <a:lnTo>
                    <a:pt x="16426" y="145"/>
                  </a:lnTo>
                  <a:lnTo>
                    <a:pt x="16414" y="217"/>
                  </a:lnTo>
                  <a:lnTo>
                    <a:pt x="16531" y="217"/>
                  </a:lnTo>
                  <a:lnTo>
                    <a:pt x="16509" y="338"/>
                  </a:lnTo>
                  <a:lnTo>
                    <a:pt x="16391" y="338"/>
                  </a:lnTo>
                  <a:lnTo>
                    <a:pt x="16378" y="414"/>
                  </a:lnTo>
                  <a:lnTo>
                    <a:pt x="16513" y="414"/>
                  </a:lnTo>
                  <a:lnTo>
                    <a:pt x="16478" y="544"/>
                  </a:lnTo>
                  <a:lnTo>
                    <a:pt x="16208" y="544"/>
                  </a:lnTo>
                  <a:lnTo>
                    <a:pt x="16305" y="16"/>
                  </a:lnTo>
                  <a:close/>
                  <a:moveTo>
                    <a:pt x="16015" y="16"/>
                  </a:moveTo>
                  <a:lnTo>
                    <a:pt x="16160" y="16"/>
                  </a:lnTo>
                  <a:lnTo>
                    <a:pt x="16088" y="414"/>
                  </a:lnTo>
                  <a:lnTo>
                    <a:pt x="16195" y="414"/>
                  </a:lnTo>
                  <a:lnTo>
                    <a:pt x="16160" y="544"/>
                  </a:lnTo>
                  <a:lnTo>
                    <a:pt x="15918" y="544"/>
                  </a:lnTo>
                  <a:lnTo>
                    <a:pt x="16015" y="16"/>
                  </a:lnTo>
                  <a:close/>
                  <a:moveTo>
                    <a:pt x="14311" y="16"/>
                  </a:moveTo>
                  <a:lnTo>
                    <a:pt x="14420" y="16"/>
                  </a:lnTo>
                  <a:lnTo>
                    <a:pt x="14402" y="115"/>
                  </a:lnTo>
                  <a:lnTo>
                    <a:pt x="14352" y="211"/>
                  </a:lnTo>
                  <a:lnTo>
                    <a:pt x="14274" y="211"/>
                  </a:lnTo>
                  <a:lnTo>
                    <a:pt x="14311" y="16"/>
                  </a:lnTo>
                  <a:close/>
                  <a:moveTo>
                    <a:pt x="13950" y="16"/>
                  </a:moveTo>
                  <a:lnTo>
                    <a:pt x="14275" y="16"/>
                  </a:lnTo>
                  <a:lnTo>
                    <a:pt x="14242" y="145"/>
                  </a:lnTo>
                  <a:lnTo>
                    <a:pt x="14162" y="145"/>
                  </a:lnTo>
                  <a:lnTo>
                    <a:pt x="14088" y="544"/>
                  </a:lnTo>
                  <a:lnTo>
                    <a:pt x="13943" y="544"/>
                  </a:lnTo>
                  <a:lnTo>
                    <a:pt x="14016" y="145"/>
                  </a:lnTo>
                  <a:lnTo>
                    <a:pt x="13927" y="145"/>
                  </a:lnTo>
                  <a:lnTo>
                    <a:pt x="13950" y="16"/>
                  </a:lnTo>
                  <a:close/>
                  <a:moveTo>
                    <a:pt x="13651" y="16"/>
                  </a:moveTo>
                  <a:lnTo>
                    <a:pt x="13924" y="16"/>
                  </a:lnTo>
                  <a:lnTo>
                    <a:pt x="13891" y="145"/>
                  </a:lnTo>
                  <a:lnTo>
                    <a:pt x="13772" y="145"/>
                  </a:lnTo>
                  <a:lnTo>
                    <a:pt x="13760" y="217"/>
                  </a:lnTo>
                  <a:lnTo>
                    <a:pt x="13877" y="217"/>
                  </a:lnTo>
                  <a:lnTo>
                    <a:pt x="13855" y="338"/>
                  </a:lnTo>
                  <a:lnTo>
                    <a:pt x="13737" y="338"/>
                  </a:lnTo>
                  <a:lnTo>
                    <a:pt x="13724" y="414"/>
                  </a:lnTo>
                  <a:lnTo>
                    <a:pt x="13859" y="414"/>
                  </a:lnTo>
                  <a:lnTo>
                    <a:pt x="13824" y="544"/>
                  </a:lnTo>
                  <a:lnTo>
                    <a:pt x="13554" y="544"/>
                  </a:lnTo>
                  <a:lnTo>
                    <a:pt x="13651" y="16"/>
                  </a:lnTo>
                  <a:close/>
                  <a:moveTo>
                    <a:pt x="13361" y="16"/>
                  </a:moveTo>
                  <a:lnTo>
                    <a:pt x="13506" y="16"/>
                  </a:lnTo>
                  <a:lnTo>
                    <a:pt x="13434" y="414"/>
                  </a:lnTo>
                  <a:lnTo>
                    <a:pt x="13541" y="414"/>
                  </a:lnTo>
                  <a:lnTo>
                    <a:pt x="13506" y="544"/>
                  </a:lnTo>
                  <a:lnTo>
                    <a:pt x="13264" y="544"/>
                  </a:lnTo>
                  <a:lnTo>
                    <a:pt x="13361" y="16"/>
                  </a:lnTo>
                  <a:close/>
                  <a:moveTo>
                    <a:pt x="11659" y="16"/>
                  </a:moveTo>
                  <a:lnTo>
                    <a:pt x="11768" y="16"/>
                  </a:lnTo>
                  <a:lnTo>
                    <a:pt x="11750" y="115"/>
                  </a:lnTo>
                  <a:lnTo>
                    <a:pt x="11700" y="211"/>
                  </a:lnTo>
                  <a:lnTo>
                    <a:pt x="11622" y="211"/>
                  </a:lnTo>
                  <a:lnTo>
                    <a:pt x="11659" y="16"/>
                  </a:lnTo>
                  <a:close/>
                  <a:moveTo>
                    <a:pt x="11298" y="16"/>
                  </a:moveTo>
                  <a:lnTo>
                    <a:pt x="11623" y="16"/>
                  </a:lnTo>
                  <a:lnTo>
                    <a:pt x="11590" y="145"/>
                  </a:lnTo>
                  <a:lnTo>
                    <a:pt x="11510" y="145"/>
                  </a:lnTo>
                  <a:lnTo>
                    <a:pt x="11436" y="544"/>
                  </a:lnTo>
                  <a:lnTo>
                    <a:pt x="11291" y="544"/>
                  </a:lnTo>
                  <a:lnTo>
                    <a:pt x="11364" y="145"/>
                  </a:lnTo>
                  <a:lnTo>
                    <a:pt x="11275" y="145"/>
                  </a:lnTo>
                  <a:lnTo>
                    <a:pt x="11298" y="16"/>
                  </a:lnTo>
                  <a:close/>
                  <a:moveTo>
                    <a:pt x="10999" y="16"/>
                  </a:moveTo>
                  <a:lnTo>
                    <a:pt x="11272" y="16"/>
                  </a:lnTo>
                  <a:lnTo>
                    <a:pt x="11239" y="145"/>
                  </a:lnTo>
                  <a:lnTo>
                    <a:pt x="11120" y="145"/>
                  </a:lnTo>
                  <a:lnTo>
                    <a:pt x="11108" y="217"/>
                  </a:lnTo>
                  <a:lnTo>
                    <a:pt x="11225" y="217"/>
                  </a:lnTo>
                  <a:lnTo>
                    <a:pt x="11203" y="338"/>
                  </a:lnTo>
                  <a:lnTo>
                    <a:pt x="11085" y="338"/>
                  </a:lnTo>
                  <a:lnTo>
                    <a:pt x="11072" y="414"/>
                  </a:lnTo>
                  <a:lnTo>
                    <a:pt x="11207" y="414"/>
                  </a:lnTo>
                  <a:lnTo>
                    <a:pt x="11172" y="544"/>
                  </a:lnTo>
                  <a:lnTo>
                    <a:pt x="10902" y="544"/>
                  </a:lnTo>
                  <a:lnTo>
                    <a:pt x="10999" y="16"/>
                  </a:lnTo>
                  <a:close/>
                  <a:moveTo>
                    <a:pt x="10709" y="16"/>
                  </a:moveTo>
                  <a:lnTo>
                    <a:pt x="10854" y="16"/>
                  </a:lnTo>
                  <a:lnTo>
                    <a:pt x="10782" y="414"/>
                  </a:lnTo>
                  <a:lnTo>
                    <a:pt x="10889" y="414"/>
                  </a:lnTo>
                  <a:lnTo>
                    <a:pt x="10854" y="544"/>
                  </a:lnTo>
                  <a:lnTo>
                    <a:pt x="10612" y="544"/>
                  </a:lnTo>
                  <a:lnTo>
                    <a:pt x="10709" y="16"/>
                  </a:lnTo>
                  <a:close/>
                  <a:moveTo>
                    <a:pt x="9005" y="16"/>
                  </a:moveTo>
                  <a:lnTo>
                    <a:pt x="9114" y="16"/>
                  </a:lnTo>
                  <a:lnTo>
                    <a:pt x="9096" y="115"/>
                  </a:lnTo>
                  <a:lnTo>
                    <a:pt x="9046" y="211"/>
                  </a:lnTo>
                  <a:lnTo>
                    <a:pt x="8968" y="211"/>
                  </a:lnTo>
                  <a:lnTo>
                    <a:pt x="9005" y="16"/>
                  </a:lnTo>
                  <a:close/>
                  <a:moveTo>
                    <a:pt x="8644" y="16"/>
                  </a:moveTo>
                  <a:lnTo>
                    <a:pt x="8969" y="16"/>
                  </a:lnTo>
                  <a:lnTo>
                    <a:pt x="8936" y="145"/>
                  </a:lnTo>
                  <a:lnTo>
                    <a:pt x="8856" y="145"/>
                  </a:lnTo>
                  <a:lnTo>
                    <a:pt x="8782" y="544"/>
                  </a:lnTo>
                  <a:lnTo>
                    <a:pt x="8637" y="544"/>
                  </a:lnTo>
                  <a:lnTo>
                    <a:pt x="8710" y="145"/>
                  </a:lnTo>
                  <a:lnTo>
                    <a:pt x="8621" y="145"/>
                  </a:lnTo>
                  <a:lnTo>
                    <a:pt x="8644" y="16"/>
                  </a:lnTo>
                  <a:close/>
                  <a:moveTo>
                    <a:pt x="8345" y="16"/>
                  </a:moveTo>
                  <a:lnTo>
                    <a:pt x="8618" y="16"/>
                  </a:lnTo>
                  <a:lnTo>
                    <a:pt x="8585" y="145"/>
                  </a:lnTo>
                  <a:lnTo>
                    <a:pt x="8466" y="145"/>
                  </a:lnTo>
                  <a:lnTo>
                    <a:pt x="8454" y="217"/>
                  </a:lnTo>
                  <a:lnTo>
                    <a:pt x="8571" y="217"/>
                  </a:lnTo>
                  <a:lnTo>
                    <a:pt x="8549" y="338"/>
                  </a:lnTo>
                  <a:lnTo>
                    <a:pt x="8431" y="338"/>
                  </a:lnTo>
                  <a:lnTo>
                    <a:pt x="8418" y="414"/>
                  </a:lnTo>
                  <a:lnTo>
                    <a:pt x="8553" y="414"/>
                  </a:lnTo>
                  <a:lnTo>
                    <a:pt x="8518" y="544"/>
                  </a:lnTo>
                  <a:lnTo>
                    <a:pt x="8248" y="544"/>
                  </a:lnTo>
                  <a:lnTo>
                    <a:pt x="8345" y="16"/>
                  </a:lnTo>
                  <a:close/>
                  <a:moveTo>
                    <a:pt x="8055" y="16"/>
                  </a:moveTo>
                  <a:lnTo>
                    <a:pt x="8200" y="16"/>
                  </a:lnTo>
                  <a:lnTo>
                    <a:pt x="8128" y="414"/>
                  </a:lnTo>
                  <a:lnTo>
                    <a:pt x="8235" y="414"/>
                  </a:lnTo>
                  <a:lnTo>
                    <a:pt x="8200" y="544"/>
                  </a:lnTo>
                  <a:lnTo>
                    <a:pt x="7958" y="544"/>
                  </a:lnTo>
                  <a:lnTo>
                    <a:pt x="8055" y="16"/>
                  </a:lnTo>
                  <a:close/>
                  <a:moveTo>
                    <a:pt x="6353" y="16"/>
                  </a:moveTo>
                  <a:lnTo>
                    <a:pt x="6462" y="16"/>
                  </a:lnTo>
                  <a:lnTo>
                    <a:pt x="6444" y="115"/>
                  </a:lnTo>
                  <a:lnTo>
                    <a:pt x="6394" y="211"/>
                  </a:lnTo>
                  <a:lnTo>
                    <a:pt x="6316" y="211"/>
                  </a:lnTo>
                  <a:lnTo>
                    <a:pt x="6353" y="16"/>
                  </a:lnTo>
                  <a:close/>
                  <a:moveTo>
                    <a:pt x="5992" y="16"/>
                  </a:moveTo>
                  <a:lnTo>
                    <a:pt x="6317" y="16"/>
                  </a:lnTo>
                  <a:lnTo>
                    <a:pt x="6284" y="145"/>
                  </a:lnTo>
                  <a:lnTo>
                    <a:pt x="6204" y="145"/>
                  </a:lnTo>
                  <a:lnTo>
                    <a:pt x="6130" y="544"/>
                  </a:lnTo>
                  <a:lnTo>
                    <a:pt x="5985" y="544"/>
                  </a:lnTo>
                  <a:lnTo>
                    <a:pt x="6058" y="145"/>
                  </a:lnTo>
                  <a:lnTo>
                    <a:pt x="5969" y="145"/>
                  </a:lnTo>
                  <a:lnTo>
                    <a:pt x="5992" y="16"/>
                  </a:lnTo>
                  <a:close/>
                  <a:moveTo>
                    <a:pt x="5693" y="16"/>
                  </a:moveTo>
                  <a:lnTo>
                    <a:pt x="5966" y="16"/>
                  </a:lnTo>
                  <a:lnTo>
                    <a:pt x="5933" y="145"/>
                  </a:lnTo>
                  <a:lnTo>
                    <a:pt x="5814" y="145"/>
                  </a:lnTo>
                  <a:lnTo>
                    <a:pt x="5802" y="217"/>
                  </a:lnTo>
                  <a:lnTo>
                    <a:pt x="5919" y="217"/>
                  </a:lnTo>
                  <a:lnTo>
                    <a:pt x="5897" y="338"/>
                  </a:lnTo>
                  <a:lnTo>
                    <a:pt x="5779" y="338"/>
                  </a:lnTo>
                  <a:lnTo>
                    <a:pt x="5766" y="414"/>
                  </a:lnTo>
                  <a:lnTo>
                    <a:pt x="5901" y="414"/>
                  </a:lnTo>
                  <a:lnTo>
                    <a:pt x="5866" y="544"/>
                  </a:lnTo>
                  <a:lnTo>
                    <a:pt x="5596" y="544"/>
                  </a:lnTo>
                  <a:lnTo>
                    <a:pt x="5693" y="16"/>
                  </a:lnTo>
                  <a:close/>
                  <a:moveTo>
                    <a:pt x="5403" y="16"/>
                  </a:moveTo>
                  <a:lnTo>
                    <a:pt x="5548" y="16"/>
                  </a:lnTo>
                  <a:lnTo>
                    <a:pt x="5476" y="414"/>
                  </a:lnTo>
                  <a:lnTo>
                    <a:pt x="5583" y="414"/>
                  </a:lnTo>
                  <a:lnTo>
                    <a:pt x="5548" y="544"/>
                  </a:lnTo>
                  <a:lnTo>
                    <a:pt x="5306" y="544"/>
                  </a:lnTo>
                  <a:lnTo>
                    <a:pt x="5403" y="16"/>
                  </a:lnTo>
                  <a:close/>
                  <a:moveTo>
                    <a:pt x="3699" y="16"/>
                  </a:moveTo>
                  <a:lnTo>
                    <a:pt x="3808" y="16"/>
                  </a:lnTo>
                  <a:lnTo>
                    <a:pt x="3790" y="115"/>
                  </a:lnTo>
                  <a:lnTo>
                    <a:pt x="3740" y="211"/>
                  </a:lnTo>
                  <a:lnTo>
                    <a:pt x="3662" y="211"/>
                  </a:lnTo>
                  <a:lnTo>
                    <a:pt x="3699" y="16"/>
                  </a:lnTo>
                  <a:close/>
                  <a:moveTo>
                    <a:pt x="3338" y="16"/>
                  </a:moveTo>
                  <a:lnTo>
                    <a:pt x="3663" y="16"/>
                  </a:lnTo>
                  <a:lnTo>
                    <a:pt x="3630" y="145"/>
                  </a:lnTo>
                  <a:lnTo>
                    <a:pt x="3550" y="145"/>
                  </a:lnTo>
                  <a:lnTo>
                    <a:pt x="3476" y="544"/>
                  </a:lnTo>
                  <a:lnTo>
                    <a:pt x="3331" y="544"/>
                  </a:lnTo>
                  <a:lnTo>
                    <a:pt x="3404" y="145"/>
                  </a:lnTo>
                  <a:lnTo>
                    <a:pt x="3315" y="145"/>
                  </a:lnTo>
                  <a:lnTo>
                    <a:pt x="3338" y="16"/>
                  </a:lnTo>
                  <a:close/>
                  <a:moveTo>
                    <a:pt x="3039" y="16"/>
                  </a:moveTo>
                  <a:lnTo>
                    <a:pt x="3312" y="16"/>
                  </a:lnTo>
                  <a:lnTo>
                    <a:pt x="3279" y="145"/>
                  </a:lnTo>
                  <a:lnTo>
                    <a:pt x="3160" y="145"/>
                  </a:lnTo>
                  <a:lnTo>
                    <a:pt x="3148" y="217"/>
                  </a:lnTo>
                  <a:lnTo>
                    <a:pt x="3265" y="217"/>
                  </a:lnTo>
                  <a:lnTo>
                    <a:pt x="3243" y="338"/>
                  </a:lnTo>
                  <a:lnTo>
                    <a:pt x="3125" y="338"/>
                  </a:lnTo>
                  <a:lnTo>
                    <a:pt x="3112" y="414"/>
                  </a:lnTo>
                  <a:lnTo>
                    <a:pt x="3247" y="414"/>
                  </a:lnTo>
                  <a:lnTo>
                    <a:pt x="3212" y="544"/>
                  </a:lnTo>
                  <a:lnTo>
                    <a:pt x="2942" y="544"/>
                  </a:lnTo>
                  <a:lnTo>
                    <a:pt x="3039" y="16"/>
                  </a:lnTo>
                  <a:close/>
                  <a:moveTo>
                    <a:pt x="2749" y="16"/>
                  </a:moveTo>
                  <a:lnTo>
                    <a:pt x="2894" y="16"/>
                  </a:lnTo>
                  <a:lnTo>
                    <a:pt x="2822" y="414"/>
                  </a:lnTo>
                  <a:lnTo>
                    <a:pt x="2929" y="414"/>
                  </a:lnTo>
                  <a:lnTo>
                    <a:pt x="2894" y="544"/>
                  </a:lnTo>
                  <a:lnTo>
                    <a:pt x="2652" y="544"/>
                  </a:lnTo>
                  <a:lnTo>
                    <a:pt x="2749" y="16"/>
                  </a:lnTo>
                  <a:close/>
                  <a:moveTo>
                    <a:pt x="1047" y="16"/>
                  </a:moveTo>
                  <a:lnTo>
                    <a:pt x="1156" y="16"/>
                  </a:lnTo>
                  <a:lnTo>
                    <a:pt x="1138" y="115"/>
                  </a:lnTo>
                  <a:lnTo>
                    <a:pt x="1088" y="211"/>
                  </a:lnTo>
                  <a:lnTo>
                    <a:pt x="1010" y="211"/>
                  </a:lnTo>
                  <a:lnTo>
                    <a:pt x="1047" y="16"/>
                  </a:lnTo>
                  <a:close/>
                  <a:moveTo>
                    <a:pt x="686" y="16"/>
                  </a:moveTo>
                  <a:lnTo>
                    <a:pt x="1011" y="16"/>
                  </a:lnTo>
                  <a:lnTo>
                    <a:pt x="978" y="145"/>
                  </a:lnTo>
                  <a:lnTo>
                    <a:pt x="898" y="145"/>
                  </a:lnTo>
                  <a:lnTo>
                    <a:pt x="824" y="544"/>
                  </a:lnTo>
                  <a:lnTo>
                    <a:pt x="679" y="544"/>
                  </a:lnTo>
                  <a:lnTo>
                    <a:pt x="752" y="145"/>
                  </a:lnTo>
                  <a:lnTo>
                    <a:pt x="663" y="145"/>
                  </a:lnTo>
                  <a:lnTo>
                    <a:pt x="686" y="16"/>
                  </a:lnTo>
                  <a:close/>
                  <a:moveTo>
                    <a:pt x="387" y="16"/>
                  </a:moveTo>
                  <a:lnTo>
                    <a:pt x="660" y="16"/>
                  </a:lnTo>
                  <a:lnTo>
                    <a:pt x="627" y="145"/>
                  </a:lnTo>
                  <a:lnTo>
                    <a:pt x="508" y="145"/>
                  </a:lnTo>
                  <a:lnTo>
                    <a:pt x="496" y="217"/>
                  </a:lnTo>
                  <a:lnTo>
                    <a:pt x="613" y="217"/>
                  </a:lnTo>
                  <a:lnTo>
                    <a:pt x="591" y="338"/>
                  </a:lnTo>
                  <a:lnTo>
                    <a:pt x="473" y="338"/>
                  </a:lnTo>
                  <a:lnTo>
                    <a:pt x="460" y="414"/>
                  </a:lnTo>
                  <a:lnTo>
                    <a:pt x="595" y="414"/>
                  </a:lnTo>
                  <a:lnTo>
                    <a:pt x="560" y="544"/>
                  </a:lnTo>
                  <a:lnTo>
                    <a:pt x="290" y="544"/>
                  </a:lnTo>
                  <a:lnTo>
                    <a:pt x="387" y="16"/>
                  </a:lnTo>
                  <a:close/>
                  <a:moveTo>
                    <a:pt x="97" y="16"/>
                  </a:moveTo>
                  <a:lnTo>
                    <a:pt x="242" y="16"/>
                  </a:lnTo>
                  <a:lnTo>
                    <a:pt x="170" y="414"/>
                  </a:lnTo>
                  <a:lnTo>
                    <a:pt x="277" y="414"/>
                  </a:lnTo>
                  <a:lnTo>
                    <a:pt x="242" y="544"/>
                  </a:lnTo>
                  <a:lnTo>
                    <a:pt x="0" y="544"/>
                  </a:lnTo>
                  <a:lnTo>
                    <a:pt x="97" y="16"/>
                  </a:lnTo>
                  <a:close/>
                  <a:moveTo>
                    <a:pt x="17265" y="7"/>
                  </a:moveTo>
                  <a:cubicBezTo>
                    <a:pt x="17296" y="7"/>
                    <a:pt x="17321" y="9"/>
                    <a:pt x="17340" y="13"/>
                  </a:cubicBezTo>
                  <a:cubicBezTo>
                    <a:pt x="17360" y="17"/>
                    <a:pt x="17374" y="21"/>
                    <a:pt x="17383" y="25"/>
                  </a:cubicBezTo>
                  <a:lnTo>
                    <a:pt x="17353" y="151"/>
                  </a:lnTo>
                  <a:cubicBezTo>
                    <a:pt x="17341" y="147"/>
                    <a:pt x="17329" y="143"/>
                    <a:pt x="17317" y="141"/>
                  </a:cubicBezTo>
                  <a:cubicBezTo>
                    <a:pt x="17306" y="139"/>
                    <a:pt x="17293" y="138"/>
                    <a:pt x="17280" y="138"/>
                  </a:cubicBezTo>
                  <a:cubicBezTo>
                    <a:pt x="17267" y="138"/>
                    <a:pt x="17257" y="140"/>
                    <a:pt x="17250" y="145"/>
                  </a:cubicBezTo>
                  <a:cubicBezTo>
                    <a:pt x="17243" y="150"/>
                    <a:pt x="17240" y="158"/>
                    <a:pt x="17240" y="169"/>
                  </a:cubicBezTo>
                  <a:cubicBezTo>
                    <a:pt x="17240" y="177"/>
                    <a:pt x="17241" y="186"/>
                    <a:pt x="17244" y="194"/>
                  </a:cubicBezTo>
                  <a:cubicBezTo>
                    <a:pt x="17247" y="203"/>
                    <a:pt x="17252" y="215"/>
                    <a:pt x="17258" y="230"/>
                  </a:cubicBezTo>
                  <a:lnTo>
                    <a:pt x="17284" y="291"/>
                  </a:lnTo>
                  <a:cubicBezTo>
                    <a:pt x="17291" y="306"/>
                    <a:pt x="17297" y="323"/>
                    <a:pt x="17303" y="341"/>
                  </a:cubicBezTo>
                  <a:cubicBezTo>
                    <a:pt x="17308" y="359"/>
                    <a:pt x="17312" y="377"/>
                    <a:pt x="17312" y="396"/>
                  </a:cubicBezTo>
                  <a:cubicBezTo>
                    <a:pt x="17311" y="451"/>
                    <a:pt x="17296" y="491"/>
                    <a:pt x="17267" y="516"/>
                  </a:cubicBezTo>
                  <a:cubicBezTo>
                    <a:pt x="17238" y="542"/>
                    <a:pt x="17201" y="554"/>
                    <a:pt x="17154" y="554"/>
                  </a:cubicBezTo>
                  <a:cubicBezTo>
                    <a:pt x="17121" y="553"/>
                    <a:pt x="17094" y="551"/>
                    <a:pt x="17073" y="547"/>
                  </a:cubicBezTo>
                  <a:cubicBezTo>
                    <a:pt x="17052" y="543"/>
                    <a:pt x="17037" y="539"/>
                    <a:pt x="17028" y="535"/>
                  </a:cubicBezTo>
                  <a:lnTo>
                    <a:pt x="17038" y="402"/>
                  </a:lnTo>
                  <a:cubicBezTo>
                    <a:pt x="17048" y="406"/>
                    <a:pt x="17061" y="410"/>
                    <a:pt x="17080" y="414"/>
                  </a:cubicBezTo>
                  <a:cubicBezTo>
                    <a:pt x="17099" y="418"/>
                    <a:pt x="17120" y="420"/>
                    <a:pt x="17144" y="420"/>
                  </a:cubicBezTo>
                  <a:cubicBezTo>
                    <a:pt x="17147" y="420"/>
                    <a:pt x="17150" y="420"/>
                    <a:pt x="17152" y="420"/>
                  </a:cubicBezTo>
                  <a:cubicBezTo>
                    <a:pt x="17155" y="420"/>
                    <a:pt x="17158" y="420"/>
                    <a:pt x="17161" y="420"/>
                  </a:cubicBezTo>
                  <a:cubicBezTo>
                    <a:pt x="17162" y="416"/>
                    <a:pt x="17163" y="412"/>
                    <a:pt x="17164" y="407"/>
                  </a:cubicBezTo>
                  <a:cubicBezTo>
                    <a:pt x="17165" y="403"/>
                    <a:pt x="17166" y="398"/>
                    <a:pt x="17166" y="393"/>
                  </a:cubicBezTo>
                  <a:cubicBezTo>
                    <a:pt x="17165" y="384"/>
                    <a:pt x="17164" y="375"/>
                    <a:pt x="17160" y="366"/>
                  </a:cubicBezTo>
                  <a:cubicBezTo>
                    <a:pt x="17156" y="358"/>
                    <a:pt x="17152" y="348"/>
                    <a:pt x="17146" y="336"/>
                  </a:cubicBezTo>
                  <a:lnTo>
                    <a:pt x="17119" y="276"/>
                  </a:lnTo>
                  <a:cubicBezTo>
                    <a:pt x="17111" y="259"/>
                    <a:pt x="17105" y="241"/>
                    <a:pt x="17100" y="223"/>
                  </a:cubicBezTo>
                  <a:cubicBezTo>
                    <a:pt x="17095" y="205"/>
                    <a:pt x="17093" y="188"/>
                    <a:pt x="17093" y="171"/>
                  </a:cubicBezTo>
                  <a:cubicBezTo>
                    <a:pt x="17094" y="116"/>
                    <a:pt x="17109" y="75"/>
                    <a:pt x="17140" y="48"/>
                  </a:cubicBezTo>
                  <a:cubicBezTo>
                    <a:pt x="17171" y="20"/>
                    <a:pt x="17213" y="7"/>
                    <a:pt x="17265" y="7"/>
                  </a:cubicBezTo>
                  <a:close/>
                  <a:moveTo>
                    <a:pt x="15462" y="7"/>
                  </a:moveTo>
                  <a:cubicBezTo>
                    <a:pt x="15517" y="7"/>
                    <a:pt x="15554" y="21"/>
                    <a:pt x="15576" y="47"/>
                  </a:cubicBezTo>
                  <a:cubicBezTo>
                    <a:pt x="15597" y="73"/>
                    <a:pt x="15607" y="108"/>
                    <a:pt x="15606" y="151"/>
                  </a:cubicBezTo>
                  <a:cubicBezTo>
                    <a:pt x="15606" y="175"/>
                    <a:pt x="15604" y="200"/>
                    <a:pt x="15600" y="227"/>
                  </a:cubicBezTo>
                  <a:cubicBezTo>
                    <a:pt x="15596" y="253"/>
                    <a:pt x="15590" y="281"/>
                    <a:pt x="15584" y="310"/>
                  </a:cubicBezTo>
                  <a:cubicBezTo>
                    <a:pt x="15568" y="395"/>
                    <a:pt x="15543" y="457"/>
                    <a:pt x="15508" y="496"/>
                  </a:cubicBezTo>
                  <a:cubicBezTo>
                    <a:pt x="15472" y="535"/>
                    <a:pt x="15419" y="554"/>
                    <a:pt x="15349" y="554"/>
                  </a:cubicBezTo>
                  <a:cubicBezTo>
                    <a:pt x="15294" y="553"/>
                    <a:pt x="15257" y="540"/>
                    <a:pt x="15235" y="514"/>
                  </a:cubicBezTo>
                  <a:cubicBezTo>
                    <a:pt x="15214" y="487"/>
                    <a:pt x="15204" y="453"/>
                    <a:pt x="15205" y="409"/>
                  </a:cubicBezTo>
                  <a:cubicBezTo>
                    <a:pt x="15205" y="385"/>
                    <a:pt x="15208" y="360"/>
                    <a:pt x="15212" y="334"/>
                  </a:cubicBezTo>
                  <a:cubicBezTo>
                    <a:pt x="15216" y="307"/>
                    <a:pt x="15221" y="280"/>
                    <a:pt x="15228" y="251"/>
                  </a:cubicBezTo>
                  <a:cubicBezTo>
                    <a:pt x="15239" y="194"/>
                    <a:pt x="15253" y="148"/>
                    <a:pt x="15272" y="112"/>
                  </a:cubicBezTo>
                  <a:cubicBezTo>
                    <a:pt x="15290" y="76"/>
                    <a:pt x="15315" y="49"/>
                    <a:pt x="15345" y="32"/>
                  </a:cubicBezTo>
                  <a:cubicBezTo>
                    <a:pt x="15376" y="15"/>
                    <a:pt x="15415" y="7"/>
                    <a:pt x="15462" y="7"/>
                  </a:cubicBezTo>
                  <a:close/>
                  <a:moveTo>
                    <a:pt x="15073" y="7"/>
                  </a:moveTo>
                  <a:cubicBezTo>
                    <a:pt x="15102" y="7"/>
                    <a:pt x="15130" y="9"/>
                    <a:pt x="15156" y="13"/>
                  </a:cubicBezTo>
                  <a:cubicBezTo>
                    <a:pt x="15182" y="17"/>
                    <a:pt x="15201" y="21"/>
                    <a:pt x="15212" y="26"/>
                  </a:cubicBezTo>
                  <a:lnTo>
                    <a:pt x="15180" y="153"/>
                  </a:lnTo>
                  <a:cubicBezTo>
                    <a:pt x="15167" y="149"/>
                    <a:pt x="15151" y="146"/>
                    <a:pt x="15133" y="143"/>
                  </a:cubicBezTo>
                  <a:cubicBezTo>
                    <a:pt x="15115" y="140"/>
                    <a:pt x="15094" y="138"/>
                    <a:pt x="15071" y="138"/>
                  </a:cubicBezTo>
                  <a:cubicBezTo>
                    <a:pt x="15043" y="137"/>
                    <a:pt x="15024" y="144"/>
                    <a:pt x="15012" y="160"/>
                  </a:cubicBezTo>
                  <a:cubicBezTo>
                    <a:pt x="15001" y="176"/>
                    <a:pt x="14990" y="207"/>
                    <a:pt x="14980" y="252"/>
                  </a:cubicBezTo>
                  <a:cubicBezTo>
                    <a:pt x="14976" y="268"/>
                    <a:pt x="14973" y="288"/>
                    <a:pt x="14969" y="309"/>
                  </a:cubicBezTo>
                  <a:cubicBezTo>
                    <a:pt x="14965" y="331"/>
                    <a:pt x="14962" y="353"/>
                    <a:pt x="14960" y="374"/>
                  </a:cubicBezTo>
                  <a:cubicBezTo>
                    <a:pt x="14958" y="395"/>
                    <a:pt x="14956" y="413"/>
                    <a:pt x="14956" y="428"/>
                  </a:cubicBezTo>
                  <a:cubicBezTo>
                    <a:pt x="14959" y="429"/>
                    <a:pt x="14963" y="429"/>
                    <a:pt x="14966" y="429"/>
                  </a:cubicBezTo>
                  <a:cubicBezTo>
                    <a:pt x="14969" y="429"/>
                    <a:pt x="14972" y="429"/>
                    <a:pt x="14976" y="429"/>
                  </a:cubicBezTo>
                  <a:cubicBezTo>
                    <a:pt x="14985" y="429"/>
                    <a:pt x="14994" y="429"/>
                    <a:pt x="15003" y="428"/>
                  </a:cubicBezTo>
                  <a:cubicBezTo>
                    <a:pt x="15012" y="427"/>
                    <a:pt x="15021" y="426"/>
                    <a:pt x="15029" y="424"/>
                  </a:cubicBezTo>
                  <a:lnTo>
                    <a:pt x="15043" y="346"/>
                  </a:lnTo>
                  <a:lnTo>
                    <a:pt x="15002" y="346"/>
                  </a:lnTo>
                  <a:lnTo>
                    <a:pt x="15022" y="235"/>
                  </a:lnTo>
                  <a:lnTo>
                    <a:pt x="15186" y="235"/>
                  </a:lnTo>
                  <a:lnTo>
                    <a:pt x="15132" y="526"/>
                  </a:lnTo>
                  <a:cubicBezTo>
                    <a:pt x="15114" y="534"/>
                    <a:pt x="15088" y="541"/>
                    <a:pt x="15055" y="546"/>
                  </a:cubicBezTo>
                  <a:cubicBezTo>
                    <a:pt x="15022" y="551"/>
                    <a:pt x="14990" y="554"/>
                    <a:pt x="14957" y="554"/>
                  </a:cubicBezTo>
                  <a:cubicBezTo>
                    <a:pt x="14918" y="554"/>
                    <a:pt x="14888" y="548"/>
                    <a:pt x="14867" y="536"/>
                  </a:cubicBezTo>
                  <a:cubicBezTo>
                    <a:pt x="14846" y="524"/>
                    <a:pt x="14832" y="507"/>
                    <a:pt x="14824" y="485"/>
                  </a:cubicBezTo>
                  <a:cubicBezTo>
                    <a:pt x="14816" y="464"/>
                    <a:pt x="14813" y="439"/>
                    <a:pt x="14813" y="410"/>
                  </a:cubicBezTo>
                  <a:cubicBezTo>
                    <a:pt x="14813" y="386"/>
                    <a:pt x="14815" y="361"/>
                    <a:pt x="14819" y="334"/>
                  </a:cubicBezTo>
                  <a:cubicBezTo>
                    <a:pt x="14824" y="307"/>
                    <a:pt x="14829" y="280"/>
                    <a:pt x="14835" y="251"/>
                  </a:cubicBezTo>
                  <a:cubicBezTo>
                    <a:pt x="14851" y="166"/>
                    <a:pt x="14877" y="104"/>
                    <a:pt x="14913" y="65"/>
                  </a:cubicBezTo>
                  <a:cubicBezTo>
                    <a:pt x="14949" y="26"/>
                    <a:pt x="15003" y="6"/>
                    <a:pt x="15073" y="7"/>
                  </a:cubicBezTo>
                  <a:close/>
                  <a:moveTo>
                    <a:pt x="14611" y="7"/>
                  </a:moveTo>
                  <a:cubicBezTo>
                    <a:pt x="14642" y="7"/>
                    <a:pt x="14667" y="9"/>
                    <a:pt x="14686" y="13"/>
                  </a:cubicBezTo>
                  <a:cubicBezTo>
                    <a:pt x="14706" y="17"/>
                    <a:pt x="14720" y="21"/>
                    <a:pt x="14729" y="25"/>
                  </a:cubicBezTo>
                  <a:lnTo>
                    <a:pt x="14699" y="151"/>
                  </a:lnTo>
                  <a:cubicBezTo>
                    <a:pt x="14687" y="147"/>
                    <a:pt x="14675" y="143"/>
                    <a:pt x="14663" y="141"/>
                  </a:cubicBezTo>
                  <a:cubicBezTo>
                    <a:pt x="14652" y="139"/>
                    <a:pt x="14639" y="138"/>
                    <a:pt x="14626" y="138"/>
                  </a:cubicBezTo>
                  <a:cubicBezTo>
                    <a:pt x="14613" y="138"/>
                    <a:pt x="14603" y="140"/>
                    <a:pt x="14596" y="145"/>
                  </a:cubicBezTo>
                  <a:cubicBezTo>
                    <a:pt x="14589" y="150"/>
                    <a:pt x="14586" y="158"/>
                    <a:pt x="14586" y="169"/>
                  </a:cubicBezTo>
                  <a:cubicBezTo>
                    <a:pt x="14586" y="177"/>
                    <a:pt x="14587" y="186"/>
                    <a:pt x="14590" y="194"/>
                  </a:cubicBezTo>
                  <a:cubicBezTo>
                    <a:pt x="14593" y="203"/>
                    <a:pt x="14598" y="215"/>
                    <a:pt x="14604" y="230"/>
                  </a:cubicBezTo>
                  <a:lnTo>
                    <a:pt x="14630" y="291"/>
                  </a:lnTo>
                  <a:cubicBezTo>
                    <a:pt x="14637" y="306"/>
                    <a:pt x="14643" y="323"/>
                    <a:pt x="14649" y="341"/>
                  </a:cubicBezTo>
                  <a:cubicBezTo>
                    <a:pt x="14654" y="359"/>
                    <a:pt x="14658" y="377"/>
                    <a:pt x="14658" y="396"/>
                  </a:cubicBezTo>
                  <a:cubicBezTo>
                    <a:pt x="14657" y="451"/>
                    <a:pt x="14642" y="491"/>
                    <a:pt x="14613" y="516"/>
                  </a:cubicBezTo>
                  <a:cubicBezTo>
                    <a:pt x="14584" y="542"/>
                    <a:pt x="14547" y="554"/>
                    <a:pt x="14500" y="554"/>
                  </a:cubicBezTo>
                  <a:cubicBezTo>
                    <a:pt x="14467" y="553"/>
                    <a:pt x="14440" y="551"/>
                    <a:pt x="14419" y="547"/>
                  </a:cubicBezTo>
                  <a:cubicBezTo>
                    <a:pt x="14398" y="543"/>
                    <a:pt x="14383" y="539"/>
                    <a:pt x="14374" y="535"/>
                  </a:cubicBezTo>
                  <a:lnTo>
                    <a:pt x="14384" y="402"/>
                  </a:lnTo>
                  <a:cubicBezTo>
                    <a:pt x="14394" y="406"/>
                    <a:pt x="14407" y="410"/>
                    <a:pt x="14426" y="414"/>
                  </a:cubicBezTo>
                  <a:cubicBezTo>
                    <a:pt x="14445" y="418"/>
                    <a:pt x="14466" y="420"/>
                    <a:pt x="14490" y="420"/>
                  </a:cubicBezTo>
                  <a:cubicBezTo>
                    <a:pt x="14493" y="420"/>
                    <a:pt x="14496" y="420"/>
                    <a:pt x="14498" y="420"/>
                  </a:cubicBezTo>
                  <a:cubicBezTo>
                    <a:pt x="14501" y="420"/>
                    <a:pt x="14504" y="420"/>
                    <a:pt x="14507" y="420"/>
                  </a:cubicBezTo>
                  <a:cubicBezTo>
                    <a:pt x="14508" y="416"/>
                    <a:pt x="14509" y="412"/>
                    <a:pt x="14510" y="407"/>
                  </a:cubicBezTo>
                  <a:cubicBezTo>
                    <a:pt x="14511" y="403"/>
                    <a:pt x="14512" y="398"/>
                    <a:pt x="14512" y="393"/>
                  </a:cubicBezTo>
                  <a:cubicBezTo>
                    <a:pt x="14511" y="384"/>
                    <a:pt x="14510" y="375"/>
                    <a:pt x="14506" y="366"/>
                  </a:cubicBezTo>
                  <a:cubicBezTo>
                    <a:pt x="14502" y="358"/>
                    <a:pt x="14498" y="348"/>
                    <a:pt x="14492" y="336"/>
                  </a:cubicBezTo>
                  <a:lnTo>
                    <a:pt x="14465" y="276"/>
                  </a:lnTo>
                  <a:cubicBezTo>
                    <a:pt x="14457" y="259"/>
                    <a:pt x="14451" y="241"/>
                    <a:pt x="14446" y="223"/>
                  </a:cubicBezTo>
                  <a:cubicBezTo>
                    <a:pt x="14441" y="205"/>
                    <a:pt x="14439" y="188"/>
                    <a:pt x="14439" y="171"/>
                  </a:cubicBezTo>
                  <a:cubicBezTo>
                    <a:pt x="14440" y="116"/>
                    <a:pt x="14455" y="75"/>
                    <a:pt x="14486" y="48"/>
                  </a:cubicBezTo>
                  <a:cubicBezTo>
                    <a:pt x="14517" y="20"/>
                    <a:pt x="14559" y="7"/>
                    <a:pt x="14611" y="7"/>
                  </a:cubicBezTo>
                  <a:close/>
                  <a:moveTo>
                    <a:pt x="12810" y="7"/>
                  </a:moveTo>
                  <a:cubicBezTo>
                    <a:pt x="12865" y="7"/>
                    <a:pt x="12902" y="21"/>
                    <a:pt x="12924" y="47"/>
                  </a:cubicBezTo>
                  <a:cubicBezTo>
                    <a:pt x="12945" y="73"/>
                    <a:pt x="12955" y="108"/>
                    <a:pt x="12954" y="151"/>
                  </a:cubicBezTo>
                  <a:cubicBezTo>
                    <a:pt x="12954" y="175"/>
                    <a:pt x="12952" y="200"/>
                    <a:pt x="12948" y="227"/>
                  </a:cubicBezTo>
                  <a:cubicBezTo>
                    <a:pt x="12944" y="253"/>
                    <a:pt x="12938" y="281"/>
                    <a:pt x="12932" y="310"/>
                  </a:cubicBezTo>
                  <a:cubicBezTo>
                    <a:pt x="12916" y="395"/>
                    <a:pt x="12891" y="457"/>
                    <a:pt x="12856" y="496"/>
                  </a:cubicBezTo>
                  <a:cubicBezTo>
                    <a:pt x="12820" y="535"/>
                    <a:pt x="12767" y="554"/>
                    <a:pt x="12697" y="554"/>
                  </a:cubicBezTo>
                  <a:cubicBezTo>
                    <a:pt x="12642" y="553"/>
                    <a:pt x="12605" y="540"/>
                    <a:pt x="12583" y="514"/>
                  </a:cubicBezTo>
                  <a:cubicBezTo>
                    <a:pt x="12562" y="487"/>
                    <a:pt x="12552" y="453"/>
                    <a:pt x="12553" y="409"/>
                  </a:cubicBezTo>
                  <a:cubicBezTo>
                    <a:pt x="12553" y="385"/>
                    <a:pt x="12556" y="360"/>
                    <a:pt x="12560" y="334"/>
                  </a:cubicBezTo>
                  <a:cubicBezTo>
                    <a:pt x="12564" y="307"/>
                    <a:pt x="12569" y="280"/>
                    <a:pt x="12576" y="251"/>
                  </a:cubicBezTo>
                  <a:cubicBezTo>
                    <a:pt x="12587" y="194"/>
                    <a:pt x="12601" y="148"/>
                    <a:pt x="12620" y="112"/>
                  </a:cubicBezTo>
                  <a:cubicBezTo>
                    <a:pt x="12638" y="76"/>
                    <a:pt x="12663" y="49"/>
                    <a:pt x="12693" y="32"/>
                  </a:cubicBezTo>
                  <a:cubicBezTo>
                    <a:pt x="12724" y="15"/>
                    <a:pt x="12763" y="7"/>
                    <a:pt x="12810" y="7"/>
                  </a:cubicBezTo>
                  <a:close/>
                  <a:moveTo>
                    <a:pt x="12421" y="7"/>
                  </a:moveTo>
                  <a:cubicBezTo>
                    <a:pt x="12450" y="7"/>
                    <a:pt x="12478" y="9"/>
                    <a:pt x="12504" y="13"/>
                  </a:cubicBezTo>
                  <a:cubicBezTo>
                    <a:pt x="12530" y="17"/>
                    <a:pt x="12549" y="21"/>
                    <a:pt x="12560" y="26"/>
                  </a:cubicBezTo>
                  <a:lnTo>
                    <a:pt x="12528" y="153"/>
                  </a:lnTo>
                  <a:cubicBezTo>
                    <a:pt x="12515" y="149"/>
                    <a:pt x="12499" y="146"/>
                    <a:pt x="12481" y="143"/>
                  </a:cubicBezTo>
                  <a:cubicBezTo>
                    <a:pt x="12463" y="140"/>
                    <a:pt x="12442" y="138"/>
                    <a:pt x="12419" y="138"/>
                  </a:cubicBezTo>
                  <a:cubicBezTo>
                    <a:pt x="12391" y="137"/>
                    <a:pt x="12372" y="144"/>
                    <a:pt x="12360" y="160"/>
                  </a:cubicBezTo>
                  <a:cubicBezTo>
                    <a:pt x="12349" y="176"/>
                    <a:pt x="12338" y="207"/>
                    <a:pt x="12328" y="252"/>
                  </a:cubicBezTo>
                  <a:cubicBezTo>
                    <a:pt x="12324" y="268"/>
                    <a:pt x="12321" y="288"/>
                    <a:pt x="12317" y="309"/>
                  </a:cubicBezTo>
                  <a:cubicBezTo>
                    <a:pt x="12313" y="331"/>
                    <a:pt x="12310" y="353"/>
                    <a:pt x="12308" y="374"/>
                  </a:cubicBezTo>
                  <a:cubicBezTo>
                    <a:pt x="12306" y="395"/>
                    <a:pt x="12304" y="413"/>
                    <a:pt x="12304" y="428"/>
                  </a:cubicBezTo>
                  <a:cubicBezTo>
                    <a:pt x="12307" y="429"/>
                    <a:pt x="12311" y="429"/>
                    <a:pt x="12314" y="429"/>
                  </a:cubicBezTo>
                  <a:cubicBezTo>
                    <a:pt x="12317" y="429"/>
                    <a:pt x="12320" y="429"/>
                    <a:pt x="12324" y="429"/>
                  </a:cubicBezTo>
                  <a:cubicBezTo>
                    <a:pt x="12333" y="429"/>
                    <a:pt x="12342" y="429"/>
                    <a:pt x="12351" y="428"/>
                  </a:cubicBezTo>
                  <a:cubicBezTo>
                    <a:pt x="12360" y="427"/>
                    <a:pt x="12369" y="426"/>
                    <a:pt x="12377" y="424"/>
                  </a:cubicBezTo>
                  <a:lnTo>
                    <a:pt x="12391" y="346"/>
                  </a:lnTo>
                  <a:lnTo>
                    <a:pt x="12350" y="346"/>
                  </a:lnTo>
                  <a:lnTo>
                    <a:pt x="12370" y="235"/>
                  </a:lnTo>
                  <a:lnTo>
                    <a:pt x="12534" y="235"/>
                  </a:lnTo>
                  <a:lnTo>
                    <a:pt x="12480" y="526"/>
                  </a:lnTo>
                  <a:cubicBezTo>
                    <a:pt x="12462" y="534"/>
                    <a:pt x="12436" y="541"/>
                    <a:pt x="12403" y="546"/>
                  </a:cubicBezTo>
                  <a:cubicBezTo>
                    <a:pt x="12370" y="551"/>
                    <a:pt x="12338" y="554"/>
                    <a:pt x="12305" y="554"/>
                  </a:cubicBezTo>
                  <a:cubicBezTo>
                    <a:pt x="12266" y="554"/>
                    <a:pt x="12236" y="548"/>
                    <a:pt x="12215" y="536"/>
                  </a:cubicBezTo>
                  <a:cubicBezTo>
                    <a:pt x="12194" y="524"/>
                    <a:pt x="12180" y="507"/>
                    <a:pt x="12172" y="485"/>
                  </a:cubicBezTo>
                  <a:cubicBezTo>
                    <a:pt x="12164" y="464"/>
                    <a:pt x="12161" y="439"/>
                    <a:pt x="12161" y="410"/>
                  </a:cubicBezTo>
                  <a:cubicBezTo>
                    <a:pt x="12161" y="386"/>
                    <a:pt x="12163" y="361"/>
                    <a:pt x="12167" y="334"/>
                  </a:cubicBezTo>
                  <a:cubicBezTo>
                    <a:pt x="12172" y="307"/>
                    <a:pt x="12177" y="280"/>
                    <a:pt x="12183" y="251"/>
                  </a:cubicBezTo>
                  <a:cubicBezTo>
                    <a:pt x="12199" y="166"/>
                    <a:pt x="12225" y="104"/>
                    <a:pt x="12261" y="65"/>
                  </a:cubicBezTo>
                  <a:cubicBezTo>
                    <a:pt x="12297" y="26"/>
                    <a:pt x="12351" y="6"/>
                    <a:pt x="12421" y="7"/>
                  </a:cubicBezTo>
                  <a:close/>
                  <a:moveTo>
                    <a:pt x="11959" y="7"/>
                  </a:moveTo>
                  <a:cubicBezTo>
                    <a:pt x="11990" y="7"/>
                    <a:pt x="12015" y="9"/>
                    <a:pt x="12034" y="13"/>
                  </a:cubicBezTo>
                  <a:cubicBezTo>
                    <a:pt x="12054" y="17"/>
                    <a:pt x="12068" y="21"/>
                    <a:pt x="12077" y="25"/>
                  </a:cubicBezTo>
                  <a:lnTo>
                    <a:pt x="12047" y="151"/>
                  </a:lnTo>
                  <a:cubicBezTo>
                    <a:pt x="12035" y="147"/>
                    <a:pt x="12023" y="143"/>
                    <a:pt x="12011" y="141"/>
                  </a:cubicBezTo>
                  <a:cubicBezTo>
                    <a:pt x="12000" y="139"/>
                    <a:pt x="11987" y="138"/>
                    <a:pt x="11974" y="138"/>
                  </a:cubicBezTo>
                  <a:cubicBezTo>
                    <a:pt x="11961" y="138"/>
                    <a:pt x="11951" y="140"/>
                    <a:pt x="11944" y="145"/>
                  </a:cubicBezTo>
                  <a:cubicBezTo>
                    <a:pt x="11937" y="150"/>
                    <a:pt x="11934" y="158"/>
                    <a:pt x="11934" y="169"/>
                  </a:cubicBezTo>
                  <a:cubicBezTo>
                    <a:pt x="11934" y="177"/>
                    <a:pt x="11935" y="186"/>
                    <a:pt x="11938" y="194"/>
                  </a:cubicBezTo>
                  <a:cubicBezTo>
                    <a:pt x="11941" y="203"/>
                    <a:pt x="11946" y="215"/>
                    <a:pt x="11952" y="230"/>
                  </a:cubicBezTo>
                  <a:lnTo>
                    <a:pt x="11978" y="291"/>
                  </a:lnTo>
                  <a:cubicBezTo>
                    <a:pt x="11985" y="306"/>
                    <a:pt x="11991" y="323"/>
                    <a:pt x="11997" y="341"/>
                  </a:cubicBezTo>
                  <a:cubicBezTo>
                    <a:pt x="12002" y="359"/>
                    <a:pt x="12006" y="377"/>
                    <a:pt x="12006" y="396"/>
                  </a:cubicBezTo>
                  <a:cubicBezTo>
                    <a:pt x="12005" y="451"/>
                    <a:pt x="11990" y="491"/>
                    <a:pt x="11961" y="516"/>
                  </a:cubicBezTo>
                  <a:cubicBezTo>
                    <a:pt x="11932" y="542"/>
                    <a:pt x="11895" y="554"/>
                    <a:pt x="11848" y="554"/>
                  </a:cubicBezTo>
                  <a:cubicBezTo>
                    <a:pt x="11815" y="553"/>
                    <a:pt x="11788" y="551"/>
                    <a:pt x="11767" y="547"/>
                  </a:cubicBezTo>
                  <a:cubicBezTo>
                    <a:pt x="11746" y="543"/>
                    <a:pt x="11731" y="539"/>
                    <a:pt x="11722" y="535"/>
                  </a:cubicBezTo>
                  <a:lnTo>
                    <a:pt x="11732" y="402"/>
                  </a:lnTo>
                  <a:cubicBezTo>
                    <a:pt x="11742" y="406"/>
                    <a:pt x="11755" y="410"/>
                    <a:pt x="11774" y="414"/>
                  </a:cubicBezTo>
                  <a:cubicBezTo>
                    <a:pt x="11793" y="418"/>
                    <a:pt x="11814" y="420"/>
                    <a:pt x="11838" y="420"/>
                  </a:cubicBezTo>
                  <a:cubicBezTo>
                    <a:pt x="11841" y="420"/>
                    <a:pt x="11844" y="420"/>
                    <a:pt x="11846" y="420"/>
                  </a:cubicBezTo>
                  <a:cubicBezTo>
                    <a:pt x="11849" y="420"/>
                    <a:pt x="11852" y="420"/>
                    <a:pt x="11855" y="420"/>
                  </a:cubicBezTo>
                  <a:cubicBezTo>
                    <a:pt x="11856" y="416"/>
                    <a:pt x="11857" y="412"/>
                    <a:pt x="11858" y="407"/>
                  </a:cubicBezTo>
                  <a:cubicBezTo>
                    <a:pt x="11859" y="403"/>
                    <a:pt x="11860" y="398"/>
                    <a:pt x="11860" y="393"/>
                  </a:cubicBezTo>
                  <a:cubicBezTo>
                    <a:pt x="11859" y="384"/>
                    <a:pt x="11858" y="375"/>
                    <a:pt x="11854" y="366"/>
                  </a:cubicBezTo>
                  <a:cubicBezTo>
                    <a:pt x="11850" y="358"/>
                    <a:pt x="11846" y="348"/>
                    <a:pt x="11840" y="336"/>
                  </a:cubicBezTo>
                  <a:lnTo>
                    <a:pt x="11813" y="276"/>
                  </a:lnTo>
                  <a:cubicBezTo>
                    <a:pt x="11805" y="259"/>
                    <a:pt x="11799" y="241"/>
                    <a:pt x="11794" y="223"/>
                  </a:cubicBezTo>
                  <a:cubicBezTo>
                    <a:pt x="11789" y="205"/>
                    <a:pt x="11787" y="188"/>
                    <a:pt x="11787" y="171"/>
                  </a:cubicBezTo>
                  <a:cubicBezTo>
                    <a:pt x="11788" y="116"/>
                    <a:pt x="11803" y="75"/>
                    <a:pt x="11834" y="48"/>
                  </a:cubicBezTo>
                  <a:cubicBezTo>
                    <a:pt x="11865" y="20"/>
                    <a:pt x="11907" y="7"/>
                    <a:pt x="11959" y="7"/>
                  </a:cubicBezTo>
                  <a:close/>
                  <a:moveTo>
                    <a:pt x="10156" y="7"/>
                  </a:moveTo>
                  <a:cubicBezTo>
                    <a:pt x="10211" y="7"/>
                    <a:pt x="10248" y="21"/>
                    <a:pt x="10270" y="47"/>
                  </a:cubicBezTo>
                  <a:cubicBezTo>
                    <a:pt x="10291" y="73"/>
                    <a:pt x="10301" y="108"/>
                    <a:pt x="10300" y="151"/>
                  </a:cubicBezTo>
                  <a:cubicBezTo>
                    <a:pt x="10300" y="175"/>
                    <a:pt x="10298" y="200"/>
                    <a:pt x="10294" y="227"/>
                  </a:cubicBezTo>
                  <a:cubicBezTo>
                    <a:pt x="10290" y="253"/>
                    <a:pt x="10284" y="281"/>
                    <a:pt x="10278" y="310"/>
                  </a:cubicBezTo>
                  <a:cubicBezTo>
                    <a:pt x="10262" y="395"/>
                    <a:pt x="10237" y="457"/>
                    <a:pt x="10202" y="496"/>
                  </a:cubicBezTo>
                  <a:cubicBezTo>
                    <a:pt x="10166" y="535"/>
                    <a:pt x="10113" y="554"/>
                    <a:pt x="10043" y="554"/>
                  </a:cubicBezTo>
                  <a:cubicBezTo>
                    <a:pt x="9988" y="553"/>
                    <a:pt x="9951" y="540"/>
                    <a:pt x="9929" y="514"/>
                  </a:cubicBezTo>
                  <a:cubicBezTo>
                    <a:pt x="9908" y="487"/>
                    <a:pt x="9898" y="453"/>
                    <a:pt x="9899" y="409"/>
                  </a:cubicBezTo>
                  <a:cubicBezTo>
                    <a:pt x="9899" y="385"/>
                    <a:pt x="9902" y="360"/>
                    <a:pt x="9906" y="334"/>
                  </a:cubicBezTo>
                  <a:cubicBezTo>
                    <a:pt x="9910" y="307"/>
                    <a:pt x="9915" y="280"/>
                    <a:pt x="9922" y="251"/>
                  </a:cubicBezTo>
                  <a:cubicBezTo>
                    <a:pt x="9933" y="194"/>
                    <a:pt x="9947" y="148"/>
                    <a:pt x="9966" y="112"/>
                  </a:cubicBezTo>
                  <a:cubicBezTo>
                    <a:pt x="9984" y="76"/>
                    <a:pt x="10009" y="49"/>
                    <a:pt x="10039" y="32"/>
                  </a:cubicBezTo>
                  <a:cubicBezTo>
                    <a:pt x="10070" y="15"/>
                    <a:pt x="10109" y="7"/>
                    <a:pt x="10156" y="7"/>
                  </a:cubicBezTo>
                  <a:close/>
                  <a:moveTo>
                    <a:pt x="9767" y="7"/>
                  </a:moveTo>
                  <a:cubicBezTo>
                    <a:pt x="9796" y="7"/>
                    <a:pt x="9824" y="9"/>
                    <a:pt x="9850" y="13"/>
                  </a:cubicBezTo>
                  <a:cubicBezTo>
                    <a:pt x="9876" y="17"/>
                    <a:pt x="9895" y="21"/>
                    <a:pt x="9906" y="26"/>
                  </a:cubicBezTo>
                  <a:lnTo>
                    <a:pt x="9874" y="153"/>
                  </a:lnTo>
                  <a:cubicBezTo>
                    <a:pt x="9861" y="149"/>
                    <a:pt x="9845" y="146"/>
                    <a:pt x="9827" y="143"/>
                  </a:cubicBezTo>
                  <a:cubicBezTo>
                    <a:pt x="9809" y="140"/>
                    <a:pt x="9788" y="138"/>
                    <a:pt x="9765" y="138"/>
                  </a:cubicBezTo>
                  <a:cubicBezTo>
                    <a:pt x="9737" y="137"/>
                    <a:pt x="9718" y="144"/>
                    <a:pt x="9706" y="160"/>
                  </a:cubicBezTo>
                  <a:cubicBezTo>
                    <a:pt x="9695" y="176"/>
                    <a:pt x="9684" y="207"/>
                    <a:pt x="9674" y="252"/>
                  </a:cubicBezTo>
                  <a:cubicBezTo>
                    <a:pt x="9670" y="268"/>
                    <a:pt x="9667" y="288"/>
                    <a:pt x="9663" y="309"/>
                  </a:cubicBezTo>
                  <a:cubicBezTo>
                    <a:pt x="9659" y="331"/>
                    <a:pt x="9656" y="353"/>
                    <a:pt x="9654" y="374"/>
                  </a:cubicBezTo>
                  <a:cubicBezTo>
                    <a:pt x="9652" y="395"/>
                    <a:pt x="9650" y="413"/>
                    <a:pt x="9650" y="428"/>
                  </a:cubicBezTo>
                  <a:cubicBezTo>
                    <a:pt x="9653" y="429"/>
                    <a:pt x="9657" y="429"/>
                    <a:pt x="9660" y="429"/>
                  </a:cubicBezTo>
                  <a:cubicBezTo>
                    <a:pt x="9663" y="429"/>
                    <a:pt x="9666" y="429"/>
                    <a:pt x="9670" y="429"/>
                  </a:cubicBezTo>
                  <a:cubicBezTo>
                    <a:pt x="9679" y="429"/>
                    <a:pt x="9688" y="429"/>
                    <a:pt x="9697" y="428"/>
                  </a:cubicBezTo>
                  <a:cubicBezTo>
                    <a:pt x="9706" y="427"/>
                    <a:pt x="9715" y="426"/>
                    <a:pt x="9723" y="424"/>
                  </a:cubicBezTo>
                  <a:lnTo>
                    <a:pt x="9737" y="346"/>
                  </a:lnTo>
                  <a:lnTo>
                    <a:pt x="9696" y="346"/>
                  </a:lnTo>
                  <a:lnTo>
                    <a:pt x="9716" y="235"/>
                  </a:lnTo>
                  <a:lnTo>
                    <a:pt x="9880" y="235"/>
                  </a:lnTo>
                  <a:lnTo>
                    <a:pt x="9826" y="526"/>
                  </a:lnTo>
                  <a:cubicBezTo>
                    <a:pt x="9808" y="534"/>
                    <a:pt x="9782" y="541"/>
                    <a:pt x="9749" y="546"/>
                  </a:cubicBezTo>
                  <a:cubicBezTo>
                    <a:pt x="9716" y="551"/>
                    <a:pt x="9684" y="554"/>
                    <a:pt x="9651" y="554"/>
                  </a:cubicBezTo>
                  <a:cubicBezTo>
                    <a:pt x="9612" y="554"/>
                    <a:pt x="9582" y="548"/>
                    <a:pt x="9561" y="536"/>
                  </a:cubicBezTo>
                  <a:cubicBezTo>
                    <a:pt x="9540" y="524"/>
                    <a:pt x="9526" y="507"/>
                    <a:pt x="9518" y="485"/>
                  </a:cubicBezTo>
                  <a:cubicBezTo>
                    <a:pt x="9510" y="464"/>
                    <a:pt x="9507" y="439"/>
                    <a:pt x="9507" y="410"/>
                  </a:cubicBezTo>
                  <a:cubicBezTo>
                    <a:pt x="9507" y="386"/>
                    <a:pt x="9509" y="361"/>
                    <a:pt x="9513" y="334"/>
                  </a:cubicBezTo>
                  <a:cubicBezTo>
                    <a:pt x="9518" y="307"/>
                    <a:pt x="9523" y="280"/>
                    <a:pt x="9529" y="251"/>
                  </a:cubicBezTo>
                  <a:cubicBezTo>
                    <a:pt x="9545" y="166"/>
                    <a:pt x="9571" y="104"/>
                    <a:pt x="9607" y="65"/>
                  </a:cubicBezTo>
                  <a:cubicBezTo>
                    <a:pt x="9643" y="26"/>
                    <a:pt x="9697" y="6"/>
                    <a:pt x="9767" y="7"/>
                  </a:cubicBezTo>
                  <a:close/>
                  <a:moveTo>
                    <a:pt x="9305" y="7"/>
                  </a:moveTo>
                  <a:cubicBezTo>
                    <a:pt x="9336" y="7"/>
                    <a:pt x="9361" y="9"/>
                    <a:pt x="9380" y="13"/>
                  </a:cubicBezTo>
                  <a:cubicBezTo>
                    <a:pt x="9400" y="17"/>
                    <a:pt x="9414" y="21"/>
                    <a:pt x="9423" y="25"/>
                  </a:cubicBezTo>
                  <a:lnTo>
                    <a:pt x="9393" y="151"/>
                  </a:lnTo>
                  <a:cubicBezTo>
                    <a:pt x="9381" y="147"/>
                    <a:pt x="9369" y="143"/>
                    <a:pt x="9357" y="141"/>
                  </a:cubicBezTo>
                  <a:cubicBezTo>
                    <a:pt x="9346" y="139"/>
                    <a:pt x="9333" y="138"/>
                    <a:pt x="9320" y="138"/>
                  </a:cubicBezTo>
                  <a:cubicBezTo>
                    <a:pt x="9307" y="138"/>
                    <a:pt x="9297" y="140"/>
                    <a:pt x="9290" y="145"/>
                  </a:cubicBezTo>
                  <a:cubicBezTo>
                    <a:pt x="9283" y="150"/>
                    <a:pt x="9280" y="158"/>
                    <a:pt x="9280" y="169"/>
                  </a:cubicBezTo>
                  <a:cubicBezTo>
                    <a:pt x="9280" y="177"/>
                    <a:pt x="9281" y="186"/>
                    <a:pt x="9284" y="194"/>
                  </a:cubicBezTo>
                  <a:cubicBezTo>
                    <a:pt x="9287" y="203"/>
                    <a:pt x="9292" y="215"/>
                    <a:pt x="9298" y="230"/>
                  </a:cubicBezTo>
                  <a:lnTo>
                    <a:pt x="9324" y="291"/>
                  </a:lnTo>
                  <a:cubicBezTo>
                    <a:pt x="9331" y="306"/>
                    <a:pt x="9337" y="323"/>
                    <a:pt x="9343" y="341"/>
                  </a:cubicBezTo>
                  <a:cubicBezTo>
                    <a:pt x="9348" y="359"/>
                    <a:pt x="9352" y="377"/>
                    <a:pt x="9352" y="396"/>
                  </a:cubicBezTo>
                  <a:cubicBezTo>
                    <a:pt x="9351" y="451"/>
                    <a:pt x="9336" y="491"/>
                    <a:pt x="9307" y="516"/>
                  </a:cubicBezTo>
                  <a:cubicBezTo>
                    <a:pt x="9278" y="542"/>
                    <a:pt x="9241" y="554"/>
                    <a:pt x="9194" y="554"/>
                  </a:cubicBezTo>
                  <a:cubicBezTo>
                    <a:pt x="9161" y="553"/>
                    <a:pt x="9134" y="551"/>
                    <a:pt x="9113" y="547"/>
                  </a:cubicBezTo>
                  <a:cubicBezTo>
                    <a:pt x="9092" y="543"/>
                    <a:pt x="9077" y="539"/>
                    <a:pt x="9068" y="535"/>
                  </a:cubicBezTo>
                  <a:lnTo>
                    <a:pt x="9078" y="402"/>
                  </a:lnTo>
                  <a:cubicBezTo>
                    <a:pt x="9088" y="406"/>
                    <a:pt x="9101" y="410"/>
                    <a:pt x="9120" y="414"/>
                  </a:cubicBezTo>
                  <a:cubicBezTo>
                    <a:pt x="9139" y="418"/>
                    <a:pt x="9160" y="420"/>
                    <a:pt x="9184" y="420"/>
                  </a:cubicBezTo>
                  <a:cubicBezTo>
                    <a:pt x="9187" y="420"/>
                    <a:pt x="9190" y="420"/>
                    <a:pt x="9192" y="420"/>
                  </a:cubicBezTo>
                  <a:cubicBezTo>
                    <a:pt x="9195" y="420"/>
                    <a:pt x="9198" y="420"/>
                    <a:pt x="9201" y="420"/>
                  </a:cubicBezTo>
                  <a:cubicBezTo>
                    <a:pt x="9202" y="416"/>
                    <a:pt x="9203" y="412"/>
                    <a:pt x="9204" y="407"/>
                  </a:cubicBezTo>
                  <a:cubicBezTo>
                    <a:pt x="9205" y="403"/>
                    <a:pt x="9206" y="398"/>
                    <a:pt x="9206" y="393"/>
                  </a:cubicBezTo>
                  <a:cubicBezTo>
                    <a:pt x="9205" y="384"/>
                    <a:pt x="9204" y="375"/>
                    <a:pt x="9200" y="366"/>
                  </a:cubicBezTo>
                  <a:cubicBezTo>
                    <a:pt x="9196" y="358"/>
                    <a:pt x="9192" y="348"/>
                    <a:pt x="9186" y="336"/>
                  </a:cubicBezTo>
                  <a:lnTo>
                    <a:pt x="9159" y="276"/>
                  </a:lnTo>
                  <a:cubicBezTo>
                    <a:pt x="9151" y="259"/>
                    <a:pt x="9145" y="241"/>
                    <a:pt x="9140" y="223"/>
                  </a:cubicBezTo>
                  <a:cubicBezTo>
                    <a:pt x="9135" y="205"/>
                    <a:pt x="9133" y="188"/>
                    <a:pt x="9133" y="171"/>
                  </a:cubicBezTo>
                  <a:cubicBezTo>
                    <a:pt x="9134" y="116"/>
                    <a:pt x="9149" y="75"/>
                    <a:pt x="9180" y="48"/>
                  </a:cubicBezTo>
                  <a:cubicBezTo>
                    <a:pt x="9211" y="20"/>
                    <a:pt x="9253" y="7"/>
                    <a:pt x="9305" y="7"/>
                  </a:cubicBezTo>
                  <a:close/>
                  <a:moveTo>
                    <a:pt x="7504" y="7"/>
                  </a:moveTo>
                  <a:cubicBezTo>
                    <a:pt x="7559" y="7"/>
                    <a:pt x="7596" y="21"/>
                    <a:pt x="7618" y="47"/>
                  </a:cubicBezTo>
                  <a:cubicBezTo>
                    <a:pt x="7639" y="73"/>
                    <a:pt x="7649" y="108"/>
                    <a:pt x="7648" y="151"/>
                  </a:cubicBezTo>
                  <a:cubicBezTo>
                    <a:pt x="7648" y="175"/>
                    <a:pt x="7646" y="200"/>
                    <a:pt x="7642" y="227"/>
                  </a:cubicBezTo>
                  <a:cubicBezTo>
                    <a:pt x="7638" y="253"/>
                    <a:pt x="7632" y="281"/>
                    <a:pt x="7626" y="310"/>
                  </a:cubicBezTo>
                  <a:cubicBezTo>
                    <a:pt x="7610" y="395"/>
                    <a:pt x="7585" y="457"/>
                    <a:pt x="7550" y="496"/>
                  </a:cubicBezTo>
                  <a:cubicBezTo>
                    <a:pt x="7514" y="535"/>
                    <a:pt x="7461" y="554"/>
                    <a:pt x="7391" y="554"/>
                  </a:cubicBezTo>
                  <a:cubicBezTo>
                    <a:pt x="7336" y="553"/>
                    <a:pt x="7299" y="540"/>
                    <a:pt x="7277" y="514"/>
                  </a:cubicBezTo>
                  <a:cubicBezTo>
                    <a:pt x="7256" y="487"/>
                    <a:pt x="7246" y="453"/>
                    <a:pt x="7247" y="409"/>
                  </a:cubicBezTo>
                  <a:cubicBezTo>
                    <a:pt x="7247" y="385"/>
                    <a:pt x="7250" y="360"/>
                    <a:pt x="7254" y="334"/>
                  </a:cubicBezTo>
                  <a:cubicBezTo>
                    <a:pt x="7258" y="307"/>
                    <a:pt x="7263" y="280"/>
                    <a:pt x="7270" y="251"/>
                  </a:cubicBezTo>
                  <a:cubicBezTo>
                    <a:pt x="7281" y="194"/>
                    <a:pt x="7295" y="148"/>
                    <a:pt x="7314" y="112"/>
                  </a:cubicBezTo>
                  <a:cubicBezTo>
                    <a:pt x="7332" y="76"/>
                    <a:pt x="7357" y="49"/>
                    <a:pt x="7387" y="32"/>
                  </a:cubicBezTo>
                  <a:cubicBezTo>
                    <a:pt x="7418" y="15"/>
                    <a:pt x="7457" y="7"/>
                    <a:pt x="7504" y="7"/>
                  </a:cubicBezTo>
                  <a:close/>
                  <a:moveTo>
                    <a:pt x="7115" y="7"/>
                  </a:moveTo>
                  <a:cubicBezTo>
                    <a:pt x="7144" y="7"/>
                    <a:pt x="7172" y="9"/>
                    <a:pt x="7198" y="13"/>
                  </a:cubicBezTo>
                  <a:cubicBezTo>
                    <a:pt x="7224" y="17"/>
                    <a:pt x="7243" y="21"/>
                    <a:pt x="7254" y="26"/>
                  </a:cubicBezTo>
                  <a:lnTo>
                    <a:pt x="7222" y="153"/>
                  </a:lnTo>
                  <a:cubicBezTo>
                    <a:pt x="7209" y="149"/>
                    <a:pt x="7193" y="146"/>
                    <a:pt x="7175" y="143"/>
                  </a:cubicBezTo>
                  <a:cubicBezTo>
                    <a:pt x="7157" y="140"/>
                    <a:pt x="7136" y="138"/>
                    <a:pt x="7113" y="138"/>
                  </a:cubicBezTo>
                  <a:cubicBezTo>
                    <a:pt x="7085" y="137"/>
                    <a:pt x="7066" y="144"/>
                    <a:pt x="7054" y="160"/>
                  </a:cubicBezTo>
                  <a:cubicBezTo>
                    <a:pt x="7043" y="176"/>
                    <a:pt x="7032" y="207"/>
                    <a:pt x="7022" y="252"/>
                  </a:cubicBezTo>
                  <a:cubicBezTo>
                    <a:pt x="7018" y="268"/>
                    <a:pt x="7015" y="288"/>
                    <a:pt x="7011" y="309"/>
                  </a:cubicBezTo>
                  <a:cubicBezTo>
                    <a:pt x="7007" y="331"/>
                    <a:pt x="7004" y="353"/>
                    <a:pt x="7002" y="374"/>
                  </a:cubicBezTo>
                  <a:cubicBezTo>
                    <a:pt x="7000" y="395"/>
                    <a:pt x="6998" y="413"/>
                    <a:pt x="6998" y="428"/>
                  </a:cubicBezTo>
                  <a:cubicBezTo>
                    <a:pt x="7001" y="429"/>
                    <a:pt x="7005" y="429"/>
                    <a:pt x="7008" y="429"/>
                  </a:cubicBezTo>
                  <a:cubicBezTo>
                    <a:pt x="7011" y="429"/>
                    <a:pt x="7014" y="429"/>
                    <a:pt x="7018" y="429"/>
                  </a:cubicBezTo>
                  <a:cubicBezTo>
                    <a:pt x="7027" y="429"/>
                    <a:pt x="7036" y="429"/>
                    <a:pt x="7045" y="428"/>
                  </a:cubicBezTo>
                  <a:cubicBezTo>
                    <a:pt x="7054" y="427"/>
                    <a:pt x="7063" y="426"/>
                    <a:pt x="7071" y="424"/>
                  </a:cubicBezTo>
                  <a:lnTo>
                    <a:pt x="7085" y="346"/>
                  </a:lnTo>
                  <a:lnTo>
                    <a:pt x="7044" y="346"/>
                  </a:lnTo>
                  <a:lnTo>
                    <a:pt x="7064" y="235"/>
                  </a:lnTo>
                  <a:lnTo>
                    <a:pt x="7228" y="235"/>
                  </a:lnTo>
                  <a:lnTo>
                    <a:pt x="7174" y="526"/>
                  </a:lnTo>
                  <a:cubicBezTo>
                    <a:pt x="7156" y="534"/>
                    <a:pt x="7130" y="541"/>
                    <a:pt x="7097" y="546"/>
                  </a:cubicBezTo>
                  <a:cubicBezTo>
                    <a:pt x="7064" y="551"/>
                    <a:pt x="7032" y="554"/>
                    <a:pt x="6999" y="554"/>
                  </a:cubicBezTo>
                  <a:cubicBezTo>
                    <a:pt x="6960" y="554"/>
                    <a:pt x="6930" y="548"/>
                    <a:pt x="6909" y="536"/>
                  </a:cubicBezTo>
                  <a:cubicBezTo>
                    <a:pt x="6888" y="524"/>
                    <a:pt x="6874" y="507"/>
                    <a:pt x="6866" y="485"/>
                  </a:cubicBezTo>
                  <a:cubicBezTo>
                    <a:pt x="6858" y="464"/>
                    <a:pt x="6855" y="439"/>
                    <a:pt x="6855" y="410"/>
                  </a:cubicBezTo>
                  <a:cubicBezTo>
                    <a:pt x="6855" y="386"/>
                    <a:pt x="6857" y="361"/>
                    <a:pt x="6861" y="334"/>
                  </a:cubicBezTo>
                  <a:cubicBezTo>
                    <a:pt x="6866" y="307"/>
                    <a:pt x="6871" y="280"/>
                    <a:pt x="6877" y="251"/>
                  </a:cubicBezTo>
                  <a:cubicBezTo>
                    <a:pt x="6893" y="166"/>
                    <a:pt x="6919" y="104"/>
                    <a:pt x="6955" y="65"/>
                  </a:cubicBezTo>
                  <a:cubicBezTo>
                    <a:pt x="6991" y="26"/>
                    <a:pt x="7045" y="6"/>
                    <a:pt x="7115" y="7"/>
                  </a:cubicBezTo>
                  <a:close/>
                  <a:moveTo>
                    <a:pt x="6653" y="7"/>
                  </a:moveTo>
                  <a:cubicBezTo>
                    <a:pt x="6684" y="7"/>
                    <a:pt x="6709" y="9"/>
                    <a:pt x="6728" y="13"/>
                  </a:cubicBezTo>
                  <a:cubicBezTo>
                    <a:pt x="6748" y="17"/>
                    <a:pt x="6762" y="21"/>
                    <a:pt x="6771" y="25"/>
                  </a:cubicBezTo>
                  <a:lnTo>
                    <a:pt x="6741" y="151"/>
                  </a:lnTo>
                  <a:cubicBezTo>
                    <a:pt x="6729" y="147"/>
                    <a:pt x="6717" y="143"/>
                    <a:pt x="6705" y="141"/>
                  </a:cubicBezTo>
                  <a:cubicBezTo>
                    <a:pt x="6694" y="139"/>
                    <a:pt x="6681" y="138"/>
                    <a:pt x="6668" y="138"/>
                  </a:cubicBezTo>
                  <a:cubicBezTo>
                    <a:pt x="6655" y="138"/>
                    <a:pt x="6645" y="140"/>
                    <a:pt x="6638" y="145"/>
                  </a:cubicBezTo>
                  <a:cubicBezTo>
                    <a:pt x="6631" y="150"/>
                    <a:pt x="6628" y="158"/>
                    <a:pt x="6628" y="169"/>
                  </a:cubicBezTo>
                  <a:cubicBezTo>
                    <a:pt x="6628" y="177"/>
                    <a:pt x="6629" y="186"/>
                    <a:pt x="6632" y="194"/>
                  </a:cubicBezTo>
                  <a:cubicBezTo>
                    <a:pt x="6635" y="203"/>
                    <a:pt x="6640" y="215"/>
                    <a:pt x="6646" y="230"/>
                  </a:cubicBezTo>
                  <a:lnTo>
                    <a:pt x="6672" y="291"/>
                  </a:lnTo>
                  <a:cubicBezTo>
                    <a:pt x="6679" y="306"/>
                    <a:pt x="6685" y="323"/>
                    <a:pt x="6691" y="341"/>
                  </a:cubicBezTo>
                  <a:cubicBezTo>
                    <a:pt x="6696" y="359"/>
                    <a:pt x="6700" y="377"/>
                    <a:pt x="6700" y="396"/>
                  </a:cubicBezTo>
                  <a:cubicBezTo>
                    <a:pt x="6699" y="451"/>
                    <a:pt x="6684" y="491"/>
                    <a:pt x="6655" y="516"/>
                  </a:cubicBezTo>
                  <a:cubicBezTo>
                    <a:pt x="6626" y="542"/>
                    <a:pt x="6589" y="554"/>
                    <a:pt x="6542" y="554"/>
                  </a:cubicBezTo>
                  <a:cubicBezTo>
                    <a:pt x="6509" y="553"/>
                    <a:pt x="6482" y="551"/>
                    <a:pt x="6461" y="547"/>
                  </a:cubicBezTo>
                  <a:cubicBezTo>
                    <a:pt x="6440" y="543"/>
                    <a:pt x="6425" y="539"/>
                    <a:pt x="6416" y="535"/>
                  </a:cubicBezTo>
                  <a:lnTo>
                    <a:pt x="6426" y="402"/>
                  </a:lnTo>
                  <a:cubicBezTo>
                    <a:pt x="6436" y="406"/>
                    <a:pt x="6449" y="410"/>
                    <a:pt x="6468" y="414"/>
                  </a:cubicBezTo>
                  <a:cubicBezTo>
                    <a:pt x="6487" y="418"/>
                    <a:pt x="6508" y="420"/>
                    <a:pt x="6532" y="420"/>
                  </a:cubicBezTo>
                  <a:cubicBezTo>
                    <a:pt x="6535" y="420"/>
                    <a:pt x="6538" y="420"/>
                    <a:pt x="6540" y="420"/>
                  </a:cubicBezTo>
                  <a:cubicBezTo>
                    <a:pt x="6543" y="420"/>
                    <a:pt x="6546" y="420"/>
                    <a:pt x="6549" y="420"/>
                  </a:cubicBezTo>
                  <a:cubicBezTo>
                    <a:pt x="6550" y="416"/>
                    <a:pt x="6551" y="412"/>
                    <a:pt x="6552" y="407"/>
                  </a:cubicBezTo>
                  <a:cubicBezTo>
                    <a:pt x="6553" y="403"/>
                    <a:pt x="6554" y="398"/>
                    <a:pt x="6554" y="393"/>
                  </a:cubicBezTo>
                  <a:cubicBezTo>
                    <a:pt x="6553" y="384"/>
                    <a:pt x="6552" y="375"/>
                    <a:pt x="6548" y="366"/>
                  </a:cubicBezTo>
                  <a:cubicBezTo>
                    <a:pt x="6544" y="358"/>
                    <a:pt x="6540" y="348"/>
                    <a:pt x="6534" y="336"/>
                  </a:cubicBezTo>
                  <a:lnTo>
                    <a:pt x="6507" y="276"/>
                  </a:lnTo>
                  <a:cubicBezTo>
                    <a:pt x="6499" y="259"/>
                    <a:pt x="6493" y="241"/>
                    <a:pt x="6488" y="223"/>
                  </a:cubicBezTo>
                  <a:cubicBezTo>
                    <a:pt x="6483" y="205"/>
                    <a:pt x="6481" y="188"/>
                    <a:pt x="6481" y="171"/>
                  </a:cubicBezTo>
                  <a:cubicBezTo>
                    <a:pt x="6482" y="116"/>
                    <a:pt x="6497" y="75"/>
                    <a:pt x="6528" y="48"/>
                  </a:cubicBezTo>
                  <a:cubicBezTo>
                    <a:pt x="6559" y="20"/>
                    <a:pt x="6601" y="7"/>
                    <a:pt x="6653" y="7"/>
                  </a:cubicBezTo>
                  <a:close/>
                  <a:moveTo>
                    <a:pt x="4850" y="7"/>
                  </a:moveTo>
                  <a:cubicBezTo>
                    <a:pt x="4905" y="7"/>
                    <a:pt x="4942" y="21"/>
                    <a:pt x="4964" y="47"/>
                  </a:cubicBezTo>
                  <a:cubicBezTo>
                    <a:pt x="4985" y="73"/>
                    <a:pt x="4995" y="108"/>
                    <a:pt x="4994" y="151"/>
                  </a:cubicBezTo>
                  <a:cubicBezTo>
                    <a:pt x="4994" y="175"/>
                    <a:pt x="4992" y="200"/>
                    <a:pt x="4988" y="227"/>
                  </a:cubicBezTo>
                  <a:cubicBezTo>
                    <a:pt x="4984" y="253"/>
                    <a:pt x="4978" y="281"/>
                    <a:pt x="4972" y="310"/>
                  </a:cubicBezTo>
                  <a:cubicBezTo>
                    <a:pt x="4956" y="395"/>
                    <a:pt x="4931" y="457"/>
                    <a:pt x="4896" y="496"/>
                  </a:cubicBezTo>
                  <a:cubicBezTo>
                    <a:pt x="4860" y="535"/>
                    <a:pt x="4807" y="554"/>
                    <a:pt x="4737" y="554"/>
                  </a:cubicBezTo>
                  <a:cubicBezTo>
                    <a:pt x="4682" y="553"/>
                    <a:pt x="4645" y="540"/>
                    <a:pt x="4623" y="514"/>
                  </a:cubicBezTo>
                  <a:cubicBezTo>
                    <a:pt x="4602" y="487"/>
                    <a:pt x="4592" y="453"/>
                    <a:pt x="4593" y="409"/>
                  </a:cubicBezTo>
                  <a:cubicBezTo>
                    <a:pt x="4593" y="385"/>
                    <a:pt x="4596" y="360"/>
                    <a:pt x="4600" y="334"/>
                  </a:cubicBezTo>
                  <a:cubicBezTo>
                    <a:pt x="4604" y="307"/>
                    <a:pt x="4609" y="280"/>
                    <a:pt x="4616" y="251"/>
                  </a:cubicBezTo>
                  <a:cubicBezTo>
                    <a:pt x="4627" y="194"/>
                    <a:pt x="4641" y="148"/>
                    <a:pt x="4660" y="112"/>
                  </a:cubicBezTo>
                  <a:cubicBezTo>
                    <a:pt x="4678" y="76"/>
                    <a:pt x="4703" y="49"/>
                    <a:pt x="4733" y="32"/>
                  </a:cubicBezTo>
                  <a:cubicBezTo>
                    <a:pt x="4764" y="15"/>
                    <a:pt x="4803" y="7"/>
                    <a:pt x="4850" y="7"/>
                  </a:cubicBezTo>
                  <a:close/>
                  <a:moveTo>
                    <a:pt x="4461" y="7"/>
                  </a:moveTo>
                  <a:cubicBezTo>
                    <a:pt x="4490" y="7"/>
                    <a:pt x="4518" y="9"/>
                    <a:pt x="4544" y="13"/>
                  </a:cubicBezTo>
                  <a:cubicBezTo>
                    <a:pt x="4570" y="17"/>
                    <a:pt x="4589" y="21"/>
                    <a:pt x="4600" y="26"/>
                  </a:cubicBezTo>
                  <a:lnTo>
                    <a:pt x="4568" y="153"/>
                  </a:lnTo>
                  <a:cubicBezTo>
                    <a:pt x="4555" y="149"/>
                    <a:pt x="4539" y="146"/>
                    <a:pt x="4521" y="143"/>
                  </a:cubicBezTo>
                  <a:cubicBezTo>
                    <a:pt x="4503" y="140"/>
                    <a:pt x="4482" y="138"/>
                    <a:pt x="4459" y="138"/>
                  </a:cubicBezTo>
                  <a:cubicBezTo>
                    <a:pt x="4431" y="137"/>
                    <a:pt x="4412" y="144"/>
                    <a:pt x="4400" y="160"/>
                  </a:cubicBezTo>
                  <a:cubicBezTo>
                    <a:pt x="4389" y="176"/>
                    <a:pt x="4378" y="207"/>
                    <a:pt x="4368" y="252"/>
                  </a:cubicBezTo>
                  <a:cubicBezTo>
                    <a:pt x="4364" y="268"/>
                    <a:pt x="4361" y="288"/>
                    <a:pt x="4357" y="309"/>
                  </a:cubicBezTo>
                  <a:cubicBezTo>
                    <a:pt x="4353" y="331"/>
                    <a:pt x="4350" y="353"/>
                    <a:pt x="4348" y="374"/>
                  </a:cubicBezTo>
                  <a:cubicBezTo>
                    <a:pt x="4346" y="395"/>
                    <a:pt x="4344" y="413"/>
                    <a:pt x="4344" y="428"/>
                  </a:cubicBezTo>
                  <a:cubicBezTo>
                    <a:pt x="4347" y="429"/>
                    <a:pt x="4351" y="429"/>
                    <a:pt x="4354" y="429"/>
                  </a:cubicBezTo>
                  <a:cubicBezTo>
                    <a:pt x="4357" y="429"/>
                    <a:pt x="4360" y="429"/>
                    <a:pt x="4364" y="429"/>
                  </a:cubicBezTo>
                  <a:cubicBezTo>
                    <a:pt x="4373" y="429"/>
                    <a:pt x="4382" y="429"/>
                    <a:pt x="4391" y="428"/>
                  </a:cubicBezTo>
                  <a:cubicBezTo>
                    <a:pt x="4400" y="427"/>
                    <a:pt x="4409" y="426"/>
                    <a:pt x="4417" y="424"/>
                  </a:cubicBezTo>
                  <a:lnTo>
                    <a:pt x="4431" y="346"/>
                  </a:lnTo>
                  <a:lnTo>
                    <a:pt x="4390" y="346"/>
                  </a:lnTo>
                  <a:lnTo>
                    <a:pt x="4410" y="235"/>
                  </a:lnTo>
                  <a:lnTo>
                    <a:pt x="4574" y="235"/>
                  </a:lnTo>
                  <a:lnTo>
                    <a:pt x="4520" y="526"/>
                  </a:lnTo>
                  <a:cubicBezTo>
                    <a:pt x="4502" y="534"/>
                    <a:pt x="4476" y="541"/>
                    <a:pt x="4443" y="546"/>
                  </a:cubicBezTo>
                  <a:cubicBezTo>
                    <a:pt x="4410" y="551"/>
                    <a:pt x="4378" y="554"/>
                    <a:pt x="4345" y="554"/>
                  </a:cubicBezTo>
                  <a:cubicBezTo>
                    <a:pt x="4306" y="554"/>
                    <a:pt x="4276" y="548"/>
                    <a:pt x="4255" y="536"/>
                  </a:cubicBezTo>
                  <a:cubicBezTo>
                    <a:pt x="4234" y="524"/>
                    <a:pt x="4220" y="507"/>
                    <a:pt x="4212" y="485"/>
                  </a:cubicBezTo>
                  <a:cubicBezTo>
                    <a:pt x="4204" y="464"/>
                    <a:pt x="4201" y="439"/>
                    <a:pt x="4201" y="410"/>
                  </a:cubicBezTo>
                  <a:cubicBezTo>
                    <a:pt x="4201" y="386"/>
                    <a:pt x="4203" y="361"/>
                    <a:pt x="4207" y="334"/>
                  </a:cubicBezTo>
                  <a:cubicBezTo>
                    <a:pt x="4212" y="307"/>
                    <a:pt x="4217" y="280"/>
                    <a:pt x="4223" y="251"/>
                  </a:cubicBezTo>
                  <a:cubicBezTo>
                    <a:pt x="4239" y="166"/>
                    <a:pt x="4265" y="104"/>
                    <a:pt x="4301" y="65"/>
                  </a:cubicBezTo>
                  <a:cubicBezTo>
                    <a:pt x="4337" y="26"/>
                    <a:pt x="4391" y="6"/>
                    <a:pt x="4461" y="7"/>
                  </a:cubicBezTo>
                  <a:close/>
                  <a:moveTo>
                    <a:pt x="3999" y="7"/>
                  </a:moveTo>
                  <a:cubicBezTo>
                    <a:pt x="4030" y="7"/>
                    <a:pt x="4055" y="9"/>
                    <a:pt x="4074" y="13"/>
                  </a:cubicBezTo>
                  <a:cubicBezTo>
                    <a:pt x="4094" y="17"/>
                    <a:pt x="4108" y="21"/>
                    <a:pt x="4117" y="25"/>
                  </a:cubicBezTo>
                  <a:lnTo>
                    <a:pt x="4087" y="151"/>
                  </a:lnTo>
                  <a:cubicBezTo>
                    <a:pt x="4075" y="147"/>
                    <a:pt x="4063" y="143"/>
                    <a:pt x="4051" y="141"/>
                  </a:cubicBezTo>
                  <a:cubicBezTo>
                    <a:pt x="4040" y="139"/>
                    <a:pt x="4027" y="138"/>
                    <a:pt x="4014" y="138"/>
                  </a:cubicBezTo>
                  <a:cubicBezTo>
                    <a:pt x="4001" y="138"/>
                    <a:pt x="3991" y="140"/>
                    <a:pt x="3984" y="145"/>
                  </a:cubicBezTo>
                  <a:cubicBezTo>
                    <a:pt x="3977" y="150"/>
                    <a:pt x="3974" y="158"/>
                    <a:pt x="3974" y="169"/>
                  </a:cubicBezTo>
                  <a:cubicBezTo>
                    <a:pt x="3974" y="177"/>
                    <a:pt x="3975" y="186"/>
                    <a:pt x="3978" y="194"/>
                  </a:cubicBezTo>
                  <a:cubicBezTo>
                    <a:pt x="3981" y="203"/>
                    <a:pt x="3986" y="215"/>
                    <a:pt x="3992" y="230"/>
                  </a:cubicBezTo>
                  <a:lnTo>
                    <a:pt x="4018" y="291"/>
                  </a:lnTo>
                  <a:cubicBezTo>
                    <a:pt x="4025" y="306"/>
                    <a:pt x="4031" y="323"/>
                    <a:pt x="4037" y="341"/>
                  </a:cubicBezTo>
                  <a:cubicBezTo>
                    <a:pt x="4042" y="359"/>
                    <a:pt x="4046" y="377"/>
                    <a:pt x="4046" y="396"/>
                  </a:cubicBezTo>
                  <a:cubicBezTo>
                    <a:pt x="4045" y="451"/>
                    <a:pt x="4030" y="491"/>
                    <a:pt x="4001" y="516"/>
                  </a:cubicBezTo>
                  <a:cubicBezTo>
                    <a:pt x="3972" y="542"/>
                    <a:pt x="3935" y="554"/>
                    <a:pt x="3888" y="554"/>
                  </a:cubicBezTo>
                  <a:cubicBezTo>
                    <a:pt x="3855" y="553"/>
                    <a:pt x="3828" y="551"/>
                    <a:pt x="3807" y="547"/>
                  </a:cubicBezTo>
                  <a:cubicBezTo>
                    <a:pt x="3786" y="543"/>
                    <a:pt x="3771" y="539"/>
                    <a:pt x="3762" y="535"/>
                  </a:cubicBezTo>
                  <a:lnTo>
                    <a:pt x="3772" y="402"/>
                  </a:lnTo>
                  <a:cubicBezTo>
                    <a:pt x="3782" y="406"/>
                    <a:pt x="3795" y="410"/>
                    <a:pt x="3814" y="414"/>
                  </a:cubicBezTo>
                  <a:cubicBezTo>
                    <a:pt x="3833" y="418"/>
                    <a:pt x="3854" y="420"/>
                    <a:pt x="3878" y="420"/>
                  </a:cubicBezTo>
                  <a:cubicBezTo>
                    <a:pt x="3881" y="420"/>
                    <a:pt x="3884" y="420"/>
                    <a:pt x="3886" y="420"/>
                  </a:cubicBezTo>
                  <a:cubicBezTo>
                    <a:pt x="3889" y="420"/>
                    <a:pt x="3892" y="420"/>
                    <a:pt x="3895" y="420"/>
                  </a:cubicBezTo>
                  <a:cubicBezTo>
                    <a:pt x="3896" y="416"/>
                    <a:pt x="3897" y="412"/>
                    <a:pt x="3898" y="407"/>
                  </a:cubicBezTo>
                  <a:cubicBezTo>
                    <a:pt x="3899" y="403"/>
                    <a:pt x="3900" y="398"/>
                    <a:pt x="3900" y="393"/>
                  </a:cubicBezTo>
                  <a:cubicBezTo>
                    <a:pt x="3899" y="384"/>
                    <a:pt x="3898" y="375"/>
                    <a:pt x="3894" y="366"/>
                  </a:cubicBezTo>
                  <a:cubicBezTo>
                    <a:pt x="3890" y="358"/>
                    <a:pt x="3886" y="348"/>
                    <a:pt x="3880" y="336"/>
                  </a:cubicBezTo>
                  <a:lnTo>
                    <a:pt x="3853" y="276"/>
                  </a:lnTo>
                  <a:cubicBezTo>
                    <a:pt x="3845" y="259"/>
                    <a:pt x="3839" y="241"/>
                    <a:pt x="3834" y="223"/>
                  </a:cubicBezTo>
                  <a:cubicBezTo>
                    <a:pt x="3829" y="205"/>
                    <a:pt x="3827" y="188"/>
                    <a:pt x="3827" y="171"/>
                  </a:cubicBezTo>
                  <a:cubicBezTo>
                    <a:pt x="3828" y="116"/>
                    <a:pt x="3843" y="75"/>
                    <a:pt x="3874" y="48"/>
                  </a:cubicBezTo>
                  <a:cubicBezTo>
                    <a:pt x="3905" y="20"/>
                    <a:pt x="3947" y="7"/>
                    <a:pt x="3999" y="7"/>
                  </a:cubicBezTo>
                  <a:close/>
                  <a:moveTo>
                    <a:pt x="2198" y="7"/>
                  </a:moveTo>
                  <a:cubicBezTo>
                    <a:pt x="2253" y="7"/>
                    <a:pt x="2290" y="21"/>
                    <a:pt x="2312" y="47"/>
                  </a:cubicBezTo>
                  <a:cubicBezTo>
                    <a:pt x="2333" y="73"/>
                    <a:pt x="2343" y="108"/>
                    <a:pt x="2342" y="151"/>
                  </a:cubicBezTo>
                  <a:cubicBezTo>
                    <a:pt x="2342" y="175"/>
                    <a:pt x="2340" y="200"/>
                    <a:pt x="2336" y="227"/>
                  </a:cubicBezTo>
                  <a:cubicBezTo>
                    <a:pt x="2332" y="253"/>
                    <a:pt x="2326" y="281"/>
                    <a:pt x="2320" y="310"/>
                  </a:cubicBezTo>
                  <a:cubicBezTo>
                    <a:pt x="2304" y="395"/>
                    <a:pt x="2279" y="457"/>
                    <a:pt x="2244" y="496"/>
                  </a:cubicBezTo>
                  <a:cubicBezTo>
                    <a:pt x="2208" y="535"/>
                    <a:pt x="2155" y="554"/>
                    <a:pt x="2085" y="554"/>
                  </a:cubicBezTo>
                  <a:cubicBezTo>
                    <a:pt x="2030" y="553"/>
                    <a:pt x="1993" y="540"/>
                    <a:pt x="1971" y="514"/>
                  </a:cubicBezTo>
                  <a:cubicBezTo>
                    <a:pt x="1950" y="487"/>
                    <a:pt x="1940" y="453"/>
                    <a:pt x="1941" y="409"/>
                  </a:cubicBezTo>
                  <a:cubicBezTo>
                    <a:pt x="1941" y="385"/>
                    <a:pt x="1944" y="360"/>
                    <a:pt x="1948" y="334"/>
                  </a:cubicBezTo>
                  <a:cubicBezTo>
                    <a:pt x="1952" y="307"/>
                    <a:pt x="1957" y="280"/>
                    <a:pt x="1964" y="251"/>
                  </a:cubicBezTo>
                  <a:cubicBezTo>
                    <a:pt x="1975" y="194"/>
                    <a:pt x="1989" y="148"/>
                    <a:pt x="2008" y="112"/>
                  </a:cubicBezTo>
                  <a:cubicBezTo>
                    <a:pt x="2026" y="76"/>
                    <a:pt x="2051" y="49"/>
                    <a:pt x="2081" y="32"/>
                  </a:cubicBezTo>
                  <a:cubicBezTo>
                    <a:pt x="2112" y="15"/>
                    <a:pt x="2151" y="7"/>
                    <a:pt x="2198" y="7"/>
                  </a:cubicBezTo>
                  <a:close/>
                  <a:moveTo>
                    <a:pt x="1809" y="7"/>
                  </a:moveTo>
                  <a:cubicBezTo>
                    <a:pt x="1838" y="7"/>
                    <a:pt x="1866" y="9"/>
                    <a:pt x="1892" y="13"/>
                  </a:cubicBezTo>
                  <a:cubicBezTo>
                    <a:pt x="1918" y="17"/>
                    <a:pt x="1937" y="21"/>
                    <a:pt x="1948" y="26"/>
                  </a:cubicBezTo>
                  <a:lnTo>
                    <a:pt x="1916" y="153"/>
                  </a:lnTo>
                  <a:cubicBezTo>
                    <a:pt x="1903" y="149"/>
                    <a:pt x="1887" y="146"/>
                    <a:pt x="1869" y="143"/>
                  </a:cubicBezTo>
                  <a:cubicBezTo>
                    <a:pt x="1851" y="140"/>
                    <a:pt x="1830" y="138"/>
                    <a:pt x="1807" y="138"/>
                  </a:cubicBezTo>
                  <a:cubicBezTo>
                    <a:pt x="1779" y="137"/>
                    <a:pt x="1760" y="144"/>
                    <a:pt x="1748" y="160"/>
                  </a:cubicBezTo>
                  <a:cubicBezTo>
                    <a:pt x="1737" y="176"/>
                    <a:pt x="1726" y="207"/>
                    <a:pt x="1716" y="252"/>
                  </a:cubicBezTo>
                  <a:cubicBezTo>
                    <a:pt x="1712" y="268"/>
                    <a:pt x="1709" y="288"/>
                    <a:pt x="1705" y="309"/>
                  </a:cubicBezTo>
                  <a:cubicBezTo>
                    <a:pt x="1701" y="331"/>
                    <a:pt x="1698" y="353"/>
                    <a:pt x="1696" y="374"/>
                  </a:cubicBezTo>
                  <a:cubicBezTo>
                    <a:pt x="1694" y="395"/>
                    <a:pt x="1692" y="413"/>
                    <a:pt x="1692" y="428"/>
                  </a:cubicBezTo>
                  <a:cubicBezTo>
                    <a:pt x="1695" y="429"/>
                    <a:pt x="1699" y="429"/>
                    <a:pt x="1702" y="429"/>
                  </a:cubicBezTo>
                  <a:cubicBezTo>
                    <a:pt x="1705" y="429"/>
                    <a:pt x="1708" y="429"/>
                    <a:pt x="1712" y="429"/>
                  </a:cubicBezTo>
                  <a:cubicBezTo>
                    <a:pt x="1721" y="429"/>
                    <a:pt x="1730" y="429"/>
                    <a:pt x="1739" y="428"/>
                  </a:cubicBezTo>
                  <a:cubicBezTo>
                    <a:pt x="1748" y="427"/>
                    <a:pt x="1757" y="426"/>
                    <a:pt x="1765" y="424"/>
                  </a:cubicBezTo>
                  <a:lnTo>
                    <a:pt x="1779" y="346"/>
                  </a:lnTo>
                  <a:lnTo>
                    <a:pt x="1738" y="346"/>
                  </a:lnTo>
                  <a:lnTo>
                    <a:pt x="1758" y="235"/>
                  </a:lnTo>
                  <a:lnTo>
                    <a:pt x="1922" y="235"/>
                  </a:lnTo>
                  <a:lnTo>
                    <a:pt x="1868" y="526"/>
                  </a:lnTo>
                  <a:cubicBezTo>
                    <a:pt x="1850" y="534"/>
                    <a:pt x="1824" y="541"/>
                    <a:pt x="1791" y="546"/>
                  </a:cubicBezTo>
                  <a:cubicBezTo>
                    <a:pt x="1758" y="551"/>
                    <a:pt x="1726" y="554"/>
                    <a:pt x="1693" y="554"/>
                  </a:cubicBezTo>
                  <a:cubicBezTo>
                    <a:pt x="1654" y="554"/>
                    <a:pt x="1624" y="548"/>
                    <a:pt x="1603" y="536"/>
                  </a:cubicBezTo>
                  <a:cubicBezTo>
                    <a:pt x="1582" y="524"/>
                    <a:pt x="1568" y="507"/>
                    <a:pt x="1560" y="485"/>
                  </a:cubicBezTo>
                  <a:cubicBezTo>
                    <a:pt x="1552" y="464"/>
                    <a:pt x="1549" y="439"/>
                    <a:pt x="1549" y="410"/>
                  </a:cubicBezTo>
                  <a:cubicBezTo>
                    <a:pt x="1549" y="386"/>
                    <a:pt x="1551" y="361"/>
                    <a:pt x="1555" y="334"/>
                  </a:cubicBezTo>
                  <a:cubicBezTo>
                    <a:pt x="1560" y="307"/>
                    <a:pt x="1565" y="280"/>
                    <a:pt x="1571" y="251"/>
                  </a:cubicBezTo>
                  <a:cubicBezTo>
                    <a:pt x="1587" y="166"/>
                    <a:pt x="1613" y="104"/>
                    <a:pt x="1649" y="65"/>
                  </a:cubicBezTo>
                  <a:cubicBezTo>
                    <a:pt x="1685" y="26"/>
                    <a:pt x="1739" y="6"/>
                    <a:pt x="1809" y="7"/>
                  </a:cubicBezTo>
                  <a:close/>
                  <a:moveTo>
                    <a:pt x="1347" y="7"/>
                  </a:moveTo>
                  <a:cubicBezTo>
                    <a:pt x="1378" y="7"/>
                    <a:pt x="1403" y="9"/>
                    <a:pt x="1422" y="13"/>
                  </a:cubicBezTo>
                  <a:cubicBezTo>
                    <a:pt x="1442" y="17"/>
                    <a:pt x="1456" y="21"/>
                    <a:pt x="1465" y="25"/>
                  </a:cubicBezTo>
                  <a:lnTo>
                    <a:pt x="1435" y="151"/>
                  </a:lnTo>
                  <a:cubicBezTo>
                    <a:pt x="1423" y="147"/>
                    <a:pt x="1411" y="143"/>
                    <a:pt x="1399" y="141"/>
                  </a:cubicBezTo>
                  <a:cubicBezTo>
                    <a:pt x="1388" y="139"/>
                    <a:pt x="1375" y="138"/>
                    <a:pt x="1362" y="138"/>
                  </a:cubicBezTo>
                  <a:cubicBezTo>
                    <a:pt x="1349" y="138"/>
                    <a:pt x="1339" y="140"/>
                    <a:pt x="1332" y="145"/>
                  </a:cubicBezTo>
                  <a:cubicBezTo>
                    <a:pt x="1325" y="150"/>
                    <a:pt x="1322" y="158"/>
                    <a:pt x="1322" y="169"/>
                  </a:cubicBezTo>
                  <a:cubicBezTo>
                    <a:pt x="1322" y="177"/>
                    <a:pt x="1323" y="186"/>
                    <a:pt x="1326" y="194"/>
                  </a:cubicBezTo>
                  <a:cubicBezTo>
                    <a:pt x="1329" y="203"/>
                    <a:pt x="1334" y="215"/>
                    <a:pt x="1340" y="230"/>
                  </a:cubicBezTo>
                  <a:lnTo>
                    <a:pt x="1366" y="291"/>
                  </a:lnTo>
                  <a:cubicBezTo>
                    <a:pt x="1373" y="306"/>
                    <a:pt x="1379" y="323"/>
                    <a:pt x="1385" y="341"/>
                  </a:cubicBezTo>
                  <a:cubicBezTo>
                    <a:pt x="1390" y="359"/>
                    <a:pt x="1394" y="377"/>
                    <a:pt x="1394" y="396"/>
                  </a:cubicBezTo>
                  <a:cubicBezTo>
                    <a:pt x="1393" y="451"/>
                    <a:pt x="1378" y="491"/>
                    <a:pt x="1349" y="516"/>
                  </a:cubicBezTo>
                  <a:cubicBezTo>
                    <a:pt x="1320" y="542"/>
                    <a:pt x="1283" y="554"/>
                    <a:pt x="1236" y="554"/>
                  </a:cubicBezTo>
                  <a:cubicBezTo>
                    <a:pt x="1203" y="553"/>
                    <a:pt x="1176" y="551"/>
                    <a:pt x="1155" y="547"/>
                  </a:cubicBezTo>
                  <a:cubicBezTo>
                    <a:pt x="1134" y="543"/>
                    <a:pt x="1119" y="539"/>
                    <a:pt x="1110" y="535"/>
                  </a:cubicBezTo>
                  <a:lnTo>
                    <a:pt x="1120" y="402"/>
                  </a:lnTo>
                  <a:cubicBezTo>
                    <a:pt x="1130" y="406"/>
                    <a:pt x="1143" y="410"/>
                    <a:pt x="1162" y="414"/>
                  </a:cubicBezTo>
                  <a:cubicBezTo>
                    <a:pt x="1181" y="418"/>
                    <a:pt x="1202" y="420"/>
                    <a:pt x="1226" y="420"/>
                  </a:cubicBezTo>
                  <a:cubicBezTo>
                    <a:pt x="1229" y="420"/>
                    <a:pt x="1232" y="420"/>
                    <a:pt x="1234" y="420"/>
                  </a:cubicBezTo>
                  <a:cubicBezTo>
                    <a:pt x="1237" y="420"/>
                    <a:pt x="1240" y="420"/>
                    <a:pt x="1243" y="420"/>
                  </a:cubicBezTo>
                  <a:cubicBezTo>
                    <a:pt x="1244" y="416"/>
                    <a:pt x="1245" y="412"/>
                    <a:pt x="1246" y="407"/>
                  </a:cubicBezTo>
                  <a:cubicBezTo>
                    <a:pt x="1247" y="403"/>
                    <a:pt x="1248" y="398"/>
                    <a:pt x="1248" y="393"/>
                  </a:cubicBezTo>
                  <a:cubicBezTo>
                    <a:pt x="1247" y="384"/>
                    <a:pt x="1246" y="375"/>
                    <a:pt x="1242" y="366"/>
                  </a:cubicBezTo>
                  <a:cubicBezTo>
                    <a:pt x="1238" y="358"/>
                    <a:pt x="1234" y="348"/>
                    <a:pt x="1228" y="336"/>
                  </a:cubicBezTo>
                  <a:lnTo>
                    <a:pt x="1201" y="276"/>
                  </a:lnTo>
                  <a:cubicBezTo>
                    <a:pt x="1193" y="259"/>
                    <a:pt x="1187" y="241"/>
                    <a:pt x="1182" y="223"/>
                  </a:cubicBezTo>
                  <a:cubicBezTo>
                    <a:pt x="1177" y="205"/>
                    <a:pt x="1175" y="188"/>
                    <a:pt x="1175" y="171"/>
                  </a:cubicBezTo>
                  <a:cubicBezTo>
                    <a:pt x="1176" y="116"/>
                    <a:pt x="1191" y="75"/>
                    <a:pt x="1222" y="48"/>
                  </a:cubicBezTo>
                  <a:cubicBezTo>
                    <a:pt x="1253" y="20"/>
                    <a:pt x="1295" y="7"/>
                    <a:pt x="1347" y="7"/>
                  </a:cubicBezTo>
                  <a:close/>
                  <a:moveTo>
                    <a:pt x="15848" y="0"/>
                  </a:moveTo>
                  <a:lnTo>
                    <a:pt x="15758" y="374"/>
                  </a:lnTo>
                  <a:lnTo>
                    <a:pt x="15639" y="374"/>
                  </a:lnTo>
                  <a:lnTo>
                    <a:pt x="15691" y="16"/>
                  </a:lnTo>
                  <a:lnTo>
                    <a:pt x="15848" y="0"/>
                  </a:lnTo>
                  <a:close/>
                  <a:moveTo>
                    <a:pt x="13196" y="0"/>
                  </a:moveTo>
                  <a:lnTo>
                    <a:pt x="13106" y="374"/>
                  </a:lnTo>
                  <a:lnTo>
                    <a:pt x="12987" y="374"/>
                  </a:lnTo>
                  <a:lnTo>
                    <a:pt x="13039" y="16"/>
                  </a:lnTo>
                  <a:lnTo>
                    <a:pt x="13196" y="0"/>
                  </a:lnTo>
                  <a:close/>
                  <a:moveTo>
                    <a:pt x="10542" y="0"/>
                  </a:moveTo>
                  <a:lnTo>
                    <a:pt x="10452" y="374"/>
                  </a:lnTo>
                  <a:lnTo>
                    <a:pt x="10333" y="374"/>
                  </a:lnTo>
                  <a:lnTo>
                    <a:pt x="10385" y="16"/>
                  </a:lnTo>
                  <a:lnTo>
                    <a:pt x="10542" y="0"/>
                  </a:lnTo>
                  <a:close/>
                  <a:moveTo>
                    <a:pt x="7890" y="0"/>
                  </a:moveTo>
                  <a:lnTo>
                    <a:pt x="7800" y="374"/>
                  </a:lnTo>
                  <a:lnTo>
                    <a:pt x="7681" y="374"/>
                  </a:lnTo>
                  <a:lnTo>
                    <a:pt x="7733" y="16"/>
                  </a:lnTo>
                  <a:lnTo>
                    <a:pt x="7890" y="0"/>
                  </a:lnTo>
                  <a:close/>
                  <a:moveTo>
                    <a:pt x="5236" y="0"/>
                  </a:moveTo>
                  <a:lnTo>
                    <a:pt x="5146" y="374"/>
                  </a:lnTo>
                  <a:lnTo>
                    <a:pt x="5027" y="374"/>
                  </a:lnTo>
                  <a:lnTo>
                    <a:pt x="5079" y="16"/>
                  </a:lnTo>
                  <a:lnTo>
                    <a:pt x="5236" y="0"/>
                  </a:lnTo>
                  <a:close/>
                  <a:moveTo>
                    <a:pt x="2584" y="0"/>
                  </a:moveTo>
                  <a:lnTo>
                    <a:pt x="2494" y="374"/>
                  </a:lnTo>
                  <a:lnTo>
                    <a:pt x="2375" y="374"/>
                  </a:lnTo>
                  <a:lnTo>
                    <a:pt x="2427" y="16"/>
                  </a:lnTo>
                  <a:lnTo>
                    <a:pt x="2584" y="0"/>
                  </a:lnTo>
                  <a:close/>
                </a:path>
              </a:pathLst>
            </a:custGeom>
            <a:noFill/>
            <a:ln w="1270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72DE8BE6-5F11-7EEF-E3EC-32D7203D8E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086" y="641011"/>
              <a:ext cx="12484683" cy="408031"/>
            </a:xfrm>
            <a:custGeom>
              <a:avLst/>
              <a:gdLst>
                <a:gd name="T0" fmla="*/ 11398 w 16953"/>
                <a:gd name="T1" fmla="*/ 544 h 554"/>
                <a:gd name="T2" fmla="*/ 3575 w 16953"/>
                <a:gd name="T3" fmla="*/ 544 h 554"/>
                <a:gd name="T4" fmla="*/ 16472 w 16953"/>
                <a:gd name="T5" fmla="*/ 428 h 554"/>
                <a:gd name="T6" fmla="*/ 13860 w 16953"/>
                <a:gd name="T7" fmla="*/ 403 h 554"/>
                <a:gd name="T8" fmla="*/ 11237 w 16953"/>
                <a:gd name="T9" fmla="*/ 309 h 554"/>
                <a:gd name="T10" fmla="*/ 8600 w 16953"/>
                <a:gd name="T11" fmla="*/ 224 h 554"/>
                <a:gd name="T12" fmla="*/ 5958 w 16953"/>
                <a:gd name="T13" fmla="*/ 132 h 554"/>
                <a:gd name="T14" fmla="*/ 3294 w 16953"/>
                <a:gd name="T15" fmla="*/ 132 h 554"/>
                <a:gd name="T16" fmla="*/ 631 w 16953"/>
                <a:gd name="T17" fmla="*/ 131 h 554"/>
                <a:gd name="T18" fmla="*/ 15032 w 16953"/>
                <a:gd name="T19" fmla="*/ 145 h 554"/>
                <a:gd name="T20" fmla="*/ 14756 w 16953"/>
                <a:gd name="T21" fmla="*/ 16 h 554"/>
                <a:gd name="T22" fmla="*/ 12401 w 16953"/>
                <a:gd name="T23" fmla="*/ 16 h 554"/>
                <a:gd name="T24" fmla="*/ 12328 w 16953"/>
                <a:gd name="T25" fmla="*/ 217 h 554"/>
                <a:gd name="T26" fmla="*/ 11812 w 16953"/>
                <a:gd name="T27" fmla="*/ 16 h 554"/>
                <a:gd name="T28" fmla="*/ 9726 w 16953"/>
                <a:gd name="T29" fmla="*/ 145 h 554"/>
                <a:gd name="T30" fmla="*/ 9450 w 16953"/>
                <a:gd name="T31" fmla="*/ 16 h 554"/>
                <a:gd name="T32" fmla="*/ 7095 w 16953"/>
                <a:gd name="T33" fmla="*/ 16 h 554"/>
                <a:gd name="T34" fmla="*/ 7022 w 16953"/>
                <a:gd name="T35" fmla="*/ 217 h 554"/>
                <a:gd name="T36" fmla="*/ 6506 w 16953"/>
                <a:gd name="T37" fmla="*/ 16 h 554"/>
                <a:gd name="T38" fmla="*/ 4420 w 16953"/>
                <a:gd name="T39" fmla="*/ 145 h 554"/>
                <a:gd name="T40" fmla="*/ 4144 w 16953"/>
                <a:gd name="T41" fmla="*/ 16 h 554"/>
                <a:gd name="T42" fmla="*/ 1791 w 16953"/>
                <a:gd name="T43" fmla="*/ 16 h 554"/>
                <a:gd name="T44" fmla="*/ 1718 w 16953"/>
                <a:gd name="T45" fmla="*/ 217 h 554"/>
                <a:gd name="T46" fmla="*/ 1202 w 16953"/>
                <a:gd name="T47" fmla="*/ 16 h 554"/>
                <a:gd name="T48" fmla="*/ 16567 w 16953"/>
                <a:gd name="T49" fmla="*/ 7 h 554"/>
                <a:gd name="T50" fmla="*/ 16108 w 16953"/>
                <a:gd name="T51" fmla="*/ 428 h 554"/>
                <a:gd name="T52" fmla="*/ 16018 w 16953"/>
                <a:gd name="T53" fmla="*/ 65 h 554"/>
                <a:gd name="T54" fmla="*/ 15763 w 16953"/>
                <a:gd name="T55" fmla="*/ 396 h 554"/>
                <a:gd name="T56" fmla="*/ 15570 w 16953"/>
                <a:gd name="T57" fmla="*/ 276 h 554"/>
                <a:gd name="T58" fmla="*/ 13663 w 16953"/>
                <a:gd name="T59" fmla="*/ 334 h 554"/>
                <a:gd name="T60" fmla="*/ 13411 w 16953"/>
                <a:gd name="T61" fmla="*/ 374 h 554"/>
                <a:gd name="T62" fmla="*/ 13275 w 16953"/>
                <a:gd name="T63" fmla="*/ 485 h 554"/>
                <a:gd name="T64" fmla="*/ 13041 w 16953"/>
                <a:gd name="T65" fmla="*/ 194 h 554"/>
                <a:gd name="T66" fmla="*/ 12961 w 16953"/>
                <a:gd name="T67" fmla="*/ 407 h 554"/>
                <a:gd name="T68" fmla="*/ 11307 w 16953"/>
                <a:gd name="T69" fmla="*/ 496 h 554"/>
                <a:gd name="T70" fmla="*/ 10870 w 16953"/>
                <a:gd name="T71" fmla="*/ 138 h 554"/>
                <a:gd name="T72" fmla="*/ 10931 w 16953"/>
                <a:gd name="T73" fmla="*/ 526 h 554"/>
                <a:gd name="T74" fmla="*/ 10462 w 16953"/>
                <a:gd name="T75" fmla="*/ 141 h 554"/>
                <a:gd name="T76" fmla="*/ 10225 w 16953"/>
                <a:gd name="T77" fmla="*/ 414 h 554"/>
                <a:gd name="T78" fmla="*/ 8721 w 16953"/>
                <a:gd name="T79" fmla="*/ 47 h 554"/>
                <a:gd name="T80" fmla="*/ 8301 w 16953"/>
                <a:gd name="T81" fmla="*/ 13 h 554"/>
                <a:gd name="T82" fmla="*/ 8188 w 16953"/>
                <a:gd name="T83" fmla="*/ 346 h 554"/>
                <a:gd name="T84" fmla="*/ 7756 w 16953"/>
                <a:gd name="T85" fmla="*/ 7 h 554"/>
                <a:gd name="T86" fmla="*/ 7645 w 16953"/>
                <a:gd name="T87" fmla="*/ 554 h 554"/>
                <a:gd name="T88" fmla="*/ 7584 w 16953"/>
                <a:gd name="T89" fmla="*/ 171 h 554"/>
                <a:gd name="T90" fmla="*/ 5765 w 16953"/>
                <a:gd name="T91" fmla="*/ 112 h 554"/>
                <a:gd name="T92" fmla="*/ 5459 w 16953"/>
                <a:gd name="T93" fmla="*/ 429 h 554"/>
                <a:gd name="T94" fmla="*/ 5312 w 16953"/>
                <a:gd name="T95" fmla="*/ 334 h 554"/>
                <a:gd name="T96" fmla="*/ 5123 w 16953"/>
                <a:gd name="T97" fmla="*/ 291 h 554"/>
                <a:gd name="T98" fmla="*/ 4999 w 16953"/>
                <a:gd name="T99" fmla="*/ 366 h 554"/>
                <a:gd name="T100" fmla="*/ 3074 w 16953"/>
                <a:gd name="T101" fmla="*/ 514 h 554"/>
                <a:gd name="T102" fmla="*/ 2819 w 16953"/>
                <a:gd name="T103" fmla="*/ 252 h 554"/>
                <a:gd name="T104" fmla="*/ 2796 w 16953"/>
                <a:gd name="T105" fmla="*/ 554 h 554"/>
                <a:gd name="T106" fmla="*/ 2437 w 16953"/>
                <a:gd name="T107" fmla="*/ 145 h 554"/>
                <a:gd name="T108" fmla="*/ 2339 w 16953"/>
                <a:gd name="T109" fmla="*/ 420 h 554"/>
                <a:gd name="T110" fmla="*/ 787 w 16953"/>
                <a:gd name="T111" fmla="*/ 227 h 554"/>
                <a:gd name="T112" fmla="*/ 367 w 16953"/>
                <a:gd name="T113" fmla="*/ 153 h 554"/>
                <a:gd name="T114" fmla="*/ 209 w 16953"/>
                <a:gd name="T115" fmla="*/ 235 h 554"/>
                <a:gd name="T116" fmla="*/ 16744 w 16953"/>
                <a:gd name="T117" fmla="*/ 374 h 554"/>
                <a:gd name="T118" fmla="*/ 8903 w 16953"/>
                <a:gd name="T119" fmla="*/ 374 h 554"/>
                <a:gd name="T120" fmla="*/ 1035 w 1695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953" h="554">
                  <a:moveTo>
                    <a:pt x="16728" y="419"/>
                  </a:moveTo>
                  <a:lnTo>
                    <a:pt x="16864" y="419"/>
                  </a:lnTo>
                  <a:lnTo>
                    <a:pt x="16841" y="544"/>
                  </a:lnTo>
                  <a:lnTo>
                    <a:pt x="16704" y="544"/>
                  </a:lnTo>
                  <a:lnTo>
                    <a:pt x="16728" y="419"/>
                  </a:lnTo>
                  <a:close/>
                  <a:moveTo>
                    <a:pt x="14074" y="419"/>
                  </a:moveTo>
                  <a:lnTo>
                    <a:pt x="14210" y="419"/>
                  </a:lnTo>
                  <a:lnTo>
                    <a:pt x="14187" y="544"/>
                  </a:lnTo>
                  <a:lnTo>
                    <a:pt x="14050" y="544"/>
                  </a:lnTo>
                  <a:lnTo>
                    <a:pt x="14074" y="419"/>
                  </a:lnTo>
                  <a:close/>
                  <a:moveTo>
                    <a:pt x="11422" y="419"/>
                  </a:moveTo>
                  <a:lnTo>
                    <a:pt x="11558" y="419"/>
                  </a:lnTo>
                  <a:lnTo>
                    <a:pt x="11535" y="544"/>
                  </a:lnTo>
                  <a:lnTo>
                    <a:pt x="11398" y="544"/>
                  </a:lnTo>
                  <a:lnTo>
                    <a:pt x="11422" y="419"/>
                  </a:lnTo>
                  <a:close/>
                  <a:moveTo>
                    <a:pt x="8768" y="419"/>
                  </a:moveTo>
                  <a:lnTo>
                    <a:pt x="8904" y="419"/>
                  </a:lnTo>
                  <a:lnTo>
                    <a:pt x="8881" y="544"/>
                  </a:lnTo>
                  <a:lnTo>
                    <a:pt x="8744" y="544"/>
                  </a:lnTo>
                  <a:lnTo>
                    <a:pt x="8768" y="419"/>
                  </a:lnTo>
                  <a:close/>
                  <a:moveTo>
                    <a:pt x="6116" y="419"/>
                  </a:moveTo>
                  <a:lnTo>
                    <a:pt x="6252" y="419"/>
                  </a:lnTo>
                  <a:lnTo>
                    <a:pt x="6229" y="544"/>
                  </a:lnTo>
                  <a:lnTo>
                    <a:pt x="6092" y="544"/>
                  </a:lnTo>
                  <a:lnTo>
                    <a:pt x="6116" y="419"/>
                  </a:lnTo>
                  <a:close/>
                  <a:moveTo>
                    <a:pt x="3462" y="419"/>
                  </a:moveTo>
                  <a:lnTo>
                    <a:pt x="3598" y="419"/>
                  </a:lnTo>
                  <a:lnTo>
                    <a:pt x="3575" y="544"/>
                  </a:lnTo>
                  <a:lnTo>
                    <a:pt x="3438" y="544"/>
                  </a:lnTo>
                  <a:lnTo>
                    <a:pt x="3462" y="419"/>
                  </a:lnTo>
                  <a:close/>
                  <a:moveTo>
                    <a:pt x="810" y="419"/>
                  </a:moveTo>
                  <a:lnTo>
                    <a:pt x="946" y="419"/>
                  </a:lnTo>
                  <a:lnTo>
                    <a:pt x="923" y="544"/>
                  </a:lnTo>
                  <a:lnTo>
                    <a:pt x="786" y="544"/>
                  </a:lnTo>
                  <a:lnTo>
                    <a:pt x="810" y="419"/>
                  </a:lnTo>
                  <a:close/>
                  <a:moveTo>
                    <a:pt x="16549" y="131"/>
                  </a:moveTo>
                  <a:cubicBezTo>
                    <a:pt x="16531" y="131"/>
                    <a:pt x="16517" y="139"/>
                    <a:pt x="16507" y="157"/>
                  </a:cubicBezTo>
                  <a:cubicBezTo>
                    <a:pt x="16498" y="175"/>
                    <a:pt x="16488" y="206"/>
                    <a:pt x="16478" y="251"/>
                  </a:cubicBezTo>
                  <a:cubicBezTo>
                    <a:pt x="16472" y="277"/>
                    <a:pt x="16466" y="305"/>
                    <a:pt x="16461" y="336"/>
                  </a:cubicBezTo>
                  <a:cubicBezTo>
                    <a:pt x="16455" y="367"/>
                    <a:pt x="16452" y="398"/>
                    <a:pt x="16450" y="428"/>
                  </a:cubicBezTo>
                  <a:cubicBezTo>
                    <a:pt x="16454" y="428"/>
                    <a:pt x="16457" y="428"/>
                    <a:pt x="16461" y="428"/>
                  </a:cubicBezTo>
                  <a:cubicBezTo>
                    <a:pt x="16465" y="428"/>
                    <a:pt x="16468" y="428"/>
                    <a:pt x="16472" y="428"/>
                  </a:cubicBezTo>
                  <a:cubicBezTo>
                    <a:pt x="16490" y="429"/>
                    <a:pt x="16505" y="421"/>
                    <a:pt x="16514" y="403"/>
                  </a:cubicBezTo>
                  <a:cubicBezTo>
                    <a:pt x="16523" y="386"/>
                    <a:pt x="16533" y="354"/>
                    <a:pt x="16543" y="309"/>
                  </a:cubicBezTo>
                  <a:cubicBezTo>
                    <a:pt x="16549" y="284"/>
                    <a:pt x="16555" y="255"/>
                    <a:pt x="16560" y="224"/>
                  </a:cubicBezTo>
                  <a:cubicBezTo>
                    <a:pt x="16565" y="193"/>
                    <a:pt x="16568" y="162"/>
                    <a:pt x="16570" y="132"/>
                  </a:cubicBezTo>
                  <a:cubicBezTo>
                    <a:pt x="16567" y="132"/>
                    <a:pt x="16564" y="132"/>
                    <a:pt x="16560" y="132"/>
                  </a:cubicBezTo>
                  <a:cubicBezTo>
                    <a:pt x="16557" y="131"/>
                    <a:pt x="16553" y="131"/>
                    <a:pt x="16549" y="131"/>
                  </a:cubicBezTo>
                  <a:close/>
                  <a:moveTo>
                    <a:pt x="13895" y="131"/>
                  </a:moveTo>
                  <a:cubicBezTo>
                    <a:pt x="13877" y="131"/>
                    <a:pt x="13863" y="139"/>
                    <a:pt x="13853" y="157"/>
                  </a:cubicBezTo>
                  <a:cubicBezTo>
                    <a:pt x="13844" y="175"/>
                    <a:pt x="13834" y="206"/>
                    <a:pt x="13824" y="251"/>
                  </a:cubicBezTo>
                  <a:cubicBezTo>
                    <a:pt x="13818" y="277"/>
                    <a:pt x="13812" y="305"/>
                    <a:pt x="13807" y="336"/>
                  </a:cubicBezTo>
                  <a:cubicBezTo>
                    <a:pt x="13801" y="367"/>
                    <a:pt x="13798" y="398"/>
                    <a:pt x="13796" y="428"/>
                  </a:cubicBezTo>
                  <a:cubicBezTo>
                    <a:pt x="13800" y="428"/>
                    <a:pt x="13803" y="428"/>
                    <a:pt x="13807" y="428"/>
                  </a:cubicBezTo>
                  <a:cubicBezTo>
                    <a:pt x="13811" y="428"/>
                    <a:pt x="13814" y="428"/>
                    <a:pt x="13818" y="428"/>
                  </a:cubicBezTo>
                  <a:cubicBezTo>
                    <a:pt x="13836" y="429"/>
                    <a:pt x="13851" y="421"/>
                    <a:pt x="13860" y="403"/>
                  </a:cubicBezTo>
                  <a:cubicBezTo>
                    <a:pt x="13869" y="386"/>
                    <a:pt x="13879" y="354"/>
                    <a:pt x="13889" y="309"/>
                  </a:cubicBezTo>
                  <a:cubicBezTo>
                    <a:pt x="13895" y="284"/>
                    <a:pt x="13901" y="255"/>
                    <a:pt x="13906" y="224"/>
                  </a:cubicBezTo>
                  <a:cubicBezTo>
                    <a:pt x="13911" y="193"/>
                    <a:pt x="13914" y="162"/>
                    <a:pt x="13916" y="132"/>
                  </a:cubicBezTo>
                  <a:cubicBezTo>
                    <a:pt x="13913" y="132"/>
                    <a:pt x="13910" y="132"/>
                    <a:pt x="13906" y="132"/>
                  </a:cubicBezTo>
                  <a:cubicBezTo>
                    <a:pt x="13903" y="131"/>
                    <a:pt x="13899" y="131"/>
                    <a:pt x="13895" y="131"/>
                  </a:cubicBezTo>
                  <a:close/>
                  <a:moveTo>
                    <a:pt x="11243" y="131"/>
                  </a:moveTo>
                  <a:cubicBezTo>
                    <a:pt x="11225" y="131"/>
                    <a:pt x="11211" y="139"/>
                    <a:pt x="11201" y="157"/>
                  </a:cubicBezTo>
                  <a:cubicBezTo>
                    <a:pt x="11192" y="175"/>
                    <a:pt x="11182" y="206"/>
                    <a:pt x="11172" y="251"/>
                  </a:cubicBezTo>
                  <a:cubicBezTo>
                    <a:pt x="11166" y="277"/>
                    <a:pt x="11160" y="305"/>
                    <a:pt x="11155" y="336"/>
                  </a:cubicBezTo>
                  <a:cubicBezTo>
                    <a:pt x="11149" y="367"/>
                    <a:pt x="11146" y="398"/>
                    <a:pt x="11144" y="428"/>
                  </a:cubicBezTo>
                  <a:cubicBezTo>
                    <a:pt x="11148" y="428"/>
                    <a:pt x="11151" y="428"/>
                    <a:pt x="11155" y="428"/>
                  </a:cubicBezTo>
                  <a:cubicBezTo>
                    <a:pt x="11159" y="428"/>
                    <a:pt x="11162" y="428"/>
                    <a:pt x="11166" y="428"/>
                  </a:cubicBezTo>
                  <a:cubicBezTo>
                    <a:pt x="11184" y="429"/>
                    <a:pt x="11199" y="421"/>
                    <a:pt x="11208" y="403"/>
                  </a:cubicBezTo>
                  <a:cubicBezTo>
                    <a:pt x="11217" y="386"/>
                    <a:pt x="11227" y="354"/>
                    <a:pt x="11237" y="309"/>
                  </a:cubicBezTo>
                  <a:cubicBezTo>
                    <a:pt x="11243" y="284"/>
                    <a:pt x="11249" y="255"/>
                    <a:pt x="11254" y="224"/>
                  </a:cubicBezTo>
                  <a:cubicBezTo>
                    <a:pt x="11259" y="193"/>
                    <a:pt x="11262" y="162"/>
                    <a:pt x="11264" y="132"/>
                  </a:cubicBezTo>
                  <a:cubicBezTo>
                    <a:pt x="11261" y="132"/>
                    <a:pt x="11258" y="132"/>
                    <a:pt x="11254" y="132"/>
                  </a:cubicBezTo>
                  <a:cubicBezTo>
                    <a:pt x="11251" y="131"/>
                    <a:pt x="11247" y="131"/>
                    <a:pt x="11243" y="131"/>
                  </a:cubicBezTo>
                  <a:close/>
                  <a:moveTo>
                    <a:pt x="8589" y="131"/>
                  </a:moveTo>
                  <a:cubicBezTo>
                    <a:pt x="8571" y="131"/>
                    <a:pt x="8557" y="139"/>
                    <a:pt x="8547" y="157"/>
                  </a:cubicBezTo>
                  <a:cubicBezTo>
                    <a:pt x="8538" y="175"/>
                    <a:pt x="8528" y="206"/>
                    <a:pt x="8518" y="251"/>
                  </a:cubicBezTo>
                  <a:cubicBezTo>
                    <a:pt x="8512" y="277"/>
                    <a:pt x="8506" y="305"/>
                    <a:pt x="8501" y="336"/>
                  </a:cubicBezTo>
                  <a:cubicBezTo>
                    <a:pt x="8495" y="367"/>
                    <a:pt x="8492" y="398"/>
                    <a:pt x="8490" y="428"/>
                  </a:cubicBezTo>
                  <a:cubicBezTo>
                    <a:pt x="8494" y="428"/>
                    <a:pt x="8497" y="428"/>
                    <a:pt x="8501" y="428"/>
                  </a:cubicBezTo>
                  <a:cubicBezTo>
                    <a:pt x="8505" y="428"/>
                    <a:pt x="8508" y="428"/>
                    <a:pt x="8512" y="428"/>
                  </a:cubicBezTo>
                  <a:cubicBezTo>
                    <a:pt x="8530" y="429"/>
                    <a:pt x="8545" y="421"/>
                    <a:pt x="8554" y="403"/>
                  </a:cubicBezTo>
                  <a:cubicBezTo>
                    <a:pt x="8563" y="386"/>
                    <a:pt x="8573" y="354"/>
                    <a:pt x="8583" y="309"/>
                  </a:cubicBezTo>
                  <a:cubicBezTo>
                    <a:pt x="8589" y="284"/>
                    <a:pt x="8595" y="255"/>
                    <a:pt x="8600" y="224"/>
                  </a:cubicBezTo>
                  <a:cubicBezTo>
                    <a:pt x="8605" y="193"/>
                    <a:pt x="8608" y="162"/>
                    <a:pt x="8610" y="132"/>
                  </a:cubicBezTo>
                  <a:cubicBezTo>
                    <a:pt x="8607" y="132"/>
                    <a:pt x="8604" y="132"/>
                    <a:pt x="8600" y="132"/>
                  </a:cubicBezTo>
                  <a:cubicBezTo>
                    <a:pt x="8597" y="131"/>
                    <a:pt x="8593" y="131"/>
                    <a:pt x="8589" y="131"/>
                  </a:cubicBezTo>
                  <a:close/>
                  <a:moveTo>
                    <a:pt x="5937" y="131"/>
                  </a:moveTo>
                  <a:cubicBezTo>
                    <a:pt x="5919" y="131"/>
                    <a:pt x="5905" y="139"/>
                    <a:pt x="5895" y="157"/>
                  </a:cubicBezTo>
                  <a:cubicBezTo>
                    <a:pt x="5886" y="175"/>
                    <a:pt x="5876" y="206"/>
                    <a:pt x="5866" y="251"/>
                  </a:cubicBezTo>
                  <a:cubicBezTo>
                    <a:pt x="5860" y="277"/>
                    <a:pt x="5854" y="305"/>
                    <a:pt x="5849" y="336"/>
                  </a:cubicBezTo>
                  <a:cubicBezTo>
                    <a:pt x="5843" y="367"/>
                    <a:pt x="5840" y="398"/>
                    <a:pt x="5838" y="428"/>
                  </a:cubicBezTo>
                  <a:cubicBezTo>
                    <a:pt x="5842" y="428"/>
                    <a:pt x="5845" y="428"/>
                    <a:pt x="5849" y="428"/>
                  </a:cubicBezTo>
                  <a:cubicBezTo>
                    <a:pt x="5853" y="428"/>
                    <a:pt x="5856" y="428"/>
                    <a:pt x="5860" y="428"/>
                  </a:cubicBezTo>
                  <a:cubicBezTo>
                    <a:pt x="5878" y="429"/>
                    <a:pt x="5893" y="421"/>
                    <a:pt x="5902" y="403"/>
                  </a:cubicBezTo>
                  <a:cubicBezTo>
                    <a:pt x="5911" y="386"/>
                    <a:pt x="5921" y="354"/>
                    <a:pt x="5931" y="309"/>
                  </a:cubicBezTo>
                  <a:cubicBezTo>
                    <a:pt x="5937" y="284"/>
                    <a:pt x="5943" y="255"/>
                    <a:pt x="5948" y="224"/>
                  </a:cubicBezTo>
                  <a:cubicBezTo>
                    <a:pt x="5953" y="193"/>
                    <a:pt x="5956" y="162"/>
                    <a:pt x="5958" y="132"/>
                  </a:cubicBezTo>
                  <a:cubicBezTo>
                    <a:pt x="5955" y="132"/>
                    <a:pt x="5952" y="132"/>
                    <a:pt x="5948" y="132"/>
                  </a:cubicBezTo>
                  <a:cubicBezTo>
                    <a:pt x="5945" y="131"/>
                    <a:pt x="5941" y="131"/>
                    <a:pt x="5937" y="131"/>
                  </a:cubicBezTo>
                  <a:close/>
                  <a:moveTo>
                    <a:pt x="3283" y="131"/>
                  </a:moveTo>
                  <a:cubicBezTo>
                    <a:pt x="3265" y="131"/>
                    <a:pt x="3251" y="139"/>
                    <a:pt x="3241" y="157"/>
                  </a:cubicBezTo>
                  <a:cubicBezTo>
                    <a:pt x="3232" y="175"/>
                    <a:pt x="3222" y="206"/>
                    <a:pt x="3212" y="251"/>
                  </a:cubicBezTo>
                  <a:cubicBezTo>
                    <a:pt x="3206" y="277"/>
                    <a:pt x="3200" y="305"/>
                    <a:pt x="3195" y="336"/>
                  </a:cubicBezTo>
                  <a:cubicBezTo>
                    <a:pt x="3189" y="367"/>
                    <a:pt x="3186" y="398"/>
                    <a:pt x="3184" y="428"/>
                  </a:cubicBezTo>
                  <a:cubicBezTo>
                    <a:pt x="3188" y="428"/>
                    <a:pt x="3191" y="428"/>
                    <a:pt x="3195" y="428"/>
                  </a:cubicBezTo>
                  <a:cubicBezTo>
                    <a:pt x="3199" y="428"/>
                    <a:pt x="3202" y="428"/>
                    <a:pt x="3206" y="428"/>
                  </a:cubicBezTo>
                  <a:cubicBezTo>
                    <a:pt x="3224" y="429"/>
                    <a:pt x="3239" y="421"/>
                    <a:pt x="3248" y="403"/>
                  </a:cubicBezTo>
                  <a:cubicBezTo>
                    <a:pt x="3257" y="386"/>
                    <a:pt x="3267" y="354"/>
                    <a:pt x="3277" y="309"/>
                  </a:cubicBezTo>
                  <a:cubicBezTo>
                    <a:pt x="3283" y="284"/>
                    <a:pt x="3289" y="255"/>
                    <a:pt x="3294" y="224"/>
                  </a:cubicBezTo>
                  <a:cubicBezTo>
                    <a:pt x="3299" y="193"/>
                    <a:pt x="3302" y="162"/>
                    <a:pt x="3304" y="132"/>
                  </a:cubicBezTo>
                  <a:cubicBezTo>
                    <a:pt x="3301" y="132"/>
                    <a:pt x="3298" y="132"/>
                    <a:pt x="3294" y="132"/>
                  </a:cubicBezTo>
                  <a:cubicBezTo>
                    <a:pt x="3291" y="131"/>
                    <a:pt x="3287" y="131"/>
                    <a:pt x="3283" y="131"/>
                  </a:cubicBezTo>
                  <a:close/>
                  <a:moveTo>
                    <a:pt x="631" y="131"/>
                  </a:moveTo>
                  <a:cubicBezTo>
                    <a:pt x="613" y="131"/>
                    <a:pt x="599" y="139"/>
                    <a:pt x="589" y="157"/>
                  </a:cubicBezTo>
                  <a:cubicBezTo>
                    <a:pt x="580" y="175"/>
                    <a:pt x="570" y="206"/>
                    <a:pt x="560" y="251"/>
                  </a:cubicBezTo>
                  <a:cubicBezTo>
                    <a:pt x="554" y="277"/>
                    <a:pt x="548" y="305"/>
                    <a:pt x="543" y="336"/>
                  </a:cubicBezTo>
                  <a:cubicBezTo>
                    <a:pt x="537" y="367"/>
                    <a:pt x="534" y="398"/>
                    <a:pt x="532" y="428"/>
                  </a:cubicBezTo>
                  <a:cubicBezTo>
                    <a:pt x="536" y="428"/>
                    <a:pt x="539" y="428"/>
                    <a:pt x="543" y="428"/>
                  </a:cubicBezTo>
                  <a:cubicBezTo>
                    <a:pt x="547" y="428"/>
                    <a:pt x="550" y="428"/>
                    <a:pt x="554" y="428"/>
                  </a:cubicBezTo>
                  <a:cubicBezTo>
                    <a:pt x="572" y="429"/>
                    <a:pt x="587" y="421"/>
                    <a:pt x="596" y="403"/>
                  </a:cubicBezTo>
                  <a:cubicBezTo>
                    <a:pt x="605" y="386"/>
                    <a:pt x="615" y="354"/>
                    <a:pt x="625" y="309"/>
                  </a:cubicBezTo>
                  <a:cubicBezTo>
                    <a:pt x="631" y="284"/>
                    <a:pt x="637" y="255"/>
                    <a:pt x="642" y="224"/>
                  </a:cubicBezTo>
                  <a:cubicBezTo>
                    <a:pt x="647" y="193"/>
                    <a:pt x="650" y="162"/>
                    <a:pt x="652" y="132"/>
                  </a:cubicBezTo>
                  <a:cubicBezTo>
                    <a:pt x="649" y="132"/>
                    <a:pt x="646" y="132"/>
                    <a:pt x="642" y="132"/>
                  </a:cubicBezTo>
                  <a:cubicBezTo>
                    <a:pt x="639" y="131"/>
                    <a:pt x="635" y="131"/>
                    <a:pt x="631" y="131"/>
                  </a:cubicBezTo>
                  <a:close/>
                  <a:moveTo>
                    <a:pt x="15416" y="16"/>
                  </a:moveTo>
                  <a:lnTo>
                    <a:pt x="15525" y="16"/>
                  </a:lnTo>
                  <a:lnTo>
                    <a:pt x="15507" y="115"/>
                  </a:lnTo>
                  <a:lnTo>
                    <a:pt x="15457" y="211"/>
                  </a:lnTo>
                  <a:lnTo>
                    <a:pt x="15379" y="211"/>
                  </a:lnTo>
                  <a:lnTo>
                    <a:pt x="15416" y="16"/>
                  </a:lnTo>
                  <a:close/>
                  <a:moveTo>
                    <a:pt x="15055" y="16"/>
                  </a:moveTo>
                  <a:lnTo>
                    <a:pt x="15380" y="16"/>
                  </a:lnTo>
                  <a:lnTo>
                    <a:pt x="15347" y="145"/>
                  </a:lnTo>
                  <a:lnTo>
                    <a:pt x="15267" y="145"/>
                  </a:lnTo>
                  <a:lnTo>
                    <a:pt x="15193" y="544"/>
                  </a:lnTo>
                  <a:lnTo>
                    <a:pt x="15048" y="544"/>
                  </a:lnTo>
                  <a:lnTo>
                    <a:pt x="15121" y="145"/>
                  </a:lnTo>
                  <a:lnTo>
                    <a:pt x="15032" y="145"/>
                  </a:lnTo>
                  <a:lnTo>
                    <a:pt x="15055" y="16"/>
                  </a:lnTo>
                  <a:close/>
                  <a:moveTo>
                    <a:pt x="14756" y="16"/>
                  </a:moveTo>
                  <a:lnTo>
                    <a:pt x="15029" y="16"/>
                  </a:lnTo>
                  <a:lnTo>
                    <a:pt x="14996" y="145"/>
                  </a:lnTo>
                  <a:lnTo>
                    <a:pt x="14877" y="145"/>
                  </a:lnTo>
                  <a:lnTo>
                    <a:pt x="14865" y="217"/>
                  </a:lnTo>
                  <a:lnTo>
                    <a:pt x="14982" y="217"/>
                  </a:lnTo>
                  <a:lnTo>
                    <a:pt x="14960" y="338"/>
                  </a:lnTo>
                  <a:lnTo>
                    <a:pt x="14842" y="338"/>
                  </a:lnTo>
                  <a:lnTo>
                    <a:pt x="14829" y="414"/>
                  </a:lnTo>
                  <a:lnTo>
                    <a:pt x="14964" y="414"/>
                  </a:lnTo>
                  <a:lnTo>
                    <a:pt x="14929" y="544"/>
                  </a:lnTo>
                  <a:lnTo>
                    <a:pt x="14659" y="544"/>
                  </a:lnTo>
                  <a:lnTo>
                    <a:pt x="14756" y="16"/>
                  </a:lnTo>
                  <a:close/>
                  <a:moveTo>
                    <a:pt x="14466" y="16"/>
                  </a:moveTo>
                  <a:lnTo>
                    <a:pt x="14611" y="16"/>
                  </a:lnTo>
                  <a:lnTo>
                    <a:pt x="14539" y="414"/>
                  </a:lnTo>
                  <a:lnTo>
                    <a:pt x="14646" y="414"/>
                  </a:lnTo>
                  <a:lnTo>
                    <a:pt x="14611" y="544"/>
                  </a:lnTo>
                  <a:lnTo>
                    <a:pt x="14369" y="544"/>
                  </a:lnTo>
                  <a:lnTo>
                    <a:pt x="14466" y="16"/>
                  </a:lnTo>
                  <a:close/>
                  <a:moveTo>
                    <a:pt x="12762" y="16"/>
                  </a:moveTo>
                  <a:lnTo>
                    <a:pt x="12871" y="16"/>
                  </a:lnTo>
                  <a:lnTo>
                    <a:pt x="12853" y="115"/>
                  </a:lnTo>
                  <a:lnTo>
                    <a:pt x="12803" y="211"/>
                  </a:lnTo>
                  <a:lnTo>
                    <a:pt x="12725" y="211"/>
                  </a:lnTo>
                  <a:lnTo>
                    <a:pt x="12762" y="16"/>
                  </a:lnTo>
                  <a:close/>
                  <a:moveTo>
                    <a:pt x="12401" y="16"/>
                  </a:moveTo>
                  <a:lnTo>
                    <a:pt x="12726" y="16"/>
                  </a:lnTo>
                  <a:lnTo>
                    <a:pt x="12693" y="145"/>
                  </a:lnTo>
                  <a:lnTo>
                    <a:pt x="12613" y="145"/>
                  </a:lnTo>
                  <a:lnTo>
                    <a:pt x="12539" y="544"/>
                  </a:lnTo>
                  <a:lnTo>
                    <a:pt x="12394" y="544"/>
                  </a:lnTo>
                  <a:lnTo>
                    <a:pt x="12467" y="145"/>
                  </a:lnTo>
                  <a:lnTo>
                    <a:pt x="12378" y="145"/>
                  </a:lnTo>
                  <a:lnTo>
                    <a:pt x="12401" y="16"/>
                  </a:lnTo>
                  <a:close/>
                  <a:moveTo>
                    <a:pt x="12102" y="16"/>
                  </a:moveTo>
                  <a:lnTo>
                    <a:pt x="12375" y="16"/>
                  </a:lnTo>
                  <a:lnTo>
                    <a:pt x="12342" y="145"/>
                  </a:lnTo>
                  <a:lnTo>
                    <a:pt x="12223" y="145"/>
                  </a:lnTo>
                  <a:lnTo>
                    <a:pt x="12211" y="217"/>
                  </a:lnTo>
                  <a:lnTo>
                    <a:pt x="12328" y="217"/>
                  </a:lnTo>
                  <a:lnTo>
                    <a:pt x="12306" y="338"/>
                  </a:lnTo>
                  <a:lnTo>
                    <a:pt x="12188" y="338"/>
                  </a:lnTo>
                  <a:lnTo>
                    <a:pt x="12175" y="414"/>
                  </a:lnTo>
                  <a:lnTo>
                    <a:pt x="12310" y="414"/>
                  </a:lnTo>
                  <a:lnTo>
                    <a:pt x="12275" y="544"/>
                  </a:lnTo>
                  <a:lnTo>
                    <a:pt x="12005" y="544"/>
                  </a:lnTo>
                  <a:lnTo>
                    <a:pt x="12102" y="16"/>
                  </a:lnTo>
                  <a:close/>
                  <a:moveTo>
                    <a:pt x="11812" y="16"/>
                  </a:moveTo>
                  <a:lnTo>
                    <a:pt x="11957" y="16"/>
                  </a:lnTo>
                  <a:lnTo>
                    <a:pt x="11885" y="414"/>
                  </a:lnTo>
                  <a:lnTo>
                    <a:pt x="11992" y="414"/>
                  </a:lnTo>
                  <a:lnTo>
                    <a:pt x="11957" y="544"/>
                  </a:lnTo>
                  <a:lnTo>
                    <a:pt x="11715" y="544"/>
                  </a:lnTo>
                  <a:lnTo>
                    <a:pt x="11812" y="16"/>
                  </a:lnTo>
                  <a:close/>
                  <a:moveTo>
                    <a:pt x="10110" y="16"/>
                  </a:moveTo>
                  <a:lnTo>
                    <a:pt x="10219" y="16"/>
                  </a:lnTo>
                  <a:lnTo>
                    <a:pt x="10201" y="115"/>
                  </a:lnTo>
                  <a:lnTo>
                    <a:pt x="10151" y="211"/>
                  </a:lnTo>
                  <a:lnTo>
                    <a:pt x="10073" y="211"/>
                  </a:lnTo>
                  <a:lnTo>
                    <a:pt x="10110" y="16"/>
                  </a:lnTo>
                  <a:close/>
                  <a:moveTo>
                    <a:pt x="9749" y="16"/>
                  </a:moveTo>
                  <a:lnTo>
                    <a:pt x="10074" y="16"/>
                  </a:lnTo>
                  <a:lnTo>
                    <a:pt x="10041" y="145"/>
                  </a:lnTo>
                  <a:lnTo>
                    <a:pt x="9961" y="145"/>
                  </a:lnTo>
                  <a:lnTo>
                    <a:pt x="9887" y="544"/>
                  </a:lnTo>
                  <a:lnTo>
                    <a:pt x="9742" y="544"/>
                  </a:lnTo>
                  <a:lnTo>
                    <a:pt x="9815" y="145"/>
                  </a:lnTo>
                  <a:lnTo>
                    <a:pt x="9726" y="145"/>
                  </a:lnTo>
                  <a:lnTo>
                    <a:pt x="9749" y="16"/>
                  </a:lnTo>
                  <a:close/>
                  <a:moveTo>
                    <a:pt x="9450" y="16"/>
                  </a:moveTo>
                  <a:lnTo>
                    <a:pt x="9723" y="16"/>
                  </a:lnTo>
                  <a:lnTo>
                    <a:pt x="9690" y="145"/>
                  </a:lnTo>
                  <a:lnTo>
                    <a:pt x="9571" y="145"/>
                  </a:lnTo>
                  <a:lnTo>
                    <a:pt x="9559" y="217"/>
                  </a:lnTo>
                  <a:lnTo>
                    <a:pt x="9676" y="217"/>
                  </a:lnTo>
                  <a:lnTo>
                    <a:pt x="9654" y="338"/>
                  </a:lnTo>
                  <a:lnTo>
                    <a:pt x="9536" y="338"/>
                  </a:lnTo>
                  <a:lnTo>
                    <a:pt x="9523" y="414"/>
                  </a:lnTo>
                  <a:lnTo>
                    <a:pt x="9658" y="414"/>
                  </a:lnTo>
                  <a:lnTo>
                    <a:pt x="9623" y="544"/>
                  </a:lnTo>
                  <a:lnTo>
                    <a:pt x="9353" y="544"/>
                  </a:lnTo>
                  <a:lnTo>
                    <a:pt x="9450" y="16"/>
                  </a:lnTo>
                  <a:close/>
                  <a:moveTo>
                    <a:pt x="9160" y="16"/>
                  </a:moveTo>
                  <a:lnTo>
                    <a:pt x="9305" y="16"/>
                  </a:lnTo>
                  <a:lnTo>
                    <a:pt x="9233" y="414"/>
                  </a:lnTo>
                  <a:lnTo>
                    <a:pt x="9340" y="414"/>
                  </a:lnTo>
                  <a:lnTo>
                    <a:pt x="9305" y="544"/>
                  </a:lnTo>
                  <a:lnTo>
                    <a:pt x="9063" y="544"/>
                  </a:lnTo>
                  <a:lnTo>
                    <a:pt x="9160" y="16"/>
                  </a:lnTo>
                  <a:close/>
                  <a:moveTo>
                    <a:pt x="7456" y="16"/>
                  </a:moveTo>
                  <a:lnTo>
                    <a:pt x="7565" y="16"/>
                  </a:lnTo>
                  <a:lnTo>
                    <a:pt x="7547" y="115"/>
                  </a:lnTo>
                  <a:lnTo>
                    <a:pt x="7497" y="211"/>
                  </a:lnTo>
                  <a:lnTo>
                    <a:pt x="7419" y="211"/>
                  </a:lnTo>
                  <a:lnTo>
                    <a:pt x="7456" y="16"/>
                  </a:lnTo>
                  <a:close/>
                  <a:moveTo>
                    <a:pt x="7095" y="16"/>
                  </a:moveTo>
                  <a:lnTo>
                    <a:pt x="7420" y="16"/>
                  </a:lnTo>
                  <a:lnTo>
                    <a:pt x="7387" y="145"/>
                  </a:lnTo>
                  <a:lnTo>
                    <a:pt x="7307" y="145"/>
                  </a:lnTo>
                  <a:lnTo>
                    <a:pt x="7233" y="544"/>
                  </a:lnTo>
                  <a:lnTo>
                    <a:pt x="7088" y="544"/>
                  </a:lnTo>
                  <a:lnTo>
                    <a:pt x="7161" y="145"/>
                  </a:lnTo>
                  <a:lnTo>
                    <a:pt x="7072" y="145"/>
                  </a:lnTo>
                  <a:lnTo>
                    <a:pt x="7095" y="16"/>
                  </a:lnTo>
                  <a:close/>
                  <a:moveTo>
                    <a:pt x="6796" y="16"/>
                  </a:moveTo>
                  <a:lnTo>
                    <a:pt x="7069" y="16"/>
                  </a:lnTo>
                  <a:lnTo>
                    <a:pt x="7036" y="145"/>
                  </a:lnTo>
                  <a:lnTo>
                    <a:pt x="6917" y="145"/>
                  </a:lnTo>
                  <a:lnTo>
                    <a:pt x="6905" y="217"/>
                  </a:lnTo>
                  <a:lnTo>
                    <a:pt x="7022" y="217"/>
                  </a:lnTo>
                  <a:lnTo>
                    <a:pt x="7000" y="338"/>
                  </a:lnTo>
                  <a:lnTo>
                    <a:pt x="6882" y="338"/>
                  </a:lnTo>
                  <a:lnTo>
                    <a:pt x="6869" y="414"/>
                  </a:lnTo>
                  <a:lnTo>
                    <a:pt x="7004" y="414"/>
                  </a:lnTo>
                  <a:lnTo>
                    <a:pt x="6969" y="544"/>
                  </a:lnTo>
                  <a:lnTo>
                    <a:pt x="6699" y="544"/>
                  </a:lnTo>
                  <a:lnTo>
                    <a:pt x="6796" y="16"/>
                  </a:lnTo>
                  <a:close/>
                  <a:moveTo>
                    <a:pt x="6506" y="16"/>
                  </a:moveTo>
                  <a:lnTo>
                    <a:pt x="6651" y="16"/>
                  </a:lnTo>
                  <a:lnTo>
                    <a:pt x="6579" y="414"/>
                  </a:lnTo>
                  <a:lnTo>
                    <a:pt x="6686" y="414"/>
                  </a:lnTo>
                  <a:lnTo>
                    <a:pt x="6651" y="544"/>
                  </a:lnTo>
                  <a:lnTo>
                    <a:pt x="6409" y="544"/>
                  </a:lnTo>
                  <a:lnTo>
                    <a:pt x="6506" y="16"/>
                  </a:lnTo>
                  <a:close/>
                  <a:moveTo>
                    <a:pt x="4804" y="16"/>
                  </a:moveTo>
                  <a:lnTo>
                    <a:pt x="4913" y="16"/>
                  </a:lnTo>
                  <a:lnTo>
                    <a:pt x="4895" y="115"/>
                  </a:lnTo>
                  <a:lnTo>
                    <a:pt x="4845" y="211"/>
                  </a:lnTo>
                  <a:lnTo>
                    <a:pt x="4767" y="211"/>
                  </a:lnTo>
                  <a:lnTo>
                    <a:pt x="4804" y="16"/>
                  </a:lnTo>
                  <a:close/>
                  <a:moveTo>
                    <a:pt x="4443" y="16"/>
                  </a:moveTo>
                  <a:lnTo>
                    <a:pt x="4768" y="16"/>
                  </a:lnTo>
                  <a:lnTo>
                    <a:pt x="4735" y="145"/>
                  </a:lnTo>
                  <a:lnTo>
                    <a:pt x="4655" y="145"/>
                  </a:lnTo>
                  <a:lnTo>
                    <a:pt x="4581" y="544"/>
                  </a:lnTo>
                  <a:lnTo>
                    <a:pt x="4436" y="544"/>
                  </a:lnTo>
                  <a:lnTo>
                    <a:pt x="4509" y="145"/>
                  </a:lnTo>
                  <a:lnTo>
                    <a:pt x="4420" y="145"/>
                  </a:lnTo>
                  <a:lnTo>
                    <a:pt x="4443" y="16"/>
                  </a:lnTo>
                  <a:close/>
                  <a:moveTo>
                    <a:pt x="4144" y="16"/>
                  </a:moveTo>
                  <a:lnTo>
                    <a:pt x="4417" y="16"/>
                  </a:lnTo>
                  <a:lnTo>
                    <a:pt x="4384" y="145"/>
                  </a:lnTo>
                  <a:lnTo>
                    <a:pt x="4265" y="145"/>
                  </a:lnTo>
                  <a:lnTo>
                    <a:pt x="4253" y="217"/>
                  </a:lnTo>
                  <a:lnTo>
                    <a:pt x="4370" y="217"/>
                  </a:lnTo>
                  <a:lnTo>
                    <a:pt x="4348" y="338"/>
                  </a:lnTo>
                  <a:lnTo>
                    <a:pt x="4230" y="338"/>
                  </a:lnTo>
                  <a:lnTo>
                    <a:pt x="4217" y="414"/>
                  </a:lnTo>
                  <a:lnTo>
                    <a:pt x="4352" y="414"/>
                  </a:lnTo>
                  <a:lnTo>
                    <a:pt x="4317" y="544"/>
                  </a:lnTo>
                  <a:lnTo>
                    <a:pt x="4047" y="544"/>
                  </a:lnTo>
                  <a:lnTo>
                    <a:pt x="4144" y="16"/>
                  </a:lnTo>
                  <a:close/>
                  <a:moveTo>
                    <a:pt x="3854" y="16"/>
                  </a:moveTo>
                  <a:lnTo>
                    <a:pt x="3999" y="16"/>
                  </a:lnTo>
                  <a:lnTo>
                    <a:pt x="3927" y="414"/>
                  </a:lnTo>
                  <a:lnTo>
                    <a:pt x="4034" y="414"/>
                  </a:lnTo>
                  <a:lnTo>
                    <a:pt x="3999" y="544"/>
                  </a:lnTo>
                  <a:lnTo>
                    <a:pt x="3757" y="544"/>
                  </a:lnTo>
                  <a:lnTo>
                    <a:pt x="3854" y="16"/>
                  </a:lnTo>
                  <a:close/>
                  <a:moveTo>
                    <a:pt x="2152" y="16"/>
                  </a:moveTo>
                  <a:lnTo>
                    <a:pt x="2261" y="16"/>
                  </a:lnTo>
                  <a:lnTo>
                    <a:pt x="2243" y="115"/>
                  </a:lnTo>
                  <a:lnTo>
                    <a:pt x="2193" y="211"/>
                  </a:lnTo>
                  <a:lnTo>
                    <a:pt x="2115" y="211"/>
                  </a:lnTo>
                  <a:lnTo>
                    <a:pt x="2152" y="16"/>
                  </a:lnTo>
                  <a:close/>
                  <a:moveTo>
                    <a:pt x="1791" y="16"/>
                  </a:moveTo>
                  <a:lnTo>
                    <a:pt x="2116" y="16"/>
                  </a:lnTo>
                  <a:lnTo>
                    <a:pt x="2083" y="145"/>
                  </a:lnTo>
                  <a:lnTo>
                    <a:pt x="2003" y="145"/>
                  </a:lnTo>
                  <a:lnTo>
                    <a:pt x="1929" y="544"/>
                  </a:lnTo>
                  <a:lnTo>
                    <a:pt x="1784" y="544"/>
                  </a:lnTo>
                  <a:lnTo>
                    <a:pt x="1857" y="145"/>
                  </a:lnTo>
                  <a:lnTo>
                    <a:pt x="1768" y="145"/>
                  </a:lnTo>
                  <a:lnTo>
                    <a:pt x="1791" y="16"/>
                  </a:lnTo>
                  <a:close/>
                  <a:moveTo>
                    <a:pt x="1492" y="16"/>
                  </a:moveTo>
                  <a:lnTo>
                    <a:pt x="1765" y="16"/>
                  </a:lnTo>
                  <a:lnTo>
                    <a:pt x="1732" y="145"/>
                  </a:lnTo>
                  <a:lnTo>
                    <a:pt x="1613" y="145"/>
                  </a:lnTo>
                  <a:lnTo>
                    <a:pt x="1601" y="217"/>
                  </a:lnTo>
                  <a:lnTo>
                    <a:pt x="1718" y="217"/>
                  </a:lnTo>
                  <a:lnTo>
                    <a:pt x="1696" y="338"/>
                  </a:lnTo>
                  <a:lnTo>
                    <a:pt x="1578" y="338"/>
                  </a:lnTo>
                  <a:lnTo>
                    <a:pt x="1565" y="414"/>
                  </a:lnTo>
                  <a:lnTo>
                    <a:pt x="1700" y="414"/>
                  </a:lnTo>
                  <a:lnTo>
                    <a:pt x="1665" y="544"/>
                  </a:lnTo>
                  <a:lnTo>
                    <a:pt x="1395" y="544"/>
                  </a:lnTo>
                  <a:lnTo>
                    <a:pt x="1492" y="16"/>
                  </a:lnTo>
                  <a:close/>
                  <a:moveTo>
                    <a:pt x="1202" y="16"/>
                  </a:moveTo>
                  <a:lnTo>
                    <a:pt x="1347" y="16"/>
                  </a:lnTo>
                  <a:lnTo>
                    <a:pt x="1275" y="414"/>
                  </a:lnTo>
                  <a:lnTo>
                    <a:pt x="1382" y="414"/>
                  </a:lnTo>
                  <a:lnTo>
                    <a:pt x="1347" y="544"/>
                  </a:lnTo>
                  <a:lnTo>
                    <a:pt x="1105" y="544"/>
                  </a:lnTo>
                  <a:lnTo>
                    <a:pt x="1202" y="16"/>
                  </a:lnTo>
                  <a:close/>
                  <a:moveTo>
                    <a:pt x="16567" y="7"/>
                  </a:moveTo>
                  <a:cubicBezTo>
                    <a:pt x="16622" y="7"/>
                    <a:pt x="16659" y="21"/>
                    <a:pt x="16681" y="47"/>
                  </a:cubicBezTo>
                  <a:cubicBezTo>
                    <a:pt x="16702" y="73"/>
                    <a:pt x="16712" y="108"/>
                    <a:pt x="16711" y="151"/>
                  </a:cubicBezTo>
                  <a:cubicBezTo>
                    <a:pt x="16711" y="175"/>
                    <a:pt x="16709" y="200"/>
                    <a:pt x="16705" y="227"/>
                  </a:cubicBezTo>
                  <a:cubicBezTo>
                    <a:pt x="16701" y="253"/>
                    <a:pt x="16695" y="281"/>
                    <a:pt x="16689" y="310"/>
                  </a:cubicBezTo>
                  <a:cubicBezTo>
                    <a:pt x="16673" y="395"/>
                    <a:pt x="16648" y="457"/>
                    <a:pt x="16613" y="496"/>
                  </a:cubicBezTo>
                  <a:cubicBezTo>
                    <a:pt x="16577" y="535"/>
                    <a:pt x="16524" y="554"/>
                    <a:pt x="16454" y="554"/>
                  </a:cubicBezTo>
                  <a:cubicBezTo>
                    <a:pt x="16399" y="553"/>
                    <a:pt x="16362" y="540"/>
                    <a:pt x="16340" y="514"/>
                  </a:cubicBezTo>
                  <a:cubicBezTo>
                    <a:pt x="16319" y="487"/>
                    <a:pt x="16309" y="453"/>
                    <a:pt x="16310" y="409"/>
                  </a:cubicBezTo>
                  <a:cubicBezTo>
                    <a:pt x="16310" y="385"/>
                    <a:pt x="16313" y="360"/>
                    <a:pt x="16317" y="334"/>
                  </a:cubicBezTo>
                  <a:cubicBezTo>
                    <a:pt x="16321" y="307"/>
                    <a:pt x="16326" y="280"/>
                    <a:pt x="16333" y="251"/>
                  </a:cubicBezTo>
                  <a:cubicBezTo>
                    <a:pt x="16344" y="194"/>
                    <a:pt x="16358" y="148"/>
                    <a:pt x="16377" y="112"/>
                  </a:cubicBezTo>
                  <a:cubicBezTo>
                    <a:pt x="16395" y="76"/>
                    <a:pt x="16420" y="49"/>
                    <a:pt x="16450" y="32"/>
                  </a:cubicBezTo>
                  <a:cubicBezTo>
                    <a:pt x="16481" y="15"/>
                    <a:pt x="16520" y="7"/>
                    <a:pt x="16567" y="7"/>
                  </a:cubicBezTo>
                  <a:close/>
                  <a:moveTo>
                    <a:pt x="16178" y="7"/>
                  </a:moveTo>
                  <a:cubicBezTo>
                    <a:pt x="16207" y="7"/>
                    <a:pt x="16235" y="9"/>
                    <a:pt x="16261" y="13"/>
                  </a:cubicBezTo>
                  <a:cubicBezTo>
                    <a:pt x="16287" y="17"/>
                    <a:pt x="16306" y="21"/>
                    <a:pt x="16317" y="26"/>
                  </a:cubicBezTo>
                  <a:lnTo>
                    <a:pt x="16285" y="153"/>
                  </a:lnTo>
                  <a:cubicBezTo>
                    <a:pt x="16272" y="149"/>
                    <a:pt x="16256" y="146"/>
                    <a:pt x="16238" y="143"/>
                  </a:cubicBezTo>
                  <a:cubicBezTo>
                    <a:pt x="16220" y="140"/>
                    <a:pt x="16199" y="138"/>
                    <a:pt x="16176" y="138"/>
                  </a:cubicBezTo>
                  <a:cubicBezTo>
                    <a:pt x="16148" y="137"/>
                    <a:pt x="16129" y="144"/>
                    <a:pt x="16117" y="160"/>
                  </a:cubicBezTo>
                  <a:cubicBezTo>
                    <a:pt x="16106" y="176"/>
                    <a:pt x="16095" y="207"/>
                    <a:pt x="16085" y="252"/>
                  </a:cubicBezTo>
                  <a:cubicBezTo>
                    <a:pt x="16081" y="268"/>
                    <a:pt x="16078" y="288"/>
                    <a:pt x="16074" y="309"/>
                  </a:cubicBezTo>
                  <a:cubicBezTo>
                    <a:pt x="16070" y="331"/>
                    <a:pt x="16067" y="353"/>
                    <a:pt x="16065" y="374"/>
                  </a:cubicBezTo>
                  <a:cubicBezTo>
                    <a:pt x="16063" y="395"/>
                    <a:pt x="16061" y="413"/>
                    <a:pt x="16061" y="428"/>
                  </a:cubicBezTo>
                  <a:cubicBezTo>
                    <a:pt x="16064" y="429"/>
                    <a:pt x="16068" y="429"/>
                    <a:pt x="16071" y="429"/>
                  </a:cubicBezTo>
                  <a:cubicBezTo>
                    <a:pt x="16074" y="429"/>
                    <a:pt x="16077" y="429"/>
                    <a:pt x="16081" y="429"/>
                  </a:cubicBezTo>
                  <a:cubicBezTo>
                    <a:pt x="16090" y="429"/>
                    <a:pt x="16099" y="429"/>
                    <a:pt x="16108" y="428"/>
                  </a:cubicBezTo>
                  <a:cubicBezTo>
                    <a:pt x="16117" y="427"/>
                    <a:pt x="16126" y="426"/>
                    <a:pt x="16134" y="424"/>
                  </a:cubicBezTo>
                  <a:lnTo>
                    <a:pt x="16148" y="346"/>
                  </a:lnTo>
                  <a:lnTo>
                    <a:pt x="16107" y="346"/>
                  </a:lnTo>
                  <a:lnTo>
                    <a:pt x="16127" y="235"/>
                  </a:lnTo>
                  <a:lnTo>
                    <a:pt x="16291" y="235"/>
                  </a:lnTo>
                  <a:lnTo>
                    <a:pt x="16237" y="526"/>
                  </a:lnTo>
                  <a:cubicBezTo>
                    <a:pt x="16219" y="534"/>
                    <a:pt x="16193" y="541"/>
                    <a:pt x="16160" y="546"/>
                  </a:cubicBezTo>
                  <a:cubicBezTo>
                    <a:pt x="16127" y="551"/>
                    <a:pt x="16095" y="554"/>
                    <a:pt x="16062" y="554"/>
                  </a:cubicBezTo>
                  <a:cubicBezTo>
                    <a:pt x="16023" y="554"/>
                    <a:pt x="15993" y="548"/>
                    <a:pt x="15972" y="536"/>
                  </a:cubicBezTo>
                  <a:cubicBezTo>
                    <a:pt x="15951" y="524"/>
                    <a:pt x="15937" y="507"/>
                    <a:pt x="15929" y="485"/>
                  </a:cubicBezTo>
                  <a:cubicBezTo>
                    <a:pt x="15921" y="464"/>
                    <a:pt x="15918" y="439"/>
                    <a:pt x="15918" y="410"/>
                  </a:cubicBezTo>
                  <a:cubicBezTo>
                    <a:pt x="15918" y="386"/>
                    <a:pt x="15920" y="361"/>
                    <a:pt x="15924" y="334"/>
                  </a:cubicBezTo>
                  <a:cubicBezTo>
                    <a:pt x="15929" y="307"/>
                    <a:pt x="15934" y="280"/>
                    <a:pt x="15940" y="251"/>
                  </a:cubicBezTo>
                  <a:cubicBezTo>
                    <a:pt x="15956" y="166"/>
                    <a:pt x="15982" y="104"/>
                    <a:pt x="16018" y="65"/>
                  </a:cubicBezTo>
                  <a:cubicBezTo>
                    <a:pt x="16054" y="26"/>
                    <a:pt x="16108" y="6"/>
                    <a:pt x="16178" y="7"/>
                  </a:cubicBezTo>
                  <a:close/>
                  <a:moveTo>
                    <a:pt x="15716" y="7"/>
                  </a:moveTo>
                  <a:cubicBezTo>
                    <a:pt x="15747" y="7"/>
                    <a:pt x="15772" y="9"/>
                    <a:pt x="15791" y="13"/>
                  </a:cubicBezTo>
                  <a:cubicBezTo>
                    <a:pt x="15811" y="17"/>
                    <a:pt x="15825" y="21"/>
                    <a:pt x="15834" y="25"/>
                  </a:cubicBezTo>
                  <a:lnTo>
                    <a:pt x="15804" y="151"/>
                  </a:lnTo>
                  <a:cubicBezTo>
                    <a:pt x="15792" y="147"/>
                    <a:pt x="15780" y="143"/>
                    <a:pt x="15768" y="141"/>
                  </a:cubicBezTo>
                  <a:cubicBezTo>
                    <a:pt x="15757" y="139"/>
                    <a:pt x="15744" y="138"/>
                    <a:pt x="15731" y="138"/>
                  </a:cubicBezTo>
                  <a:cubicBezTo>
                    <a:pt x="15718" y="138"/>
                    <a:pt x="15708" y="140"/>
                    <a:pt x="15701" y="145"/>
                  </a:cubicBezTo>
                  <a:cubicBezTo>
                    <a:pt x="15694" y="150"/>
                    <a:pt x="15691" y="158"/>
                    <a:pt x="15691" y="169"/>
                  </a:cubicBezTo>
                  <a:cubicBezTo>
                    <a:pt x="15691" y="177"/>
                    <a:pt x="15692" y="186"/>
                    <a:pt x="15695" y="194"/>
                  </a:cubicBezTo>
                  <a:cubicBezTo>
                    <a:pt x="15698" y="203"/>
                    <a:pt x="15703" y="215"/>
                    <a:pt x="15709" y="230"/>
                  </a:cubicBezTo>
                  <a:lnTo>
                    <a:pt x="15735" y="291"/>
                  </a:lnTo>
                  <a:cubicBezTo>
                    <a:pt x="15742" y="306"/>
                    <a:pt x="15748" y="323"/>
                    <a:pt x="15754" y="341"/>
                  </a:cubicBezTo>
                  <a:cubicBezTo>
                    <a:pt x="15759" y="359"/>
                    <a:pt x="15763" y="377"/>
                    <a:pt x="15763" y="396"/>
                  </a:cubicBezTo>
                  <a:cubicBezTo>
                    <a:pt x="15762" y="451"/>
                    <a:pt x="15747" y="491"/>
                    <a:pt x="15718" y="516"/>
                  </a:cubicBezTo>
                  <a:cubicBezTo>
                    <a:pt x="15689" y="542"/>
                    <a:pt x="15652" y="554"/>
                    <a:pt x="15605" y="554"/>
                  </a:cubicBezTo>
                  <a:cubicBezTo>
                    <a:pt x="15572" y="553"/>
                    <a:pt x="15545" y="551"/>
                    <a:pt x="15524" y="547"/>
                  </a:cubicBezTo>
                  <a:cubicBezTo>
                    <a:pt x="15503" y="543"/>
                    <a:pt x="15488" y="539"/>
                    <a:pt x="15479" y="535"/>
                  </a:cubicBezTo>
                  <a:lnTo>
                    <a:pt x="15489" y="402"/>
                  </a:lnTo>
                  <a:cubicBezTo>
                    <a:pt x="15499" y="406"/>
                    <a:pt x="15512" y="410"/>
                    <a:pt x="15531" y="414"/>
                  </a:cubicBezTo>
                  <a:cubicBezTo>
                    <a:pt x="15550" y="418"/>
                    <a:pt x="15571" y="420"/>
                    <a:pt x="15595" y="420"/>
                  </a:cubicBezTo>
                  <a:cubicBezTo>
                    <a:pt x="15598" y="420"/>
                    <a:pt x="15601" y="420"/>
                    <a:pt x="15603" y="420"/>
                  </a:cubicBezTo>
                  <a:cubicBezTo>
                    <a:pt x="15606" y="420"/>
                    <a:pt x="15609" y="420"/>
                    <a:pt x="15612" y="420"/>
                  </a:cubicBezTo>
                  <a:cubicBezTo>
                    <a:pt x="15613" y="416"/>
                    <a:pt x="15614" y="412"/>
                    <a:pt x="15615" y="407"/>
                  </a:cubicBezTo>
                  <a:cubicBezTo>
                    <a:pt x="15616" y="403"/>
                    <a:pt x="15617" y="398"/>
                    <a:pt x="15617" y="393"/>
                  </a:cubicBezTo>
                  <a:cubicBezTo>
                    <a:pt x="15616" y="384"/>
                    <a:pt x="15615" y="375"/>
                    <a:pt x="15611" y="366"/>
                  </a:cubicBezTo>
                  <a:cubicBezTo>
                    <a:pt x="15607" y="358"/>
                    <a:pt x="15603" y="348"/>
                    <a:pt x="15597" y="336"/>
                  </a:cubicBezTo>
                  <a:lnTo>
                    <a:pt x="15570" y="276"/>
                  </a:lnTo>
                  <a:cubicBezTo>
                    <a:pt x="15562" y="259"/>
                    <a:pt x="15556" y="241"/>
                    <a:pt x="15551" y="223"/>
                  </a:cubicBezTo>
                  <a:cubicBezTo>
                    <a:pt x="15546" y="205"/>
                    <a:pt x="15544" y="188"/>
                    <a:pt x="15544" y="171"/>
                  </a:cubicBezTo>
                  <a:cubicBezTo>
                    <a:pt x="15545" y="116"/>
                    <a:pt x="15560" y="75"/>
                    <a:pt x="15591" y="48"/>
                  </a:cubicBezTo>
                  <a:cubicBezTo>
                    <a:pt x="15622" y="20"/>
                    <a:pt x="15664" y="7"/>
                    <a:pt x="15716" y="7"/>
                  </a:cubicBezTo>
                  <a:close/>
                  <a:moveTo>
                    <a:pt x="13913" y="7"/>
                  </a:moveTo>
                  <a:cubicBezTo>
                    <a:pt x="13968" y="7"/>
                    <a:pt x="14005" y="21"/>
                    <a:pt x="14027" y="47"/>
                  </a:cubicBezTo>
                  <a:cubicBezTo>
                    <a:pt x="14048" y="73"/>
                    <a:pt x="14058" y="108"/>
                    <a:pt x="14057" y="151"/>
                  </a:cubicBezTo>
                  <a:cubicBezTo>
                    <a:pt x="14057" y="175"/>
                    <a:pt x="14055" y="200"/>
                    <a:pt x="14051" y="227"/>
                  </a:cubicBezTo>
                  <a:cubicBezTo>
                    <a:pt x="14047" y="253"/>
                    <a:pt x="14041" y="281"/>
                    <a:pt x="14035" y="310"/>
                  </a:cubicBezTo>
                  <a:cubicBezTo>
                    <a:pt x="14019" y="395"/>
                    <a:pt x="13994" y="457"/>
                    <a:pt x="13959" y="496"/>
                  </a:cubicBezTo>
                  <a:cubicBezTo>
                    <a:pt x="13923" y="535"/>
                    <a:pt x="13870" y="554"/>
                    <a:pt x="13800" y="554"/>
                  </a:cubicBezTo>
                  <a:cubicBezTo>
                    <a:pt x="13745" y="553"/>
                    <a:pt x="13708" y="540"/>
                    <a:pt x="13686" y="514"/>
                  </a:cubicBezTo>
                  <a:cubicBezTo>
                    <a:pt x="13665" y="487"/>
                    <a:pt x="13655" y="453"/>
                    <a:pt x="13656" y="409"/>
                  </a:cubicBezTo>
                  <a:cubicBezTo>
                    <a:pt x="13656" y="385"/>
                    <a:pt x="13659" y="360"/>
                    <a:pt x="13663" y="334"/>
                  </a:cubicBezTo>
                  <a:cubicBezTo>
                    <a:pt x="13667" y="307"/>
                    <a:pt x="13672" y="280"/>
                    <a:pt x="13679" y="251"/>
                  </a:cubicBezTo>
                  <a:cubicBezTo>
                    <a:pt x="13690" y="194"/>
                    <a:pt x="13704" y="148"/>
                    <a:pt x="13723" y="112"/>
                  </a:cubicBezTo>
                  <a:cubicBezTo>
                    <a:pt x="13741" y="76"/>
                    <a:pt x="13766" y="49"/>
                    <a:pt x="13796" y="32"/>
                  </a:cubicBezTo>
                  <a:cubicBezTo>
                    <a:pt x="13827" y="15"/>
                    <a:pt x="13866" y="7"/>
                    <a:pt x="13913" y="7"/>
                  </a:cubicBezTo>
                  <a:close/>
                  <a:moveTo>
                    <a:pt x="13524" y="7"/>
                  </a:moveTo>
                  <a:cubicBezTo>
                    <a:pt x="13553" y="7"/>
                    <a:pt x="13581" y="9"/>
                    <a:pt x="13607" y="13"/>
                  </a:cubicBezTo>
                  <a:cubicBezTo>
                    <a:pt x="13633" y="17"/>
                    <a:pt x="13652" y="21"/>
                    <a:pt x="13663" y="26"/>
                  </a:cubicBezTo>
                  <a:lnTo>
                    <a:pt x="13631" y="153"/>
                  </a:lnTo>
                  <a:cubicBezTo>
                    <a:pt x="13618" y="149"/>
                    <a:pt x="13602" y="146"/>
                    <a:pt x="13584" y="143"/>
                  </a:cubicBezTo>
                  <a:cubicBezTo>
                    <a:pt x="13566" y="140"/>
                    <a:pt x="13545" y="138"/>
                    <a:pt x="13522" y="138"/>
                  </a:cubicBezTo>
                  <a:cubicBezTo>
                    <a:pt x="13494" y="137"/>
                    <a:pt x="13475" y="144"/>
                    <a:pt x="13463" y="160"/>
                  </a:cubicBezTo>
                  <a:cubicBezTo>
                    <a:pt x="13452" y="176"/>
                    <a:pt x="13441" y="207"/>
                    <a:pt x="13431" y="252"/>
                  </a:cubicBezTo>
                  <a:cubicBezTo>
                    <a:pt x="13427" y="268"/>
                    <a:pt x="13424" y="288"/>
                    <a:pt x="13420" y="309"/>
                  </a:cubicBezTo>
                  <a:cubicBezTo>
                    <a:pt x="13416" y="331"/>
                    <a:pt x="13413" y="353"/>
                    <a:pt x="13411" y="374"/>
                  </a:cubicBezTo>
                  <a:cubicBezTo>
                    <a:pt x="13409" y="395"/>
                    <a:pt x="13407" y="413"/>
                    <a:pt x="13407" y="428"/>
                  </a:cubicBezTo>
                  <a:cubicBezTo>
                    <a:pt x="13410" y="429"/>
                    <a:pt x="13414" y="429"/>
                    <a:pt x="13417" y="429"/>
                  </a:cubicBezTo>
                  <a:cubicBezTo>
                    <a:pt x="13420" y="429"/>
                    <a:pt x="13423" y="429"/>
                    <a:pt x="13427" y="429"/>
                  </a:cubicBezTo>
                  <a:cubicBezTo>
                    <a:pt x="13436" y="429"/>
                    <a:pt x="13445" y="429"/>
                    <a:pt x="13454" y="428"/>
                  </a:cubicBezTo>
                  <a:cubicBezTo>
                    <a:pt x="13463" y="427"/>
                    <a:pt x="13472" y="426"/>
                    <a:pt x="13480" y="424"/>
                  </a:cubicBezTo>
                  <a:lnTo>
                    <a:pt x="13494" y="346"/>
                  </a:lnTo>
                  <a:lnTo>
                    <a:pt x="13453" y="346"/>
                  </a:lnTo>
                  <a:lnTo>
                    <a:pt x="13473" y="235"/>
                  </a:lnTo>
                  <a:lnTo>
                    <a:pt x="13637" y="235"/>
                  </a:lnTo>
                  <a:lnTo>
                    <a:pt x="13583" y="526"/>
                  </a:lnTo>
                  <a:cubicBezTo>
                    <a:pt x="13565" y="534"/>
                    <a:pt x="13539" y="541"/>
                    <a:pt x="13506" y="546"/>
                  </a:cubicBezTo>
                  <a:cubicBezTo>
                    <a:pt x="13473" y="551"/>
                    <a:pt x="13441" y="554"/>
                    <a:pt x="13408" y="554"/>
                  </a:cubicBezTo>
                  <a:cubicBezTo>
                    <a:pt x="13369" y="554"/>
                    <a:pt x="13339" y="548"/>
                    <a:pt x="13318" y="536"/>
                  </a:cubicBezTo>
                  <a:cubicBezTo>
                    <a:pt x="13297" y="524"/>
                    <a:pt x="13283" y="507"/>
                    <a:pt x="13275" y="485"/>
                  </a:cubicBezTo>
                  <a:cubicBezTo>
                    <a:pt x="13267" y="464"/>
                    <a:pt x="13264" y="439"/>
                    <a:pt x="13264" y="410"/>
                  </a:cubicBezTo>
                  <a:cubicBezTo>
                    <a:pt x="13264" y="386"/>
                    <a:pt x="13266" y="361"/>
                    <a:pt x="13270" y="334"/>
                  </a:cubicBezTo>
                  <a:cubicBezTo>
                    <a:pt x="13275" y="307"/>
                    <a:pt x="13280" y="280"/>
                    <a:pt x="13286" y="251"/>
                  </a:cubicBezTo>
                  <a:cubicBezTo>
                    <a:pt x="13302" y="166"/>
                    <a:pt x="13328" y="104"/>
                    <a:pt x="13364" y="65"/>
                  </a:cubicBezTo>
                  <a:cubicBezTo>
                    <a:pt x="13400" y="26"/>
                    <a:pt x="13454" y="6"/>
                    <a:pt x="13524" y="7"/>
                  </a:cubicBezTo>
                  <a:close/>
                  <a:moveTo>
                    <a:pt x="13062" y="7"/>
                  </a:moveTo>
                  <a:cubicBezTo>
                    <a:pt x="13093" y="7"/>
                    <a:pt x="13118" y="9"/>
                    <a:pt x="13137" y="13"/>
                  </a:cubicBezTo>
                  <a:cubicBezTo>
                    <a:pt x="13157" y="17"/>
                    <a:pt x="13171" y="21"/>
                    <a:pt x="13180" y="25"/>
                  </a:cubicBezTo>
                  <a:lnTo>
                    <a:pt x="13150" y="151"/>
                  </a:lnTo>
                  <a:cubicBezTo>
                    <a:pt x="13138" y="147"/>
                    <a:pt x="13126" y="143"/>
                    <a:pt x="13114" y="141"/>
                  </a:cubicBezTo>
                  <a:cubicBezTo>
                    <a:pt x="13103" y="139"/>
                    <a:pt x="13090" y="138"/>
                    <a:pt x="13077" y="138"/>
                  </a:cubicBezTo>
                  <a:cubicBezTo>
                    <a:pt x="13064" y="138"/>
                    <a:pt x="13054" y="140"/>
                    <a:pt x="13047" y="145"/>
                  </a:cubicBezTo>
                  <a:cubicBezTo>
                    <a:pt x="13040" y="150"/>
                    <a:pt x="13037" y="158"/>
                    <a:pt x="13037" y="169"/>
                  </a:cubicBezTo>
                  <a:cubicBezTo>
                    <a:pt x="13037" y="177"/>
                    <a:pt x="13038" y="186"/>
                    <a:pt x="13041" y="194"/>
                  </a:cubicBezTo>
                  <a:cubicBezTo>
                    <a:pt x="13044" y="203"/>
                    <a:pt x="13049" y="215"/>
                    <a:pt x="13055" y="230"/>
                  </a:cubicBezTo>
                  <a:lnTo>
                    <a:pt x="13081" y="291"/>
                  </a:lnTo>
                  <a:cubicBezTo>
                    <a:pt x="13088" y="306"/>
                    <a:pt x="13094" y="323"/>
                    <a:pt x="13100" y="341"/>
                  </a:cubicBezTo>
                  <a:cubicBezTo>
                    <a:pt x="13105" y="359"/>
                    <a:pt x="13109" y="377"/>
                    <a:pt x="13109" y="396"/>
                  </a:cubicBezTo>
                  <a:cubicBezTo>
                    <a:pt x="13108" y="451"/>
                    <a:pt x="13093" y="491"/>
                    <a:pt x="13064" y="516"/>
                  </a:cubicBezTo>
                  <a:cubicBezTo>
                    <a:pt x="13035" y="542"/>
                    <a:pt x="12998" y="554"/>
                    <a:pt x="12951" y="554"/>
                  </a:cubicBezTo>
                  <a:cubicBezTo>
                    <a:pt x="12918" y="553"/>
                    <a:pt x="12891" y="551"/>
                    <a:pt x="12870" y="547"/>
                  </a:cubicBezTo>
                  <a:cubicBezTo>
                    <a:pt x="12849" y="543"/>
                    <a:pt x="12834" y="539"/>
                    <a:pt x="12825" y="535"/>
                  </a:cubicBezTo>
                  <a:lnTo>
                    <a:pt x="12835" y="402"/>
                  </a:lnTo>
                  <a:cubicBezTo>
                    <a:pt x="12845" y="406"/>
                    <a:pt x="12858" y="410"/>
                    <a:pt x="12877" y="414"/>
                  </a:cubicBezTo>
                  <a:cubicBezTo>
                    <a:pt x="12896" y="418"/>
                    <a:pt x="12917" y="420"/>
                    <a:pt x="12941" y="420"/>
                  </a:cubicBezTo>
                  <a:cubicBezTo>
                    <a:pt x="12944" y="420"/>
                    <a:pt x="12947" y="420"/>
                    <a:pt x="12949" y="420"/>
                  </a:cubicBezTo>
                  <a:cubicBezTo>
                    <a:pt x="12952" y="420"/>
                    <a:pt x="12955" y="420"/>
                    <a:pt x="12958" y="420"/>
                  </a:cubicBezTo>
                  <a:cubicBezTo>
                    <a:pt x="12959" y="416"/>
                    <a:pt x="12960" y="412"/>
                    <a:pt x="12961" y="407"/>
                  </a:cubicBezTo>
                  <a:cubicBezTo>
                    <a:pt x="12962" y="403"/>
                    <a:pt x="12963" y="398"/>
                    <a:pt x="12963" y="393"/>
                  </a:cubicBezTo>
                  <a:cubicBezTo>
                    <a:pt x="12962" y="384"/>
                    <a:pt x="12961" y="375"/>
                    <a:pt x="12957" y="366"/>
                  </a:cubicBezTo>
                  <a:cubicBezTo>
                    <a:pt x="12953" y="358"/>
                    <a:pt x="12949" y="348"/>
                    <a:pt x="12943" y="336"/>
                  </a:cubicBezTo>
                  <a:lnTo>
                    <a:pt x="12916" y="276"/>
                  </a:lnTo>
                  <a:cubicBezTo>
                    <a:pt x="12908" y="259"/>
                    <a:pt x="12902" y="241"/>
                    <a:pt x="12897" y="223"/>
                  </a:cubicBezTo>
                  <a:cubicBezTo>
                    <a:pt x="12892" y="205"/>
                    <a:pt x="12890" y="188"/>
                    <a:pt x="12890" y="171"/>
                  </a:cubicBezTo>
                  <a:cubicBezTo>
                    <a:pt x="12891" y="116"/>
                    <a:pt x="12906" y="75"/>
                    <a:pt x="12937" y="48"/>
                  </a:cubicBezTo>
                  <a:cubicBezTo>
                    <a:pt x="12968" y="20"/>
                    <a:pt x="13010" y="7"/>
                    <a:pt x="13062" y="7"/>
                  </a:cubicBezTo>
                  <a:close/>
                  <a:moveTo>
                    <a:pt x="11261" y="7"/>
                  </a:moveTo>
                  <a:cubicBezTo>
                    <a:pt x="11316" y="7"/>
                    <a:pt x="11353" y="21"/>
                    <a:pt x="11375" y="47"/>
                  </a:cubicBezTo>
                  <a:cubicBezTo>
                    <a:pt x="11396" y="73"/>
                    <a:pt x="11406" y="108"/>
                    <a:pt x="11405" y="151"/>
                  </a:cubicBezTo>
                  <a:cubicBezTo>
                    <a:pt x="11405" y="175"/>
                    <a:pt x="11403" y="200"/>
                    <a:pt x="11399" y="227"/>
                  </a:cubicBezTo>
                  <a:cubicBezTo>
                    <a:pt x="11395" y="253"/>
                    <a:pt x="11389" y="281"/>
                    <a:pt x="11383" y="310"/>
                  </a:cubicBezTo>
                  <a:cubicBezTo>
                    <a:pt x="11367" y="395"/>
                    <a:pt x="11342" y="457"/>
                    <a:pt x="11307" y="496"/>
                  </a:cubicBezTo>
                  <a:cubicBezTo>
                    <a:pt x="11271" y="535"/>
                    <a:pt x="11218" y="554"/>
                    <a:pt x="11148" y="554"/>
                  </a:cubicBezTo>
                  <a:cubicBezTo>
                    <a:pt x="11093" y="553"/>
                    <a:pt x="11056" y="540"/>
                    <a:pt x="11034" y="514"/>
                  </a:cubicBezTo>
                  <a:cubicBezTo>
                    <a:pt x="11013" y="487"/>
                    <a:pt x="11003" y="453"/>
                    <a:pt x="11004" y="409"/>
                  </a:cubicBezTo>
                  <a:cubicBezTo>
                    <a:pt x="11004" y="385"/>
                    <a:pt x="11007" y="360"/>
                    <a:pt x="11011" y="334"/>
                  </a:cubicBezTo>
                  <a:cubicBezTo>
                    <a:pt x="11015" y="307"/>
                    <a:pt x="11020" y="280"/>
                    <a:pt x="11027" y="251"/>
                  </a:cubicBezTo>
                  <a:cubicBezTo>
                    <a:pt x="11038" y="194"/>
                    <a:pt x="11052" y="148"/>
                    <a:pt x="11071" y="112"/>
                  </a:cubicBezTo>
                  <a:cubicBezTo>
                    <a:pt x="11089" y="76"/>
                    <a:pt x="11114" y="49"/>
                    <a:pt x="11144" y="32"/>
                  </a:cubicBezTo>
                  <a:cubicBezTo>
                    <a:pt x="11175" y="15"/>
                    <a:pt x="11214" y="7"/>
                    <a:pt x="11261" y="7"/>
                  </a:cubicBezTo>
                  <a:close/>
                  <a:moveTo>
                    <a:pt x="10872" y="7"/>
                  </a:moveTo>
                  <a:cubicBezTo>
                    <a:pt x="10901" y="7"/>
                    <a:pt x="10929" y="9"/>
                    <a:pt x="10955" y="13"/>
                  </a:cubicBezTo>
                  <a:cubicBezTo>
                    <a:pt x="10981" y="17"/>
                    <a:pt x="11000" y="21"/>
                    <a:pt x="11011" y="26"/>
                  </a:cubicBezTo>
                  <a:lnTo>
                    <a:pt x="10979" y="153"/>
                  </a:lnTo>
                  <a:cubicBezTo>
                    <a:pt x="10966" y="149"/>
                    <a:pt x="10950" y="146"/>
                    <a:pt x="10932" y="143"/>
                  </a:cubicBezTo>
                  <a:cubicBezTo>
                    <a:pt x="10914" y="140"/>
                    <a:pt x="10893" y="138"/>
                    <a:pt x="10870" y="138"/>
                  </a:cubicBezTo>
                  <a:cubicBezTo>
                    <a:pt x="10842" y="137"/>
                    <a:pt x="10823" y="144"/>
                    <a:pt x="10811" y="160"/>
                  </a:cubicBezTo>
                  <a:cubicBezTo>
                    <a:pt x="10800" y="176"/>
                    <a:pt x="10789" y="207"/>
                    <a:pt x="10779" y="252"/>
                  </a:cubicBezTo>
                  <a:cubicBezTo>
                    <a:pt x="10775" y="268"/>
                    <a:pt x="10772" y="288"/>
                    <a:pt x="10768" y="309"/>
                  </a:cubicBezTo>
                  <a:cubicBezTo>
                    <a:pt x="10764" y="331"/>
                    <a:pt x="10761" y="353"/>
                    <a:pt x="10759" y="374"/>
                  </a:cubicBezTo>
                  <a:cubicBezTo>
                    <a:pt x="10757" y="395"/>
                    <a:pt x="10755" y="413"/>
                    <a:pt x="10755" y="428"/>
                  </a:cubicBezTo>
                  <a:cubicBezTo>
                    <a:pt x="10758" y="429"/>
                    <a:pt x="10762" y="429"/>
                    <a:pt x="10765" y="429"/>
                  </a:cubicBezTo>
                  <a:cubicBezTo>
                    <a:pt x="10768" y="429"/>
                    <a:pt x="10771" y="429"/>
                    <a:pt x="10775" y="429"/>
                  </a:cubicBezTo>
                  <a:cubicBezTo>
                    <a:pt x="10784" y="429"/>
                    <a:pt x="10793" y="429"/>
                    <a:pt x="10802" y="428"/>
                  </a:cubicBezTo>
                  <a:cubicBezTo>
                    <a:pt x="10811" y="427"/>
                    <a:pt x="10820" y="426"/>
                    <a:pt x="10828" y="424"/>
                  </a:cubicBezTo>
                  <a:lnTo>
                    <a:pt x="10842" y="346"/>
                  </a:lnTo>
                  <a:lnTo>
                    <a:pt x="10801" y="346"/>
                  </a:lnTo>
                  <a:lnTo>
                    <a:pt x="10821" y="235"/>
                  </a:lnTo>
                  <a:lnTo>
                    <a:pt x="10985" y="235"/>
                  </a:lnTo>
                  <a:lnTo>
                    <a:pt x="10931" y="526"/>
                  </a:lnTo>
                  <a:cubicBezTo>
                    <a:pt x="10913" y="534"/>
                    <a:pt x="10887" y="541"/>
                    <a:pt x="10854" y="546"/>
                  </a:cubicBezTo>
                  <a:cubicBezTo>
                    <a:pt x="10821" y="551"/>
                    <a:pt x="10789" y="554"/>
                    <a:pt x="10756" y="554"/>
                  </a:cubicBezTo>
                  <a:cubicBezTo>
                    <a:pt x="10717" y="554"/>
                    <a:pt x="10687" y="548"/>
                    <a:pt x="10666" y="536"/>
                  </a:cubicBezTo>
                  <a:cubicBezTo>
                    <a:pt x="10645" y="524"/>
                    <a:pt x="10631" y="507"/>
                    <a:pt x="10623" y="485"/>
                  </a:cubicBezTo>
                  <a:cubicBezTo>
                    <a:pt x="10615" y="464"/>
                    <a:pt x="10612" y="439"/>
                    <a:pt x="10612" y="410"/>
                  </a:cubicBezTo>
                  <a:cubicBezTo>
                    <a:pt x="10612" y="386"/>
                    <a:pt x="10614" y="361"/>
                    <a:pt x="10618" y="334"/>
                  </a:cubicBezTo>
                  <a:cubicBezTo>
                    <a:pt x="10623" y="307"/>
                    <a:pt x="10628" y="280"/>
                    <a:pt x="10634" y="251"/>
                  </a:cubicBezTo>
                  <a:cubicBezTo>
                    <a:pt x="10650" y="166"/>
                    <a:pt x="10676" y="104"/>
                    <a:pt x="10712" y="65"/>
                  </a:cubicBezTo>
                  <a:cubicBezTo>
                    <a:pt x="10748" y="26"/>
                    <a:pt x="10802" y="6"/>
                    <a:pt x="10872" y="7"/>
                  </a:cubicBezTo>
                  <a:close/>
                  <a:moveTo>
                    <a:pt x="10410" y="7"/>
                  </a:moveTo>
                  <a:cubicBezTo>
                    <a:pt x="10441" y="7"/>
                    <a:pt x="10466" y="9"/>
                    <a:pt x="10485" y="13"/>
                  </a:cubicBezTo>
                  <a:cubicBezTo>
                    <a:pt x="10505" y="17"/>
                    <a:pt x="10519" y="21"/>
                    <a:pt x="10528" y="25"/>
                  </a:cubicBezTo>
                  <a:lnTo>
                    <a:pt x="10498" y="151"/>
                  </a:lnTo>
                  <a:cubicBezTo>
                    <a:pt x="10486" y="147"/>
                    <a:pt x="10474" y="143"/>
                    <a:pt x="10462" y="141"/>
                  </a:cubicBezTo>
                  <a:cubicBezTo>
                    <a:pt x="10451" y="139"/>
                    <a:pt x="10438" y="138"/>
                    <a:pt x="10425" y="138"/>
                  </a:cubicBezTo>
                  <a:cubicBezTo>
                    <a:pt x="10412" y="138"/>
                    <a:pt x="10402" y="140"/>
                    <a:pt x="10395" y="145"/>
                  </a:cubicBezTo>
                  <a:cubicBezTo>
                    <a:pt x="10388" y="150"/>
                    <a:pt x="10385" y="158"/>
                    <a:pt x="10385" y="169"/>
                  </a:cubicBezTo>
                  <a:cubicBezTo>
                    <a:pt x="10385" y="177"/>
                    <a:pt x="10386" y="186"/>
                    <a:pt x="10389" y="194"/>
                  </a:cubicBezTo>
                  <a:cubicBezTo>
                    <a:pt x="10392" y="203"/>
                    <a:pt x="10397" y="215"/>
                    <a:pt x="10403" y="230"/>
                  </a:cubicBezTo>
                  <a:lnTo>
                    <a:pt x="10429" y="291"/>
                  </a:lnTo>
                  <a:cubicBezTo>
                    <a:pt x="10436" y="306"/>
                    <a:pt x="10442" y="323"/>
                    <a:pt x="10448" y="341"/>
                  </a:cubicBezTo>
                  <a:cubicBezTo>
                    <a:pt x="10453" y="359"/>
                    <a:pt x="10457" y="377"/>
                    <a:pt x="10457" y="396"/>
                  </a:cubicBezTo>
                  <a:cubicBezTo>
                    <a:pt x="10456" y="451"/>
                    <a:pt x="10441" y="491"/>
                    <a:pt x="10412" y="516"/>
                  </a:cubicBezTo>
                  <a:cubicBezTo>
                    <a:pt x="10383" y="542"/>
                    <a:pt x="10346" y="554"/>
                    <a:pt x="10299" y="554"/>
                  </a:cubicBezTo>
                  <a:cubicBezTo>
                    <a:pt x="10266" y="553"/>
                    <a:pt x="10239" y="551"/>
                    <a:pt x="10218" y="547"/>
                  </a:cubicBezTo>
                  <a:cubicBezTo>
                    <a:pt x="10197" y="543"/>
                    <a:pt x="10182" y="539"/>
                    <a:pt x="10173" y="535"/>
                  </a:cubicBezTo>
                  <a:lnTo>
                    <a:pt x="10183" y="402"/>
                  </a:lnTo>
                  <a:cubicBezTo>
                    <a:pt x="10193" y="406"/>
                    <a:pt x="10206" y="410"/>
                    <a:pt x="10225" y="414"/>
                  </a:cubicBezTo>
                  <a:cubicBezTo>
                    <a:pt x="10244" y="418"/>
                    <a:pt x="10265" y="420"/>
                    <a:pt x="10289" y="420"/>
                  </a:cubicBezTo>
                  <a:cubicBezTo>
                    <a:pt x="10292" y="420"/>
                    <a:pt x="10295" y="420"/>
                    <a:pt x="10297" y="420"/>
                  </a:cubicBezTo>
                  <a:cubicBezTo>
                    <a:pt x="10300" y="420"/>
                    <a:pt x="10303" y="420"/>
                    <a:pt x="10306" y="420"/>
                  </a:cubicBezTo>
                  <a:cubicBezTo>
                    <a:pt x="10307" y="416"/>
                    <a:pt x="10308" y="412"/>
                    <a:pt x="10309" y="407"/>
                  </a:cubicBezTo>
                  <a:cubicBezTo>
                    <a:pt x="10310" y="403"/>
                    <a:pt x="10311" y="398"/>
                    <a:pt x="10311" y="393"/>
                  </a:cubicBezTo>
                  <a:cubicBezTo>
                    <a:pt x="10310" y="384"/>
                    <a:pt x="10309" y="375"/>
                    <a:pt x="10305" y="366"/>
                  </a:cubicBezTo>
                  <a:cubicBezTo>
                    <a:pt x="10301" y="358"/>
                    <a:pt x="10297" y="348"/>
                    <a:pt x="10291" y="336"/>
                  </a:cubicBezTo>
                  <a:lnTo>
                    <a:pt x="10264" y="276"/>
                  </a:lnTo>
                  <a:cubicBezTo>
                    <a:pt x="10256" y="259"/>
                    <a:pt x="10250" y="241"/>
                    <a:pt x="10245" y="223"/>
                  </a:cubicBezTo>
                  <a:cubicBezTo>
                    <a:pt x="10240" y="205"/>
                    <a:pt x="10238" y="188"/>
                    <a:pt x="10238" y="171"/>
                  </a:cubicBezTo>
                  <a:cubicBezTo>
                    <a:pt x="10239" y="116"/>
                    <a:pt x="10254" y="75"/>
                    <a:pt x="10285" y="48"/>
                  </a:cubicBezTo>
                  <a:cubicBezTo>
                    <a:pt x="10316" y="20"/>
                    <a:pt x="10358" y="7"/>
                    <a:pt x="10410" y="7"/>
                  </a:cubicBezTo>
                  <a:close/>
                  <a:moveTo>
                    <a:pt x="8607" y="7"/>
                  </a:moveTo>
                  <a:cubicBezTo>
                    <a:pt x="8662" y="7"/>
                    <a:pt x="8699" y="21"/>
                    <a:pt x="8721" y="47"/>
                  </a:cubicBezTo>
                  <a:cubicBezTo>
                    <a:pt x="8742" y="73"/>
                    <a:pt x="8752" y="108"/>
                    <a:pt x="8751" y="151"/>
                  </a:cubicBezTo>
                  <a:cubicBezTo>
                    <a:pt x="8751" y="175"/>
                    <a:pt x="8749" y="200"/>
                    <a:pt x="8745" y="227"/>
                  </a:cubicBezTo>
                  <a:cubicBezTo>
                    <a:pt x="8741" y="253"/>
                    <a:pt x="8735" y="281"/>
                    <a:pt x="8729" y="310"/>
                  </a:cubicBezTo>
                  <a:cubicBezTo>
                    <a:pt x="8713" y="395"/>
                    <a:pt x="8688" y="457"/>
                    <a:pt x="8653" y="496"/>
                  </a:cubicBezTo>
                  <a:cubicBezTo>
                    <a:pt x="8617" y="535"/>
                    <a:pt x="8564" y="554"/>
                    <a:pt x="8494" y="554"/>
                  </a:cubicBezTo>
                  <a:cubicBezTo>
                    <a:pt x="8439" y="553"/>
                    <a:pt x="8402" y="540"/>
                    <a:pt x="8380" y="514"/>
                  </a:cubicBezTo>
                  <a:cubicBezTo>
                    <a:pt x="8359" y="487"/>
                    <a:pt x="8349" y="453"/>
                    <a:pt x="8350" y="409"/>
                  </a:cubicBezTo>
                  <a:cubicBezTo>
                    <a:pt x="8350" y="385"/>
                    <a:pt x="8353" y="360"/>
                    <a:pt x="8357" y="334"/>
                  </a:cubicBezTo>
                  <a:cubicBezTo>
                    <a:pt x="8361" y="307"/>
                    <a:pt x="8366" y="280"/>
                    <a:pt x="8373" y="251"/>
                  </a:cubicBezTo>
                  <a:cubicBezTo>
                    <a:pt x="8384" y="194"/>
                    <a:pt x="8398" y="148"/>
                    <a:pt x="8417" y="112"/>
                  </a:cubicBezTo>
                  <a:cubicBezTo>
                    <a:pt x="8435" y="76"/>
                    <a:pt x="8460" y="49"/>
                    <a:pt x="8490" y="32"/>
                  </a:cubicBezTo>
                  <a:cubicBezTo>
                    <a:pt x="8521" y="15"/>
                    <a:pt x="8560" y="7"/>
                    <a:pt x="8607" y="7"/>
                  </a:cubicBezTo>
                  <a:close/>
                  <a:moveTo>
                    <a:pt x="8218" y="7"/>
                  </a:moveTo>
                  <a:cubicBezTo>
                    <a:pt x="8247" y="7"/>
                    <a:pt x="8275" y="9"/>
                    <a:pt x="8301" y="13"/>
                  </a:cubicBezTo>
                  <a:cubicBezTo>
                    <a:pt x="8327" y="17"/>
                    <a:pt x="8346" y="21"/>
                    <a:pt x="8357" y="26"/>
                  </a:cubicBezTo>
                  <a:lnTo>
                    <a:pt x="8325" y="153"/>
                  </a:lnTo>
                  <a:cubicBezTo>
                    <a:pt x="8312" y="149"/>
                    <a:pt x="8296" y="146"/>
                    <a:pt x="8278" y="143"/>
                  </a:cubicBezTo>
                  <a:cubicBezTo>
                    <a:pt x="8260" y="140"/>
                    <a:pt x="8239" y="138"/>
                    <a:pt x="8216" y="138"/>
                  </a:cubicBezTo>
                  <a:cubicBezTo>
                    <a:pt x="8188" y="137"/>
                    <a:pt x="8169" y="144"/>
                    <a:pt x="8157" y="160"/>
                  </a:cubicBezTo>
                  <a:cubicBezTo>
                    <a:pt x="8146" y="176"/>
                    <a:pt x="8135" y="207"/>
                    <a:pt x="8125" y="252"/>
                  </a:cubicBezTo>
                  <a:cubicBezTo>
                    <a:pt x="8121" y="268"/>
                    <a:pt x="8118" y="288"/>
                    <a:pt x="8114" y="309"/>
                  </a:cubicBezTo>
                  <a:cubicBezTo>
                    <a:pt x="8110" y="331"/>
                    <a:pt x="8107" y="353"/>
                    <a:pt x="8105" y="374"/>
                  </a:cubicBezTo>
                  <a:cubicBezTo>
                    <a:pt x="8103" y="395"/>
                    <a:pt x="8101" y="413"/>
                    <a:pt x="8101" y="428"/>
                  </a:cubicBezTo>
                  <a:cubicBezTo>
                    <a:pt x="8104" y="429"/>
                    <a:pt x="8108" y="429"/>
                    <a:pt x="8111" y="429"/>
                  </a:cubicBezTo>
                  <a:cubicBezTo>
                    <a:pt x="8114" y="429"/>
                    <a:pt x="8117" y="429"/>
                    <a:pt x="8121" y="429"/>
                  </a:cubicBezTo>
                  <a:cubicBezTo>
                    <a:pt x="8130" y="429"/>
                    <a:pt x="8139" y="429"/>
                    <a:pt x="8148" y="428"/>
                  </a:cubicBezTo>
                  <a:cubicBezTo>
                    <a:pt x="8157" y="427"/>
                    <a:pt x="8166" y="426"/>
                    <a:pt x="8174" y="424"/>
                  </a:cubicBezTo>
                  <a:lnTo>
                    <a:pt x="8188" y="346"/>
                  </a:lnTo>
                  <a:lnTo>
                    <a:pt x="8147" y="346"/>
                  </a:lnTo>
                  <a:lnTo>
                    <a:pt x="8167" y="235"/>
                  </a:lnTo>
                  <a:lnTo>
                    <a:pt x="8331" y="235"/>
                  </a:lnTo>
                  <a:lnTo>
                    <a:pt x="8277" y="526"/>
                  </a:lnTo>
                  <a:cubicBezTo>
                    <a:pt x="8259" y="534"/>
                    <a:pt x="8233" y="541"/>
                    <a:pt x="8200" y="546"/>
                  </a:cubicBezTo>
                  <a:cubicBezTo>
                    <a:pt x="8167" y="551"/>
                    <a:pt x="8135" y="554"/>
                    <a:pt x="8102" y="554"/>
                  </a:cubicBezTo>
                  <a:cubicBezTo>
                    <a:pt x="8063" y="554"/>
                    <a:pt x="8033" y="548"/>
                    <a:pt x="8012" y="536"/>
                  </a:cubicBezTo>
                  <a:cubicBezTo>
                    <a:pt x="7991" y="524"/>
                    <a:pt x="7977" y="507"/>
                    <a:pt x="7969" y="485"/>
                  </a:cubicBezTo>
                  <a:cubicBezTo>
                    <a:pt x="7961" y="464"/>
                    <a:pt x="7958" y="439"/>
                    <a:pt x="7958" y="410"/>
                  </a:cubicBezTo>
                  <a:cubicBezTo>
                    <a:pt x="7958" y="386"/>
                    <a:pt x="7960" y="361"/>
                    <a:pt x="7964" y="334"/>
                  </a:cubicBezTo>
                  <a:cubicBezTo>
                    <a:pt x="7969" y="307"/>
                    <a:pt x="7974" y="280"/>
                    <a:pt x="7980" y="251"/>
                  </a:cubicBezTo>
                  <a:cubicBezTo>
                    <a:pt x="7996" y="166"/>
                    <a:pt x="8022" y="104"/>
                    <a:pt x="8058" y="65"/>
                  </a:cubicBezTo>
                  <a:cubicBezTo>
                    <a:pt x="8094" y="26"/>
                    <a:pt x="8148" y="6"/>
                    <a:pt x="8218" y="7"/>
                  </a:cubicBezTo>
                  <a:close/>
                  <a:moveTo>
                    <a:pt x="7756" y="7"/>
                  </a:moveTo>
                  <a:cubicBezTo>
                    <a:pt x="7787" y="7"/>
                    <a:pt x="7812" y="9"/>
                    <a:pt x="7831" y="13"/>
                  </a:cubicBezTo>
                  <a:cubicBezTo>
                    <a:pt x="7851" y="17"/>
                    <a:pt x="7865" y="21"/>
                    <a:pt x="7874" y="25"/>
                  </a:cubicBezTo>
                  <a:lnTo>
                    <a:pt x="7844" y="151"/>
                  </a:lnTo>
                  <a:cubicBezTo>
                    <a:pt x="7832" y="147"/>
                    <a:pt x="7820" y="143"/>
                    <a:pt x="7808" y="141"/>
                  </a:cubicBezTo>
                  <a:cubicBezTo>
                    <a:pt x="7797" y="139"/>
                    <a:pt x="7784" y="138"/>
                    <a:pt x="7771" y="138"/>
                  </a:cubicBezTo>
                  <a:cubicBezTo>
                    <a:pt x="7758" y="138"/>
                    <a:pt x="7748" y="140"/>
                    <a:pt x="7741" y="145"/>
                  </a:cubicBezTo>
                  <a:cubicBezTo>
                    <a:pt x="7734" y="150"/>
                    <a:pt x="7731" y="158"/>
                    <a:pt x="7731" y="169"/>
                  </a:cubicBezTo>
                  <a:cubicBezTo>
                    <a:pt x="7731" y="177"/>
                    <a:pt x="7732" y="186"/>
                    <a:pt x="7735" y="194"/>
                  </a:cubicBezTo>
                  <a:cubicBezTo>
                    <a:pt x="7738" y="203"/>
                    <a:pt x="7743" y="215"/>
                    <a:pt x="7749" y="230"/>
                  </a:cubicBezTo>
                  <a:lnTo>
                    <a:pt x="7775" y="291"/>
                  </a:lnTo>
                  <a:cubicBezTo>
                    <a:pt x="7782" y="306"/>
                    <a:pt x="7788" y="323"/>
                    <a:pt x="7794" y="341"/>
                  </a:cubicBezTo>
                  <a:cubicBezTo>
                    <a:pt x="7799" y="359"/>
                    <a:pt x="7803" y="377"/>
                    <a:pt x="7803" y="396"/>
                  </a:cubicBezTo>
                  <a:cubicBezTo>
                    <a:pt x="7802" y="451"/>
                    <a:pt x="7787" y="491"/>
                    <a:pt x="7758" y="516"/>
                  </a:cubicBezTo>
                  <a:cubicBezTo>
                    <a:pt x="7729" y="542"/>
                    <a:pt x="7692" y="554"/>
                    <a:pt x="7645" y="554"/>
                  </a:cubicBezTo>
                  <a:cubicBezTo>
                    <a:pt x="7612" y="553"/>
                    <a:pt x="7585" y="551"/>
                    <a:pt x="7564" y="547"/>
                  </a:cubicBezTo>
                  <a:cubicBezTo>
                    <a:pt x="7543" y="543"/>
                    <a:pt x="7528" y="539"/>
                    <a:pt x="7519" y="535"/>
                  </a:cubicBezTo>
                  <a:lnTo>
                    <a:pt x="7529" y="402"/>
                  </a:lnTo>
                  <a:cubicBezTo>
                    <a:pt x="7539" y="406"/>
                    <a:pt x="7552" y="410"/>
                    <a:pt x="7571" y="414"/>
                  </a:cubicBezTo>
                  <a:cubicBezTo>
                    <a:pt x="7590" y="418"/>
                    <a:pt x="7611" y="420"/>
                    <a:pt x="7635" y="420"/>
                  </a:cubicBezTo>
                  <a:cubicBezTo>
                    <a:pt x="7638" y="420"/>
                    <a:pt x="7641" y="420"/>
                    <a:pt x="7643" y="420"/>
                  </a:cubicBezTo>
                  <a:cubicBezTo>
                    <a:pt x="7646" y="420"/>
                    <a:pt x="7649" y="420"/>
                    <a:pt x="7652" y="420"/>
                  </a:cubicBezTo>
                  <a:cubicBezTo>
                    <a:pt x="7653" y="416"/>
                    <a:pt x="7654" y="412"/>
                    <a:pt x="7655" y="407"/>
                  </a:cubicBezTo>
                  <a:cubicBezTo>
                    <a:pt x="7656" y="403"/>
                    <a:pt x="7657" y="398"/>
                    <a:pt x="7657" y="393"/>
                  </a:cubicBezTo>
                  <a:cubicBezTo>
                    <a:pt x="7656" y="384"/>
                    <a:pt x="7655" y="375"/>
                    <a:pt x="7651" y="366"/>
                  </a:cubicBezTo>
                  <a:cubicBezTo>
                    <a:pt x="7647" y="358"/>
                    <a:pt x="7643" y="348"/>
                    <a:pt x="7637" y="336"/>
                  </a:cubicBezTo>
                  <a:lnTo>
                    <a:pt x="7610" y="276"/>
                  </a:lnTo>
                  <a:cubicBezTo>
                    <a:pt x="7602" y="259"/>
                    <a:pt x="7596" y="241"/>
                    <a:pt x="7591" y="223"/>
                  </a:cubicBezTo>
                  <a:cubicBezTo>
                    <a:pt x="7586" y="205"/>
                    <a:pt x="7584" y="188"/>
                    <a:pt x="7584" y="171"/>
                  </a:cubicBezTo>
                  <a:cubicBezTo>
                    <a:pt x="7585" y="116"/>
                    <a:pt x="7600" y="75"/>
                    <a:pt x="7631" y="48"/>
                  </a:cubicBezTo>
                  <a:cubicBezTo>
                    <a:pt x="7662" y="20"/>
                    <a:pt x="7704" y="7"/>
                    <a:pt x="7756" y="7"/>
                  </a:cubicBezTo>
                  <a:close/>
                  <a:moveTo>
                    <a:pt x="5955" y="7"/>
                  </a:moveTo>
                  <a:cubicBezTo>
                    <a:pt x="6010" y="7"/>
                    <a:pt x="6047" y="21"/>
                    <a:pt x="6069" y="47"/>
                  </a:cubicBezTo>
                  <a:cubicBezTo>
                    <a:pt x="6090" y="73"/>
                    <a:pt x="6100" y="108"/>
                    <a:pt x="6099" y="151"/>
                  </a:cubicBezTo>
                  <a:cubicBezTo>
                    <a:pt x="6099" y="175"/>
                    <a:pt x="6097" y="200"/>
                    <a:pt x="6093" y="227"/>
                  </a:cubicBezTo>
                  <a:cubicBezTo>
                    <a:pt x="6089" y="253"/>
                    <a:pt x="6083" y="281"/>
                    <a:pt x="6077" y="310"/>
                  </a:cubicBezTo>
                  <a:cubicBezTo>
                    <a:pt x="6061" y="395"/>
                    <a:pt x="6036" y="457"/>
                    <a:pt x="6001" y="496"/>
                  </a:cubicBezTo>
                  <a:cubicBezTo>
                    <a:pt x="5965" y="535"/>
                    <a:pt x="5912" y="554"/>
                    <a:pt x="5842" y="554"/>
                  </a:cubicBezTo>
                  <a:cubicBezTo>
                    <a:pt x="5787" y="553"/>
                    <a:pt x="5750" y="540"/>
                    <a:pt x="5728" y="514"/>
                  </a:cubicBezTo>
                  <a:cubicBezTo>
                    <a:pt x="5707" y="487"/>
                    <a:pt x="5697" y="453"/>
                    <a:pt x="5698" y="409"/>
                  </a:cubicBezTo>
                  <a:cubicBezTo>
                    <a:pt x="5698" y="385"/>
                    <a:pt x="5701" y="360"/>
                    <a:pt x="5705" y="334"/>
                  </a:cubicBezTo>
                  <a:cubicBezTo>
                    <a:pt x="5709" y="307"/>
                    <a:pt x="5714" y="280"/>
                    <a:pt x="5721" y="251"/>
                  </a:cubicBezTo>
                  <a:cubicBezTo>
                    <a:pt x="5732" y="194"/>
                    <a:pt x="5746" y="148"/>
                    <a:pt x="5765" y="112"/>
                  </a:cubicBezTo>
                  <a:cubicBezTo>
                    <a:pt x="5783" y="76"/>
                    <a:pt x="5808" y="49"/>
                    <a:pt x="5838" y="32"/>
                  </a:cubicBezTo>
                  <a:cubicBezTo>
                    <a:pt x="5869" y="15"/>
                    <a:pt x="5908" y="7"/>
                    <a:pt x="5955" y="7"/>
                  </a:cubicBezTo>
                  <a:close/>
                  <a:moveTo>
                    <a:pt x="5566" y="7"/>
                  </a:moveTo>
                  <a:cubicBezTo>
                    <a:pt x="5595" y="7"/>
                    <a:pt x="5623" y="9"/>
                    <a:pt x="5649" y="13"/>
                  </a:cubicBezTo>
                  <a:cubicBezTo>
                    <a:pt x="5675" y="17"/>
                    <a:pt x="5694" y="21"/>
                    <a:pt x="5705" y="26"/>
                  </a:cubicBezTo>
                  <a:lnTo>
                    <a:pt x="5673" y="153"/>
                  </a:lnTo>
                  <a:cubicBezTo>
                    <a:pt x="5660" y="149"/>
                    <a:pt x="5644" y="146"/>
                    <a:pt x="5626" y="143"/>
                  </a:cubicBezTo>
                  <a:cubicBezTo>
                    <a:pt x="5608" y="140"/>
                    <a:pt x="5587" y="138"/>
                    <a:pt x="5564" y="138"/>
                  </a:cubicBezTo>
                  <a:cubicBezTo>
                    <a:pt x="5536" y="137"/>
                    <a:pt x="5517" y="144"/>
                    <a:pt x="5505" y="160"/>
                  </a:cubicBezTo>
                  <a:cubicBezTo>
                    <a:pt x="5494" y="176"/>
                    <a:pt x="5483" y="207"/>
                    <a:pt x="5473" y="252"/>
                  </a:cubicBezTo>
                  <a:cubicBezTo>
                    <a:pt x="5469" y="268"/>
                    <a:pt x="5466" y="288"/>
                    <a:pt x="5462" y="309"/>
                  </a:cubicBezTo>
                  <a:cubicBezTo>
                    <a:pt x="5458" y="331"/>
                    <a:pt x="5455" y="353"/>
                    <a:pt x="5453" y="374"/>
                  </a:cubicBezTo>
                  <a:cubicBezTo>
                    <a:pt x="5451" y="395"/>
                    <a:pt x="5449" y="413"/>
                    <a:pt x="5449" y="428"/>
                  </a:cubicBezTo>
                  <a:cubicBezTo>
                    <a:pt x="5452" y="429"/>
                    <a:pt x="5456" y="429"/>
                    <a:pt x="5459" y="429"/>
                  </a:cubicBezTo>
                  <a:cubicBezTo>
                    <a:pt x="5462" y="429"/>
                    <a:pt x="5465" y="429"/>
                    <a:pt x="5469" y="429"/>
                  </a:cubicBezTo>
                  <a:cubicBezTo>
                    <a:pt x="5478" y="429"/>
                    <a:pt x="5487" y="429"/>
                    <a:pt x="5496" y="428"/>
                  </a:cubicBezTo>
                  <a:cubicBezTo>
                    <a:pt x="5505" y="427"/>
                    <a:pt x="5514" y="426"/>
                    <a:pt x="5522" y="424"/>
                  </a:cubicBezTo>
                  <a:lnTo>
                    <a:pt x="5536" y="346"/>
                  </a:lnTo>
                  <a:lnTo>
                    <a:pt x="5495" y="346"/>
                  </a:lnTo>
                  <a:lnTo>
                    <a:pt x="5515" y="235"/>
                  </a:lnTo>
                  <a:lnTo>
                    <a:pt x="5679" y="235"/>
                  </a:lnTo>
                  <a:lnTo>
                    <a:pt x="5625" y="526"/>
                  </a:lnTo>
                  <a:cubicBezTo>
                    <a:pt x="5607" y="534"/>
                    <a:pt x="5581" y="541"/>
                    <a:pt x="5548" y="546"/>
                  </a:cubicBezTo>
                  <a:cubicBezTo>
                    <a:pt x="5515" y="551"/>
                    <a:pt x="5483" y="554"/>
                    <a:pt x="5450" y="554"/>
                  </a:cubicBezTo>
                  <a:cubicBezTo>
                    <a:pt x="5411" y="554"/>
                    <a:pt x="5381" y="548"/>
                    <a:pt x="5360" y="536"/>
                  </a:cubicBezTo>
                  <a:cubicBezTo>
                    <a:pt x="5339" y="524"/>
                    <a:pt x="5325" y="507"/>
                    <a:pt x="5317" y="485"/>
                  </a:cubicBezTo>
                  <a:cubicBezTo>
                    <a:pt x="5309" y="464"/>
                    <a:pt x="5306" y="439"/>
                    <a:pt x="5306" y="410"/>
                  </a:cubicBezTo>
                  <a:cubicBezTo>
                    <a:pt x="5306" y="386"/>
                    <a:pt x="5308" y="361"/>
                    <a:pt x="5312" y="334"/>
                  </a:cubicBezTo>
                  <a:cubicBezTo>
                    <a:pt x="5317" y="307"/>
                    <a:pt x="5322" y="280"/>
                    <a:pt x="5328" y="251"/>
                  </a:cubicBezTo>
                  <a:cubicBezTo>
                    <a:pt x="5344" y="166"/>
                    <a:pt x="5370" y="104"/>
                    <a:pt x="5406" y="65"/>
                  </a:cubicBezTo>
                  <a:cubicBezTo>
                    <a:pt x="5442" y="26"/>
                    <a:pt x="5496" y="6"/>
                    <a:pt x="5566" y="7"/>
                  </a:cubicBezTo>
                  <a:close/>
                  <a:moveTo>
                    <a:pt x="5104" y="7"/>
                  </a:moveTo>
                  <a:cubicBezTo>
                    <a:pt x="5135" y="7"/>
                    <a:pt x="5160" y="9"/>
                    <a:pt x="5179" y="13"/>
                  </a:cubicBezTo>
                  <a:cubicBezTo>
                    <a:pt x="5199" y="17"/>
                    <a:pt x="5213" y="21"/>
                    <a:pt x="5222" y="25"/>
                  </a:cubicBezTo>
                  <a:lnTo>
                    <a:pt x="5192" y="151"/>
                  </a:lnTo>
                  <a:cubicBezTo>
                    <a:pt x="5180" y="147"/>
                    <a:pt x="5168" y="143"/>
                    <a:pt x="5156" y="141"/>
                  </a:cubicBezTo>
                  <a:cubicBezTo>
                    <a:pt x="5145" y="139"/>
                    <a:pt x="5132" y="138"/>
                    <a:pt x="5119" y="138"/>
                  </a:cubicBezTo>
                  <a:cubicBezTo>
                    <a:pt x="5106" y="138"/>
                    <a:pt x="5096" y="140"/>
                    <a:pt x="5089" y="145"/>
                  </a:cubicBezTo>
                  <a:cubicBezTo>
                    <a:pt x="5082" y="150"/>
                    <a:pt x="5079" y="158"/>
                    <a:pt x="5079" y="169"/>
                  </a:cubicBezTo>
                  <a:cubicBezTo>
                    <a:pt x="5079" y="177"/>
                    <a:pt x="5080" y="186"/>
                    <a:pt x="5083" y="194"/>
                  </a:cubicBezTo>
                  <a:cubicBezTo>
                    <a:pt x="5086" y="203"/>
                    <a:pt x="5091" y="215"/>
                    <a:pt x="5097" y="230"/>
                  </a:cubicBezTo>
                  <a:lnTo>
                    <a:pt x="5123" y="291"/>
                  </a:lnTo>
                  <a:cubicBezTo>
                    <a:pt x="5130" y="306"/>
                    <a:pt x="5136" y="323"/>
                    <a:pt x="5142" y="341"/>
                  </a:cubicBezTo>
                  <a:cubicBezTo>
                    <a:pt x="5147" y="359"/>
                    <a:pt x="5151" y="377"/>
                    <a:pt x="5151" y="396"/>
                  </a:cubicBezTo>
                  <a:cubicBezTo>
                    <a:pt x="5150" y="451"/>
                    <a:pt x="5135" y="491"/>
                    <a:pt x="5106" y="516"/>
                  </a:cubicBezTo>
                  <a:cubicBezTo>
                    <a:pt x="5077" y="542"/>
                    <a:pt x="5040" y="554"/>
                    <a:pt x="4993" y="554"/>
                  </a:cubicBezTo>
                  <a:cubicBezTo>
                    <a:pt x="4960" y="553"/>
                    <a:pt x="4933" y="551"/>
                    <a:pt x="4912" y="547"/>
                  </a:cubicBezTo>
                  <a:cubicBezTo>
                    <a:pt x="4891" y="543"/>
                    <a:pt x="4876" y="539"/>
                    <a:pt x="4867" y="535"/>
                  </a:cubicBezTo>
                  <a:lnTo>
                    <a:pt x="4877" y="402"/>
                  </a:lnTo>
                  <a:cubicBezTo>
                    <a:pt x="4887" y="406"/>
                    <a:pt x="4900" y="410"/>
                    <a:pt x="4919" y="414"/>
                  </a:cubicBezTo>
                  <a:cubicBezTo>
                    <a:pt x="4938" y="418"/>
                    <a:pt x="4959" y="420"/>
                    <a:pt x="4983" y="420"/>
                  </a:cubicBezTo>
                  <a:cubicBezTo>
                    <a:pt x="4986" y="420"/>
                    <a:pt x="4989" y="420"/>
                    <a:pt x="4991" y="420"/>
                  </a:cubicBezTo>
                  <a:cubicBezTo>
                    <a:pt x="4994" y="420"/>
                    <a:pt x="4997" y="420"/>
                    <a:pt x="5000" y="420"/>
                  </a:cubicBezTo>
                  <a:cubicBezTo>
                    <a:pt x="5001" y="416"/>
                    <a:pt x="5002" y="412"/>
                    <a:pt x="5003" y="407"/>
                  </a:cubicBezTo>
                  <a:cubicBezTo>
                    <a:pt x="5004" y="403"/>
                    <a:pt x="5005" y="398"/>
                    <a:pt x="5005" y="393"/>
                  </a:cubicBezTo>
                  <a:cubicBezTo>
                    <a:pt x="5004" y="384"/>
                    <a:pt x="5003" y="375"/>
                    <a:pt x="4999" y="366"/>
                  </a:cubicBezTo>
                  <a:cubicBezTo>
                    <a:pt x="4995" y="358"/>
                    <a:pt x="4991" y="348"/>
                    <a:pt x="4985" y="336"/>
                  </a:cubicBezTo>
                  <a:lnTo>
                    <a:pt x="4958" y="276"/>
                  </a:lnTo>
                  <a:cubicBezTo>
                    <a:pt x="4950" y="259"/>
                    <a:pt x="4944" y="241"/>
                    <a:pt x="4939" y="223"/>
                  </a:cubicBezTo>
                  <a:cubicBezTo>
                    <a:pt x="4934" y="205"/>
                    <a:pt x="4932" y="188"/>
                    <a:pt x="4932" y="171"/>
                  </a:cubicBezTo>
                  <a:cubicBezTo>
                    <a:pt x="4933" y="116"/>
                    <a:pt x="4948" y="75"/>
                    <a:pt x="4979" y="48"/>
                  </a:cubicBezTo>
                  <a:cubicBezTo>
                    <a:pt x="5010" y="20"/>
                    <a:pt x="5052" y="7"/>
                    <a:pt x="5104" y="7"/>
                  </a:cubicBezTo>
                  <a:close/>
                  <a:moveTo>
                    <a:pt x="3301" y="7"/>
                  </a:moveTo>
                  <a:cubicBezTo>
                    <a:pt x="3356" y="7"/>
                    <a:pt x="3393" y="21"/>
                    <a:pt x="3415" y="47"/>
                  </a:cubicBezTo>
                  <a:cubicBezTo>
                    <a:pt x="3436" y="73"/>
                    <a:pt x="3446" y="108"/>
                    <a:pt x="3445" y="151"/>
                  </a:cubicBezTo>
                  <a:cubicBezTo>
                    <a:pt x="3445" y="175"/>
                    <a:pt x="3443" y="200"/>
                    <a:pt x="3439" y="227"/>
                  </a:cubicBezTo>
                  <a:cubicBezTo>
                    <a:pt x="3435" y="253"/>
                    <a:pt x="3429" y="281"/>
                    <a:pt x="3423" y="310"/>
                  </a:cubicBezTo>
                  <a:cubicBezTo>
                    <a:pt x="3407" y="395"/>
                    <a:pt x="3382" y="457"/>
                    <a:pt x="3347" y="496"/>
                  </a:cubicBezTo>
                  <a:cubicBezTo>
                    <a:pt x="3311" y="535"/>
                    <a:pt x="3258" y="554"/>
                    <a:pt x="3188" y="554"/>
                  </a:cubicBezTo>
                  <a:cubicBezTo>
                    <a:pt x="3133" y="553"/>
                    <a:pt x="3096" y="540"/>
                    <a:pt x="3074" y="514"/>
                  </a:cubicBezTo>
                  <a:cubicBezTo>
                    <a:pt x="3053" y="487"/>
                    <a:pt x="3043" y="453"/>
                    <a:pt x="3044" y="409"/>
                  </a:cubicBezTo>
                  <a:cubicBezTo>
                    <a:pt x="3044" y="385"/>
                    <a:pt x="3047" y="360"/>
                    <a:pt x="3051" y="334"/>
                  </a:cubicBezTo>
                  <a:cubicBezTo>
                    <a:pt x="3055" y="307"/>
                    <a:pt x="3060" y="280"/>
                    <a:pt x="3067" y="251"/>
                  </a:cubicBezTo>
                  <a:cubicBezTo>
                    <a:pt x="3078" y="194"/>
                    <a:pt x="3092" y="148"/>
                    <a:pt x="3111" y="112"/>
                  </a:cubicBezTo>
                  <a:cubicBezTo>
                    <a:pt x="3129" y="76"/>
                    <a:pt x="3154" y="49"/>
                    <a:pt x="3184" y="32"/>
                  </a:cubicBezTo>
                  <a:cubicBezTo>
                    <a:pt x="3215" y="15"/>
                    <a:pt x="3254" y="7"/>
                    <a:pt x="3301" y="7"/>
                  </a:cubicBezTo>
                  <a:close/>
                  <a:moveTo>
                    <a:pt x="2912" y="7"/>
                  </a:moveTo>
                  <a:cubicBezTo>
                    <a:pt x="2941" y="7"/>
                    <a:pt x="2969" y="9"/>
                    <a:pt x="2995" y="13"/>
                  </a:cubicBezTo>
                  <a:cubicBezTo>
                    <a:pt x="3021" y="17"/>
                    <a:pt x="3040" y="21"/>
                    <a:pt x="3051" y="26"/>
                  </a:cubicBezTo>
                  <a:lnTo>
                    <a:pt x="3019" y="153"/>
                  </a:lnTo>
                  <a:cubicBezTo>
                    <a:pt x="3006" y="149"/>
                    <a:pt x="2990" y="146"/>
                    <a:pt x="2972" y="143"/>
                  </a:cubicBezTo>
                  <a:cubicBezTo>
                    <a:pt x="2954" y="140"/>
                    <a:pt x="2933" y="138"/>
                    <a:pt x="2910" y="138"/>
                  </a:cubicBezTo>
                  <a:cubicBezTo>
                    <a:pt x="2882" y="137"/>
                    <a:pt x="2863" y="144"/>
                    <a:pt x="2851" y="160"/>
                  </a:cubicBezTo>
                  <a:cubicBezTo>
                    <a:pt x="2840" y="176"/>
                    <a:pt x="2829" y="207"/>
                    <a:pt x="2819" y="252"/>
                  </a:cubicBezTo>
                  <a:cubicBezTo>
                    <a:pt x="2815" y="268"/>
                    <a:pt x="2812" y="288"/>
                    <a:pt x="2808" y="309"/>
                  </a:cubicBezTo>
                  <a:cubicBezTo>
                    <a:pt x="2804" y="331"/>
                    <a:pt x="2801" y="353"/>
                    <a:pt x="2799" y="374"/>
                  </a:cubicBezTo>
                  <a:cubicBezTo>
                    <a:pt x="2797" y="395"/>
                    <a:pt x="2795" y="413"/>
                    <a:pt x="2795" y="428"/>
                  </a:cubicBezTo>
                  <a:cubicBezTo>
                    <a:pt x="2798" y="429"/>
                    <a:pt x="2802" y="429"/>
                    <a:pt x="2805" y="429"/>
                  </a:cubicBezTo>
                  <a:cubicBezTo>
                    <a:pt x="2808" y="429"/>
                    <a:pt x="2811" y="429"/>
                    <a:pt x="2815" y="429"/>
                  </a:cubicBezTo>
                  <a:cubicBezTo>
                    <a:pt x="2824" y="429"/>
                    <a:pt x="2833" y="429"/>
                    <a:pt x="2842" y="428"/>
                  </a:cubicBezTo>
                  <a:cubicBezTo>
                    <a:pt x="2851" y="427"/>
                    <a:pt x="2860" y="426"/>
                    <a:pt x="2868" y="424"/>
                  </a:cubicBezTo>
                  <a:lnTo>
                    <a:pt x="2882" y="346"/>
                  </a:lnTo>
                  <a:lnTo>
                    <a:pt x="2841" y="346"/>
                  </a:lnTo>
                  <a:lnTo>
                    <a:pt x="2861" y="235"/>
                  </a:lnTo>
                  <a:lnTo>
                    <a:pt x="3025" y="235"/>
                  </a:lnTo>
                  <a:lnTo>
                    <a:pt x="2971" y="526"/>
                  </a:lnTo>
                  <a:cubicBezTo>
                    <a:pt x="2953" y="534"/>
                    <a:pt x="2927" y="541"/>
                    <a:pt x="2894" y="546"/>
                  </a:cubicBezTo>
                  <a:cubicBezTo>
                    <a:pt x="2861" y="551"/>
                    <a:pt x="2829" y="554"/>
                    <a:pt x="2796" y="554"/>
                  </a:cubicBezTo>
                  <a:cubicBezTo>
                    <a:pt x="2757" y="554"/>
                    <a:pt x="2727" y="548"/>
                    <a:pt x="2706" y="536"/>
                  </a:cubicBezTo>
                  <a:cubicBezTo>
                    <a:pt x="2685" y="524"/>
                    <a:pt x="2671" y="507"/>
                    <a:pt x="2663" y="485"/>
                  </a:cubicBezTo>
                  <a:cubicBezTo>
                    <a:pt x="2655" y="464"/>
                    <a:pt x="2652" y="439"/>
                    <a:pt x="2652" y="410"/>
                  </a:cubicBezTo>
                  <a:cubicBezTo>
                    <a:pt x="2652" y="386"/>
                    <a:pt x="2654" y="361"/>
                    <a:pt x="2658" y="334"/>
                  </a:cubicBezTo>
                  <a:cubicBezTo>
                    <a:pt x="2663" y="307"/>
                    <a:pt x="2668" y="280"/>
                    <a:pt x="2674" y="251"/>
                  </a:cubicBezTo>
                  <a:cubicBezTo>
                    <a:pt x="2690" y="166"/>
                    <a:pt x="2716" y="104"/>
                    <a:pt x="2752" y="65"/>
                  </a:cubicBezTo>
                  <a:cubicBezTo>
                    <a:pt x="2788" y="26"/>
                    <a:pt x="2842" y="6"/>
                    <a:pt x="2912" y="7"/>
                  </a:cubicBezTo>
                  <a:close/>
                  <a:moveTo>
                    <a:pt x="2452" y="7"/>
                  </a:moveTo>
                  <a:cubicBezTo>
                    <a:pt x="2483" y="7"/>
                    <a:pt x="2508" y="9"/>
                    <a:pt x="2527" y="13"/>
                  </a:cubicBezTo>
                  <a:cubicBezTo>
                    <a:pt x="2547" y="17"/>
                    <a:pt x="2561" y="21"/>
                    <a:pt x="2570" y="25"/>
                  </a:cubicBezTo>
                  <a:lnTo>
                    <a:pt x="2540" y="151"/>
                  </a:lnTo>
                  <a:cubicBezTo>
                    <a:pt x="2528" y="147"/>
                    <a:pt x="2516" y="143"/>
                    <a:pt x="2504" y="141"/>
                  </a:cubicBezTo>
                  <a:cubicBezTo>
                    <a:pt x="2493" y="139"/>
                    <a:pt x="2480" y="138"/>
                    <a:pt x="2467" y="138"/>
                  </a:cubicBezTo>
                  <a:cubicBezTo>
                    <a:pt x="2454" y="138"/>
                    <a:pt x="2444" y="140"/>
                    <a:pt x="2437" y="145"/>
                  </a:cubicBezTo>
                  <a:cubicBezTo>
                    <a:pt x="2430" y="150"/>
                    <a:pt x="2427" y="158"/>
                    <a:pt x="2427" y="169"/>
                  </a:cubicBezTo>
                  <a:cubicBezTo>
                    <a:pt x="2427" y="177"/>
                    <a:pt x="2428" y="186"/>
                    <a:pt x="2431" y="194"/>
                  </a:cubicBezTo>
                  <a:cubicBezTo>
                    <a:pt x="2434" y="203"/>
                    <a:pt x="2439" y="215"/>
                    <a:pt x="2445" y="230"/>
                  </a:cubicBezTo>
                  <a:lnTo>
                    <a:pt x="2471" y="291"/>
                  </a:lnTo>
                  <a:cubicBezTo>
                    <a:pt x="2478" y="306"/>
                    <a:pt x="2484" y="323"/>
                    <a:pt x="2490" y="341"/>
                  </a:cubicBezTo>
                  <a:cubicBezTo>
                    <a:pt x="2495" y="359"/>
                    <a:pt x="2499" y="377"/>
                    <a:pt x="2499" y="396"/>
                  </a:cubicBezTo>
                  <a:cubicBezTo>
                    <a:pt x="2498" y="451"/>
                    <a:pt x="2483" y="491"/>
                    <a:pt x="2454" y="516"/>
                  </a:cubicBezTo>
                  <a:cubicBezTo>
                    <a:pt x="2425" y="542"/>
                    <a:pt x="2388" y="554"/>
                    <a:pt x="2341" y="554"/>
                  </a:cubicBezTo>
                  <a:cubicBezTo>
                    <a:pt x="2308" y="553"/>
                    <a:pt x="2281" y="551"/>
                    <a:pt x="2260" y="547"/>
                  </a:cubicBezTo>
                  <a:cubicBezTo>
                    <a:pt x="2239" y="543"/>
                    <a:pt x="2224" y="539"/>
                    <a:pt x="2215" y="535"/>
                  </a:cubicBezTo>
                  <a:lnTo>
                    <a:pt x="2225" y="402"/>
                  </a:lnTo>
                  <a:cubicBezTo>
                    <a:pt x="2235" y="406"/>
                    <a:pt x="2248" y="410"/>
                    <a:pt x="2267" y="414"/>
                  </a:cubicBezTo>
                  <a:cubicBezTo>
                    <a:pt x="2286" y="418"/>
                    <a:pt x="2307" y="420"/>
                    <a:pt x="2331" y="420"/>
                  </a:cubicBezTo>
                  <a:cubicBezTo>
                    <a:pt x="2334" y="420"/>
                    <a:pt x="2337" y="420"/>
                    <a:pt x="2339" y="420"/>
                  </a:cubicBezTo>
                  <a:cubicBezTo>
                    <a:pt x="2342" y="420"/>
                    <a:pt x="2345" y="420"/>
                    <a:pt x="2348" y="420"/>
                  </a:cubicBezTo>
                  <a:cubicBezTo>
                    <a:pt x="2349" y="416"/>
                    <a:pt x="2350" y="412"/>
                    <a:pt x="2351" y="407"/>
                  </a:cubicBezTo>
                  <a:cubicBezTo>
                    <a:pt x="2352" y="403"/>
                    <a:pt x="2353" y="398"/>
                    <a:pt x="2353" y="393"/>
                  </a:cubicBezTo>
                  <a:cubicBezTo>
                    <a:pt x="2352" y="384"/>
                    <a:pt x="2351" y="375"/>
                    <a:pt x="2347" y="366"/>
                  </a:cubicBezTo>
                  <a:cubicBezTo>
                    <a:pt x="2343" y="358"/>
                    <a:pt x="2339" y="348"/>
                    <a:pt x="2333" y="336"/>
                  </a:cubicBezTo>
                  <a:lnTo>
                    <a:pt x="2306" y="276"/>
                  </a:lnTo>
                  <a:cubicBezTo>
                    <a:pt x="2298" y="259"/>
                    <a:pt x="2292" y="241"/>
                    <a:pt x="2287" y="223"/>
                  </a:cubicBezTo>
                  <a:cubicBezTo>
                    <a:pt x="2282" y="205"/>
                    <a:pt x="2280" y="188"/>
                    <a:pt x="2280" y="171"/>
                  </a:cubicBezTo>
                  <a:cubicBezTo>
                    <a:pt x="2281" y="116"/>
                    <a:pt x="2296" y="75"/>
                    <a:pt x="2327" y="48"/>
                  </a:cubicBezTo>
                  <a:cubicBezTo>
                    <a:pt x="2358" y="20"/>
                    <a:pt x="2400" y="7"/>
                    <a:pt x="2452" y="7"/>
                  </a:cubicBezTo>
                  <a:close/>
                  <a:moveTo>
                    <a:pt x="649" y="7"/>
                  </a:moveTo>
                  <a:cubicBezTo>
                    <a:pt x="704" y="7"/>
                    <a:pt x="741" y="21"/>
                    <a:pt x="763" y="47"/>
                  </a:cubicBezTo>
                  <a:cubicBezTo>
                    <a:pt x="784" y="73"/>
                    <a:pt x="794" y="108"/>
                    <a:pt x="793" y="151"/>
                  </a:cubicBezTo>
                  <a:cubicBezTo>
                    <a:pt x="793" y="175"/>
                    <a:pt x="791" y="200"/>
                    <a:pt x="787" y="227"/>
                  </a:cubicBezTo>
                  <a:cubicBezTo>
                    <a:pt x="783" y="253"/>
                    <a:pt x="777" y="281"/>
                    <a:pt x="771" y="310"/>
                  </a:cubicBezTo>
                  <a:cubicBezTo>
                    <a:pt x="755" y="395"/>
                    <a:pt x="730" y="457"/>
                    <a:pt x="695" y="496"/>
                  </a:cubicBezTo>
                  <a:cubicBezTo>
                    <a:pt x="659" y="535"/>
                    <a:pt x="606" y="554"/>
                    <a:pt x="536" y="554"/>
                  </a:cubicBezTo>
                  <a:cubicBezTo>
                    <a:pt x="481" y="553"/>
                    <a:pt x="444" y="540"/>
                    <a:pt x="422" y="514"/>
                  </a:cubicBezTo>
                  <a:cubicBezTo>
                    <a:pt x="401" y="487"/>
                    <a:pt x="391" y="453"/>
                    <a:pt x="392" y="409"/>
                  </a:cubicBezTo>
                  <a:cubicBezTo>
                    <a:pt x="392" y="385"/>
                    <a:pt x="395" y="360"/>
                    <a:pt x="399" y="334"/>
                  </a:cubicBezTo>
                  <a:cubicBezTo>
                    <a:pt x="403" y="307"/>
                    <a:pt x="408" y="280"/>
                    <a:pt x="415" y="251"/>
                  </a:cubicBezTo>
                  <a:cubicBezTo>
                    <a:pt x="426" y="194"/>
                    <a:pt x="440" y="148"/>
                    <a:pt x="459" y="112"/>
                  </a:cubicBezTo>
                  <a:cubicBezTo>
                    <a:pt x="477" y="76"/>
                    <a:pt x="502" y="49"/>
                    <a:pt x="532" y="32"/>
                  </a:cubicBezTo>
                  <a:cubicBezTo>
                    <a:pt x="563" y="15"/>
                    <a:pt x="602" y="7"/>
                    <a:pt x="649" y="7"/>
                  </a:cubicBezTo>
                  <a:close/>
                  <a:moveTo>
                    <a:pt x="260" y="7"/>
                  </a:moveTo>
                  <a:cubicBezTo>
                    <a:pt x="289" y="7"/>
                    <a:pt x="317" y="9"/>
                    <a:pt x="343" y="13"/>
                  </a:cubicBezTo>
                  <a:cubicBezTo>
                    <a:pt x="369" y="17"/>
                    <a:pt x="388" y="21"/>
                    <a:pt x="399" y="26"/>
                  </a:cubicBezTo>
                  <a:lnTo>
                    <a:pt x="367" y="153"/>
                  </a:lnTo>
                  <a:cubicBezTo>
                    <a:pt x="354" y="149"/>
                    <a:pt x="338" y="146"/>
                    <a:pt x="320" y="143"/>
                  </a:cubicBezTo>
                  <a:cubicBezTo>
                    <a:pt x="302" y="140"/>
                    <a:pt x="281" y="138"/>
                    <a:pt x="258" y="138"/>
                  </a:cubicBezTo>
                  <a:cubicBezTo>
                    <a:pt x="230" y="137"/>
                    <a:pt x="211" y="144"/>
                    <a:pt x="199" y="160"/>
                  </a:cubicBezTo>
                  <a:cubicBezTo>
                    <a:pt x="188" y="176"/>
                    <a:pt x="177" y="207"/>
                    <a:pt x="167" y="252"/>
                  </a:cubicBezTo>
                  <a:cubicBezTo>
                    <a:pt x="163" y="268"/>
                    <a:pt x="160" y="288"/>
                    <a:pt x="156" y="309"/>
                  </a:cubicBezTo>
                  <a:cubicBezTo>
                    <a:pt x="152" y="331"/>
                    <a:pt x="149" y="353"/>
                    <a:pt x="147" y="374"/>
                  </a:cubicBezTo>
                  <a:cubicBezTo>
                    <a:pt x="145" y="395"/>
                    <a:pt x="143" y="413"/>
                    <a:pt x="143" y="428"/>
                  </a:cubicBezTo>
                  <a:cubicBezTo>
                    <a:pt x="146" y="429"/>
                    <a:pt x="150" y="429"/>
                    <a:pt x="153" y="429"/>
                  </a:cubicBezTo>
                  <a:cubicBezTo>
                    <a:pt x="156" y="429"/>
                    <a:pt x="159" y="429"/>
                    <a:pt x="163" y="429"/>
                  </a:cubicBezTo>
                  <a:cubicBezTo>
                    <a:pt x="172" y="429"/>
                    <a:pt x="181" y="429"/>
                    <a:pt x="190" y="428"/>
                  </a:cubicBezTo>
                  <a:cubicBezTo>
                    <a:pt x="199" y="427"/>
                    <a:pt x="208" y="426"/>
                    <a:pt x="216" y="424"/>
                  </a:cubicBezTo>
                  <a:lnTo>
                    <a:pt x="230" y="346"/>
                  </a:lnTo>
                  <a:lnTo>
                    <a:pt x="189" y="346"/>
                  </a:lnTo>
                  <a:lnTo>
                    <a:pt x="209" y="235"/>
                  </a:lnTo>
                  <a:lnTo>
                    <a:pt x="373" y="235"/>
                  </a:lnTo>
                  <a:lnTo>
                    <a:pt x="319" y="526"/>
                  </a:lnTo>
                  <a:cubicBezTo>
                    <a:pt x="301" y="534"/>
                    <a:pt x="275" y="541"/>
                    <a:pt x="242" y="546"/>
                  </a:cubicBezTo>
                  <a:cubicBezTo>
                    <a:pt x="209" y="551"/>
                    <a:pt x="177" y="554"/>
                    <a:pt x="144" y="554"/>
                  </a:cubicBezTo>
                  <a:cubicBezTo>
                    <a:pt x="105" y="554"/>
                    <a:pt x="75" y="548"/>
                    <a:pt x="54" y="536"/>
                  </a:cubicBezTo>
                  <a:cubicBezTo>
                    <a:pt x="33" y="524"/>
                    <a:pt x="19" y="507"/>
                    <a:pt x="11" y="485"/>
                  </a:cubicBezTo>
                  <a:cubicBezTo>
                    <a:pt x="3" y="464"/>
                    <a:pt x="0" y="439"/>
                    <a:pt x="0" y="410"/>
                  </a:cubicBezTo>
                  <a:cubicBezTo>
                    <a:pt x="0" y="386"/>
                    <a:pt x="2" y="361"/>
                    <a:pt x="6" y="334"/>
                  </a:cubicBezTo>
                  <a:cubicBezTo>
                    <a:pt x="11" y="307"/>
                    <a:pt x="16" y="280"/>
                    <a:pt x="22" y="251"/>
                  </a:cubicBezTo>
                  <a:cubicBezTo>
                    <a:pt x="38" y="166"/>
                    <a:pt x="64" y="104"/>
                    <a:pt x="100" y="65"/>
                  </a:cubicBezTo>
                  <a:cubicBezTo>
                    <a:pt x="136" y="26"/>
                    <a:pt x="190" y="6"/>
                    <a:pt x="260" y="7"/>
                  </a:cubicBezTo>
                  <a:close/>
                  <a:moveTo>
                    <a:pt x="16953" y="0"/>
                  </a:moveTo>
                  <a:lnTo>
                    <a:pt x="16863" y="374"/>
                  </a:lnTo>
                  <a:lnTo>
                    <a:pt x="16744" y="374"/>
                  </a:lnTo>
                  <a:lnTo>
                    <a:pt x="16796" y="16"/>
                  </a:lnTo>
                  <a:lnTo>
                    <a:pt x="16953" y="0"/>
                  </a:lnTo>
                  <a:close/>
                  <a:moveTo>
                    <a:pt x="14299" y="0"/>
                  </a:moveTo>
                  <a:lnTo>
                    <a:pt x="14209" y="374"/>
                  </a:lnTo>
                  <a:lnTo>
                    <a:pt x="14090" y="374"/>
                  </a:lnTo>
                  <a:lnTo>
                    <a:pt x="14142" y="16"/>
                  </a:lnTo>
                  <a:lnTo>
                    <a:pt x="14299" y="0"/>
                  </a:lnTo>
                  <a:close/>
                  <a:moveTo>
                    <a:pt x="11647" y="0"/>
                  </a:moveTo>
                  <a:lnTo>
                    <a:pt x="11557" y="374"/>
                  </a:lnTo>
                  <a:lnTo>
                    <a:pt x="11438" y="374"/>
                  </a:lnTo>
                  <a:lnTo>
                    <a:pt x="11490" y="16"/>
                  </a:lnTo>
                  <a:lnTo>
                    <a:pt x="11647" y="0"/>
                  </a:lnTo>
                  <a:close/>
                  <a:moveTo>
                    <a:pt x="8993" y="0"/>
                  </a:moveTo>
                  <a:lnTo>
                    <a:pt x="8903" y="374"/>
                  </a:lnTo>
                  <a:lnTo>
                    <a:pt x="8784" y="374"/>
                  </a:lnTo>
                  <a:lnTo>
                    <a:pt x="8836" y="16"/>
                  </a:lnTo>
                  <a:lnTo>
                    <a:pt x="8993" y="0"/>
                  </a:lnTo>
                  <a:close/>
                  <a:moveTo>
                    <a:pt x="6341" y="0"/>
                  </a:moveTo>
                  <a:lnTo>
                    <a:pt x="6251" y="374"/>
                  </a:lnTo>
                  <a:lnTo>
                    <a:pt x="6132" y="374"/>
                  </a:lnTo>
                  <a:lnTo>
                    <a:pt x="6184" y="16"/>
                  </a:lnTo>
                  <a:lnTo>
                    <a:pt x="6341" y="0"/>
                  </a:lnTo>
                  <a:close/>
                  <a:moveTo>
                    <a:pt x="3687" y="0"/>
                  </a:moveTo>
                  <a:lnTo>
                    <a:pt x="3597" y="374"/>
                  </a:lnTo>
                  <a:lnTo>
                    <a:pt x="3478" y="374"/>
                  </a:lnTo>
                  <a:lnTo>
                    <a:pt x="3530" y="16"/>
                  </a:lnTo>
                  <a:lnTo>
                    <a:pt x="3687" y="0"/>
                  </a:lnTo>
                  <a:close/>
                  <a:moveTo>
                    <a:pt x="1035" y="0"/>
                  </a:moveTo>
                  <a:lnTo>
                    <a:pt x="945" y="374"/>
                  </a:lnTo>
                  <a:lnTo>
                    <a:pt x="826" y="374"/>
                  </a:lnTo>
                  <a:lnTo>
                    <a:pt x="878" y="16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w="1270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F86061FB-B21B-C3CA-AE2D-5CAF6B7AAB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31" y="1218453"/>
              <a:ext cx="12802442" cy="408031"/>
            </a:xfrm>
            <a:custGeom>
              <a:avLst/>
              <a:gdLst>
                <a:gd name="T0" fmla="*/ 10293 w 17383"/>
                <a:gd name="T1" fmla="*/ 544 h 554"/>
                <a:gd name="T2" fmla="*/ 2472 w 17383"/>
                <a:gd name="T3" fmla="*/ 544 h 554"/>
                <a:gd name="T4" fmla="*/ 15455 w 17383"/>
                <a:gd name="T5" fmla="*/ 132 h 554"/>
                <a:gd name="T6" fmla="*/ 12792 w 17383"/>
                <a:gd name="T7" fmla="*/ 131 h 554"/>
                <a:gd name="T8" fmla="*/ 7486 w 17383"/>
                <a:gd name="T9" fmla="*/ 131 h 554"/>
                <a:gd name="T10" fmla="*/ 4790 w 17383"/>
                <a:gd name="T11" fmla="*/ 157 h 554"/>
                <a:gd name="T12" fmla="*/ 2109 w 17383"/>
                <a:gd name="T13" fmla="*/ 251 h 554"/>
                <a:gd name="T14" fmla="*/ 17006 w 17383"/>
                <a:gd name="T15" fmla="*/ 211 h 554"/>
                <a:gd name="T16" fmla="*/ 16545 w 17383"/>
                <a:gd name="T17" fmla="*/ 145 h 554"/>
                <a:gd name="T18" fmla="*/ 16195 w 17383"/>
                <a:gd name="T19" fmla="*/ 414 h 554"/>
                <a:gd name="T20" fmla="*/ 14088 w 17383"/>
                <a:gd name="T21" fmla="*/ 544 h 554"/>
                <a:gd name="T22" fmla="*/ 13859 w 17383"/>
                <a:gd name="T23" fmla="*/ 414 h 554"/>
                <a:gd name="T24" fmla="*/ 11700 w 17383"/>
                <a:gd name="T25" fmla="*/ 211 h 554"/>
                <a:gd name="T26" fmla="*/ 11239 w 17383"/>
                <a:gd name="T27" fmla="*/ 145 h 554"/>
                <a:gd name="T28" fmla="*/ 10889 w 17383"/>
                <a:gd name="T29" fmla="*/ 414 h 554"/>
                <a:gd name="T30" fmla="*/ 8782 w 17383"/>
                <a:gd name="T31" fmla="*/ 544 h 554"/>
                <a:gd name="T32" fmla="*/ 8553 w 17383"/>
                <a:gd name="T33" fmla="*/ 414 h 554"/>
                <a:gd name="T34" fmla="*/ 6394 w 17383"/>
                <a:gd name="T35" fmla="*/ 211 h 554"/>
                <a:gd name="T36" fmla="*/ 5933 w 17383"/>
                <a:gd name="T37" fmla="*/ 145 h 554"/>
                <a:gd name="T38" fmla="*/ 5583 w 17383"/>
                <a:gd name="T39" fmla="*/ 414 h 554"/>
                <a:gd name="T40" fmla="*/ 3476 w 17383"/>
                <a:gd name="T41" fmla="*/ 544 h 554"/>
                <a:gd name="T42" fmla="*/ 3247 w 17383"/>
                <a:gd name="T43" fmla="*/ 414 h 554"/>
                <a:gd name="T44" fmla="*/ 1088 w 17383"/>
                <a:gd name="T45" fmla="*/ 211 h 554"/>
                <a:gd name="T46" fmla="*/ 627 w 17383"/>
                <a:gd name="T47" fmla="*/ 145 h 554"/>
                <a:gd name="T48" fmla="*/ 277 w 17383"/>
                <a:gd name="T49" fmla="*/ 414 h 554"/>
                <a:gd name="T50" fmla="*/ 17284 w 17383"/>
                <a:gd name="T51" fmla="*/ 291 h 554"/>
                <a:gd name="T52" fmla="*/ 17160 w 17383"/>
                <a:gd name="T53" fmla="*/ 366 h 554"/>
                <a:gd name="T54" fmla="*/ 15235 w 17383"/>
                <a:gd name="T55" fmla="*/ 514 h 554"/>
                <a:gd name="T56" fmla="*/ 14980 w 17383"/>
                <a:gd name="T57" fmla="*/ 252 h 554"/>
                <a:gd name="T58" fmla="*/ 14957 w 17383"/>
                <a:gd name="T59" fmla="*/ 554 h 554"/>
                <a:gd name="T60" fmla="*/ 14596 w 17383"/>
                <a:gd name="T61" fmla="*/ 145 h 554"/>
                <a:gd name="T62" fmla="*/ 14498 w 17383"/>
                <a:gd name="T63" fmla="*/ 420 h 554"/>
                <a:gd name="T64" fmla="*/ 12948 w 17383"/>
                <a:gd name="T65" fmla="*/ 227 h 554"/>
                <a:gd name="T66" fmla="*/ 12528 w 17383"/>
                <a:gd name="T67" fmla="*/ 153 h 554"/>
                <a:gd name="T68" fmla="*/ 12370 w 17383"/>
                <a:gd name="T69" fmla="*/ 235 h 554"/>
                <a:gd name="T70" fmla="*/ 12077 w 17383"/>
                <a:gd name="T71" fmla="*/ 25 h 554"/>
                <a:gd name="T72" fmla="*/ 11722 w 17383"/>
                <a:gd name="T73" fmla="*/ 535 h 554"/>
                <a:gd name="T74" fmla="*/ 11959 w 17383"/>
                <a:gd name="T75" fmla="*/ 7 h 554"/>
                <a:gd name="T76" fmla="*/ 10156 w 17383"/>
                <a:gd name="T77" fmla="*/ 7 h 554"/>
                <a:gd name="T78" fmla="*/ 9697 w 17383"/>
                <a:gd name="T79" fmla="*/ 428 h 554"/>
                <a:gd name="T80" fmla="*/ 9607 w 17383"/>
                <a:gd name="T81" fmla="*/ 65 h 554"/>
                <a:gd name="T82" fmla="*/ 9352 w 17383"/>
                <a:gd name="T83" fmla="*/ 396 h 554"/>
                <a:gd name="T84" fmla="*/ 9159 w 17383"/>
                <a:gd name="T85" fmla="*/ 276 h 554"/>
                <a:gd name="T86" fmla="*/ 7254 w 17383"/>
                <a:gd name="T87" fmla="*/ 334 h 554"/>
                <a:gd name="T88" fmla="*/ 7002 w 17383"/>
                <a:gd name="T89" fmla="*/ 374 h 554"/>
                <a:gd name="T90" fmla="*/ 6866 w 17383"/>
                <a:gd name="T91" fmla="*/ 485 h 554"/>
                <a:gd name="T92" fmla="*/ 6632 w 17383"/>
                <a:gd name="T93" fmla="*/ 194 h 554"/>
                <a:gd name="T94" fmla="*/ 6552 w 17383"/>
                <a:gd name="T95" fmla="*/ 407 h 554"/>
                <a:gd name="T96" fmla="*/ 4896 w 17383"/>
                <a:gd name="T97" fmla="*/ 496 h 554"/>
                <a:gd name="T98" fmla="*/ 4459 w 17383"/>
                <a:gd name="T99" fmla="*/ 138 h 554"/>
                <a:gd name="T100" fmla="*/ 4520 w 17383"/>
                <a:gd name="T101" fmla="*/ 526 h 554"/>
                <a:gd name="T102" fmla="*/ 4051 w 17383"/>
                <a:gd name="T103" fmla="*/ 141 h 554"/>
                <a:gd name="T104" fmla="*/ 3814 w 17383"/>
                <a:gd name="T105" fmla="*/ 414 h 554"/>
                <a:gd name="T106" fmla="*/ 2312 w 17383"/>
                <a:gd name="T107" fmla="*/ 47 h 554"/>
                <a:gd name="T108" fmla="*/ 1892 w 17383"/>
                <a:gd name="T109" fmla="*/ 13 h 554"/>
                <a:gd name="T110" fmla="*/ 1779 w 17383"/>
                <a:gd name="T111" fmla="*/ 346 h 554"/>
                <a:gd name="T112" fmla="*/ 1347 w 17383"/>
                <a:gd name="T113" fmla="*/ 7 h 554"/>
                <a:gd name="T114" fmla="*/ 1236 w 17383"/>
                <a:gd name="T115" fmla="*/ 554 h 554"/>
                <a:gd name="T116" fmla="*/ 1175 w 17383"/>
                <a:gd name="T117" fmla="*/ 171 h 554"/>
                <a:gd name="T118" fmla="*/ 10452 w 17383"/>
                <a:gd name="T119" fmla="*/ 374 h 554"/>
                <a:gd name="T120" fmla="*/ 2584 w 1738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83" h="554">
                  <a:moveTo>
                    <a:pt x="15623" y="419"/>
                  </a:moveTo>
                  <a:lnTo>
                    <a:pt x="15759" y="419"/>
                  </a:lnTo>
                  <a:lnTo>
                    <a:pt x="15736" y="544"/>
                  </a:lnTo>
                  <a:lnTo>
                    <a:pt x="15599" y="544"/>
                  </a:lnTo>
                  <a:lnTo>
                    <a:pt x="15623" y="419"/>
                  </a:lnTo>
                  <a:close/>
                  <a:moveTo>
                    <a:pt x="12971" y="419"/>
                  </a:moveTo>
                  <a:lnTo>
                    <a:pt x="13107" y="419"/>
                  </a:lnTo>
                  <a:lnTo>
                    <a:pt x="13084" y="544"/>
                  </a:lnTo>
                  <a:lnTo>
                    <a:pt x="12947" y="544"/>
                  </a:lnTo>
                  <a:lnTo>
                    <a:pt x="12971" y="419"/>
                  </a:lnTo>
                  <a:close/>
                  <a:moveTo>
                    <a:pt x="10317" y="419"/>
                  </a:moveTo>
                  <a:lnTo>
                    <a:pt x="10453" y="419"/>
                  </a:lnTo>
                  <a:lnTo>
                    <a:pt x="10430" y="544"/>
                  </a:lnTo>
                  <a:lnTo>
                    <a:pt x="10293" y="544"/>
                  </a:lnTo>
                  <a:lnTo>
                    <a:pt x="10317" y="419"/>
                  </a:lnTo>
                  <a:close/>
                  <a:moveTo>
                    <a:pt x="7665" y="419"/>
                  </a:moveTo>
                  <a:lnTo>
                    <a:pt x="7801" y="419"/>
                  </a:lnTo>
                  <a:lnTo>
                    <a:pt x="7778" y="544"/>
                  </a:lnTo>
                  <a:lnTo>
                    <a:pt x="7641" y="544"/>
                  </a:lnTo>
                  <a:lnTo>
                    <a:pt x="7665" y="419"/>
                  </a:lnTo>
                  <a:close/>
                  <a:moveTo>
                    <a:pt x="5011" y="419"/>
                  </a:moveTo>
                  <a:lnTo>
                    <a:pt x="5147" y="419"/>
                  </a:lnTo>
                  <a:lnTo>
                    <a:pt x="5124" y="544"/>
                  </a:lnTo>
                  <a:lnTo>
                    <a:pt x="4987" y="544"/>
                  </a:lnTo>
                  <a:lnTo>
                    <a:pt x="5011" y="419"/>
                  </a:lnTo>
                  <a:close/>
                  <a:moveTo>
                    <a:pt x="2359" y="419"/>
                  </a:moveTo>
                  <a:lnTo>
                    <a:pt x="2495" y="419"/>
                  </a:lnTo>
                  <a:lnTo>
                    <a:pt x="2472" y="544"/>
                  </a:lnTo>
                  <a:lnTo>
                    <a:pt x="2335" y="544"/>
                  </a:lnTo>
                  <a:lnTo>
                    <a:pt x="2359" y="419"/>
                  </a:lnTo>
                  <a:close/>
                  <a:moveTo>
                    <a:pt x="15444" y="131"/>
                  </a:moveTo>
                  <a:cubicBezTo>
                    <a:pt x="15426" y="131"/>
                    <a:pt x="15412" y="139"/>
                    <a:pt x="15402" y="157"/>
                  </a:cubicBezTo>
                  <a:cubicBezTo>
                    <a:pt x="15393" y="175"/>
                    <a:pt x="15383" y="206"/>
                    <a:pt x="15373" y="251"/>
                  </a:cubicBezTo>
                  <a:cubicBezTo>
                    <a:pt x="15367" y="277"/>
                    <a:pt x="15361" y="305"/>
                    <a:pt x="15356" y="336"/>
                  </a:cubicBezTo>
                  <a:cubicBezTo>
                    <a:pt x="15350" y="367"/>
                    <a:pt x="15347" y="398"/>
                    <a:pt x="15345" y="428"/>
                  </a:cubicBezTo>
                  <a:cubicBezTo>
                    <a:pt x="15349" y="428"/>
                    <a:pt x="15352" y="428"/>
                    <a:pt x="15356" y="428"/>
                  </a:cubicBezTo>
                  <a:cubicBezTo>
                    <a:pt x="15360" y="428"/>
                    <a:pt x="15363" y="428"/>
                    <a:pt x="15367" y="428"/>
                  </a:cubicBezTo>
                  <a:cubicBezTo>
                    <a:pt x="15385" y="429"/>
                    <a:pt x="15400" y="421"/>
                    <a:pt x="15409" y="403"/>
                  </a:cubicBezTo>
                  <a:cubicBezTo>
                    <a:pt x="15418" y="386"/>
                    <a:pt x="15428" y="354"/>
                    <a:pt x="15438" y="309"/>
                  </a:cubicBezTo>
                  <a:cubicBezTo>
                    <a:pt x="15444" y="284"/>
                    <a:pt x="15450" y="255"/>
                    <a:pt x="15455" y="224"/>
                  </a:cubicBezTo>
                  <a:cubicBezTo>
                    <a:pt x="15460" y="193"/>
                    <a:pt x="15463" y="162"/>
                    <a:pt x="15465" y="132"/>
                  </a:cubicBezTo>
                  <a:cubicBezTo>
                    <a:pt x="15462" y="132"/>
                    <a:pt x="15459" y="132"/>
                    <a:pt x="15455" y="132"/>
                  </a:cubicBezTo>
                  <a:cubicBezTo>
                    <a:pt x="15452" y="131"/>
                    <a:pt x="15448" y="131"/>
                    <a:pt x="15444" y="131"/>
                  </a:cubicBezTo>
                  <a:close/>
                  <a:moveTo>
                    <a:pt x="12792" y="131"/>
                  </a:moveTo>
                  <a:cubicBezTo>
                    <a:pt x="12774" y="131"/>
                    <a:pt x="12760" y="139"/>
                    <a:pt x="12750" y="157"/>
                  </a:cubicBezTo>
                  <a:cubicBezTo>
                    <a:pt x="12741" y="175"/>
                    <a:pt x="12731" y="206"/>
                    <a:pt x="12721" y="251"/>
                  </a:cubicBezTo>
                  <a:cubicBezTo>
                    <a:pt x="12715" y="277"/>
                    <a:pt x="12709" y="305"/>
                    <a:pt x="12704" y="336"/>
                  </a:cubicBezTo>
                  <a:cubicBezTo>
                    <a:pt x="12698" y="367"/>
                    <a:pt x="12695" y="398"/>
                    <a:pt x="12693" y="428"/>
                  </a:cubicBezTo>
                  <a:cubicBezTo>
                    <a:pt x="12697" y="428"/>
                    <a:pt x="12700" y="428"/>
                    <a:pt x="12704" y="428"/>
                  </a:cubicBezTo>
                  <a:cubicBezTo>
                    <a:pt x="12708" y="428"/>
                    <a:pt x="12711" y="428"/>
                    <a:pt x="12715" y="428"/>
                  </a:cubicBezTo>
                  <a:cubicBezTo>
                    <a:pt x="12733" y="429"/>
                    <a:pt x="12748" y="421"/>
                    <a:pt x="12757" y="403"/>
                  </a:cubicBezTo>
                  <a:cubicBezTo>
                    <a:pt x="12766" y="386"/>
                    <a:pt x="12776" y="354"/>
                    <a:pt x="12786" y="309"/>
                  </a:cubicBezTo>
                  <a:cubicBezTo>
                    <a:pt x="12792" y="284"/>
                    <a:pt x="12798" y="255"/>
                    <a:pt x="12803" y="224"/>
                  </a:cubicBezTo>
                  <a:cubicBezTo>
                    <a:pt x="12808" y="193"/>
                    <a:pt x="12811" y="162"/>
                    <a:pt x="12813" y="132"/>
                  </a:cubicBezTo>
                  <a:cubicBezTo>
                    <a:pt x="12810" y="132"/>
                    <a:pt x="12807" y="132"/>
                    <a:pt x="12803" y="132"/>
                  </a:cubicBezTo>
                  <a:cubicBezTo>
                    <a:pt x="12800" y="131"/>
                    <a:pt x="12796" y="131"/>
                    <a:pt x="12792" y="131"/>
                  </a:cubicBezTo>
                  <a:close/>
                  <a:moveTo>
                    <a:pt x="10138" y="131"/>
                  </a:moveTo>
                  <a:cubicBezTo>
                    <a:pt x="10120" y="131"/>
                    <a:pt x="10106" y="139"/>
                    <a:pt x="10096" y="157"/>
                  </a:cubicBezTo>
                  <a:cubicBezTo>
                    <a:pt x="10087" y="175"/>
                    <a:pt x="10077" y="206"/>
                    <a:pt x="10067" y="251"/>
                  </a:cubicBezTo>
                  <a:cubicBezTo>
                    <a:pt x="10061" y="277"/>
                    <a:pt x="10055" y="305"/>
                    <a:pt x="10050" y="336"/>
                  </a:cubicBezTo>
                  <a:cubicBezTo>
                    <a:pt x="10044" y="367"/>
                    <a:pt x="10041" y="398"/>
                    <a:pt x="10039" y="428"/>
                  </a:cubicBezTo>
                  <a:cubicBezTo>
                    <a:pt x="10043" y="428"/>
                    <a:pt x="10046" y="428"/>
                    <a:pt x="10050" y="428"/>
                  </a:cubicBezTo>
                  <a:cubicBezTo>
                    <a:pt x="10054" y="428"/>
                    <a:pt x="10057" y="428"/>
                    <a:pt x="10061" y="428"/>
                  </a:cubicBezTo>
                  <a:cubicBezTo>
                    <a:pt x="10079" y="429"/>
                    <a:pt x="10094" y="421"/>
                    <a:pt x="10103" y="403"/>
                  </a:cubicBezTo>
                  <a:cubicBezTo>
                    <a:pt x="10112" y="386"/>
                    <a:pt x="10122" y="354"/>
                    <a:pt x="10132" y="309"/>
                  </a:cubicBezTo>
                  <a:cubicBezTo>
                    <a:pt x="10138" y="284"/>
                    <a:pt x="10144" y="255"/>
                    <a:pt x="10149" y="224"/>
                  </a:cubicBezTo>
                  <a:cubicBezTo>
                    <a:pt x="10154" y="193"/>
                    <a:pt x="10157" y="162"/>
                    <a:pt x="10159" y="132"/>
                  </a:cubicBezTo>
                  <a:cubicBezTo>
                    <a:pt x="10156" y="132"/>
                    <a:pt x="10153" y="132"/>
                    <a:pt x="10149" y="132"/>
                  </a:cubicBezTo>
                  <a:cubicBezTo>
                    <a:pt x="10146" y="131"/>
                    <a:pt x="10142" y="131"/>
                    <a:pt x="10138" y="131"/>
                  </a:cubicBezTo>
                  <a:close/>
                  <a:moveTo>
                    <a:pt x="7486" y="131"/>
                  </a:moveTo>
                  <a:cubicBezTo>
                    <a:pt x="7468" y="131"/>
                    <a:pt x="7454" y="139"/>
                    <a:pt x="7444" y="157"/>
                  </a:cubicBezTo>
                  <a:cubicBezTo>
                    <a:pt x="7435" y="175"/>
                    <a:pt x="7425" y="206"/>
                    <a:pt x="7415" y="251"/>
                  </a:cubicBezTo>
                  <a:cubicBezTo>
                    <a:pt x="7409" y="277"/>
                    <a:pt x="7403" y="305"/>
                    <a:pt x="7398" y="336"/>
                  </a:cubicBezTo>
                  <a:cubicBezTo>
                    <a:pt x="7392" y="367"/>
                    <a:pt x="7389" y="398"/>
                    <a:pt x="7387" y="428"/>
                  </a:cubicBezTo>
                  <a:cubicBezTo>
                    <a:pt x="7391" y="428"/>
                    <a:pt x="7394" y="428"/>
                    <a:pt x="7398" y="428"/>
                  </a:cubicBezTo>
                  <a:cubicBezTo>
                    <a:pt x="7402" y="428"/>
                    <a:pt x="7405" y="428"/>
                    <a:pt x="7409" y="428"/>
                  </a:cubicBezTo>
                  <a:cubicBezTo>
                    <a:pt x="7427" y="429"/>
                    <a:pt x="7442" y="421"/>
                    <a:pt x="7451" y="403"/>
                  </a:cubicBezTo>
                  <a:cubicBezTo>
                    <a:pt x="7460" y="386"/>
                    <a:pt x="7470" y="354"/>
                    <a:pt x="7480" y="309"/>
                  </a:cubicBezTo>
                  <a:cubicBezTo>
                    <a:pt x="7486" y="284"/>
                    <a:pt x="7492" y="255"/>
                    <a:pt x="7497" y="224"/>
                  </a:cubicBezTo>
                  <a:cubicBezTo>
                    <a:pt x="7502" y="193"/>
                    <a:pt x="7505" y="162"/>
                    <a:pt x="7507" y="132"/>
                  </a:cubicBezTo>
                  <a:cubicBezTo>
                    <a:pt x="7504" y="132"/>
                    <a:pt x="7501" y="132"/>
                    <a:pt x="7497" y="132"/>
                  </a:cubicBezTo>
                  <a:cubicBezTo>
                    <a:pt x="7494" y="131"/>
                    <a:pt x="7490" y="131"/>
                    <a:pt x="7486" y="131"/>
                  </a:cubicBezTo>
                  <a:close/>
                  <a:moveTo>
                    <a:pt x="4832" y="131"/>
                  </a:moveTo>
                  <a:cubicBezTo>
                    <a:pt x="4814" y="131"/>
                    <a:pt x="4800" y="139"/>
                    <a:pt x="4790" y="157"/>
                  </a:cubicBezTo>
                  <a:cubicBezTo>
                    <a:pt x="4781" y="175"/>
                    <a:pt x="4771" y="206"/>
                    <a:pt x="4761" y="251"/>
                  </a:cubicBezTo>
                  <a:cubicBezTo>
                    <a:pt x="4755" y="277"/>
                    <a:pt x="4749" y="305"/>
                    <a:pt x="4744" y="336"/>
                  </a:cubicBezTo>
                  <a:cubicBezTo>
                    <a:pt x="4738" y="367"/>
                    <a:pt x="4735" y="398"/>
                    <a:pt x="4733" y="428"/>
                  </a:cubicBezTo>
                  <a:cubicBezTo>
                    <a:pt x="4737" y="428"/>
                    <a:pt x="4740" y="428"/>
                    <a:pt x="4744" y="428"/>
                  </a:cubicBezTo>
                  <a:cubicBezTo>
                    <a:pt x="4748" y="428"/>
                    <a:pt x="4751" y="428"/>
                    <a:pt x="4755" y="428"/>
                  </a:cubicBezTo>
                  <a:cubicBezTo>
                    <a:pt x="4773" y="429"/>
                    <a:pt x="4788" y="421"/>
                    <a:pt x="4797" y="403"/>
                  </a:cubicBezTo>
                  <a:cubicBezTo>
                    <a:pt x="4806" y="386"/>
                    <a:pt x="4816" y="354"/>
                    <a:pt x="4826" y="309"/>
                  </a:cubicBezTo>
                  <a:cubicBezTo>
                    <a:pt x="4832" y="284"/>
                    <a:pt x="4838" y="255"/>
                    <a:pt x="4843" y="224"/>
                  </a:cubicBezTo>
                  <a:cubicBezTo>
                    <a:pt x="4848" y="193"/>
                    <a:pt x="4851" y="162"/>
                    <a:pt x="4853" y="132"/>
                  </a:cubicBezTo>
                  <a:cubicBezTo>
                    <a:pt x="4850" y="132"/>
                    <a:pt x="4847" y="132"/>
                    <a:pt x="4843" y="132"/>
                  </a:cubicBezTo>
                  <a:cubicBezTo>
                    <a:pt x="4840" y="131"/>
                    <a:pt x="4836" y="131"/>
                    <a:pt x="4832" y="131"/>
                  </a:cubicBezTo>
                  <a:close/>
                  <a:moveTo>
                    <a:pt x="2180" y="131"/>
                  </a:moveTo>
                  <a:cubicBezTo>
                    <a:pt x="2162" y="131"/>
                    <a:pt x="2148" y="139"/>
                    <a:pt x="2138" y="157"/>
                  </a:cubicBezTo>
                  <a:cubicBezTo>
                    <a:pt x="2129" y="175"/>
                    <a:pt x="2119" y="206"/>
                    <a:pt x="2109" y="251"/>
                  </a:cubicBezTo>
                  <a:cubicBezTo>
                    <a:pt x="2103" y="277"/>
                    <a:pt x="2097" y="305"/>
                    <a:pt x="2092" y="336"/>
                  </a:cubicBezTo>
                  <a:cubicBezTo>
                    <a:pt x="2086" y="367"/>
                    <a:pt x="2083" y="398"/>
                    <a:pt x="2081" y="428"/>
                  </a:cubicBezTo>
                  <a:cubicBezTo>
                    <a:pt x="2085" y="428"/>
                    <a:pt x="2088" y="428"/>
                    <a:pt x="2092" y="428"/>
                  </a:cubicBezTo>
                  <a:cubicBezTo>
                    <a:pt x="2096" y="428"/>
                    <a:pt x="2099" y="428"/>
                    <a:pt x="2103" y="428"/>
                  </a:cubicBezTo>
                  <a:cubicBezTo>
                    <a:pt x="2121" y="429"/>
                    <a:pt x="2136" y="421"/>
                    <a:pt x="2145" y="403"/>
                  </a:cubicBezTo>
                  <a:cubicBezTo>
                    <a:pt x="2154" y="386"/>
                    <a:pt x="2164" y="354"/>
                    <a:pt x="2174" y="309"/>
                  </a:cubicBezTo>
                  <a:cubicBezTo>
                    <a:pt x="2180" y="284"/>
                    <a:pt x="2186" y="255"/>
                    <a:pt x="2191" y="224"/>
                  </a:cubicBezTo>
                  <a:cubicBezTo>
                    <a:pt x="2196" y="193"/>
                    <a:pt x="2199" y="162"/>
                    <a:pt x="2201" y="132"/>
                  </a:cubicBezTo>
                  <a:cubicBezTo>
                    <a:pt x="2198" y="132"/>
                    <a:pt x="2195" y="132"/>
                    <a:pt x="2191" y="132"/>
                  </a:cubicBezTo>
                  <a:cubicBezTo>
                    <a:pt x="2188" y="131"/>
                    <a:pt x="2184" y="131"/>
                    <a:pt x="2180" y="131"/>
                  </a:cubicBezTo>
                  <a:close/>
                  <a:moveTo>
                    <a:pt x="16965" y="16"/>
                  </a:moveTo>
                  <a:lnTo>
                    <a:pt x="17074" y="16"/>
                  </a:lnTo>
                  <a:lnTo>
                    <a:pt x="17056" y="115"/>
                  </a:lnTo>
                  <a:lnTo>
                    <a:pt x="17006" y="211"/>
                  </a:lnTo>
                  <a:lnTo>
                    <a:pt x="16928" y="211"/>
                  </a:lnTo>
                  <a:lnTo>
                    <a:pt x="16965" y="16"/>
                  </a:lnTo>
                  <a:close/>
                  <a:moveTo>
                    <a:pt x="16604" y="16"/>
                  </a:moveTo>
                  <a:lnTo>
                    <a:pt x="16929" y="16"/>
                  </a:lnTo>
                  <a:lnTo>
                    <a:pt x="16896" y="145"/>
                  </a:lnTo>
                  <a:lnTo>
                    <a:pt x="16816" y="145"/>
                  </a:lnTo>
                  <a:lnTo>
                    <a:pt x="16742" y="544"/>
                  </a:lnTo>
                  <a:lnTo>
                    <a:pt x="16597" y="544"/>
                  </a:lnTo>
                  <a:lnTo>
                    <a:pt x="16670" y="145"/>
                  </a:lnTo>
                  <a:lnTo>
                    <a:pt x="16581" y="145"/>
                  </a:lnTo>
                  <a:lnTo>
                    <a:pt x="16604" y="16"/>
                  </a:lnTo>
                  <a:close/>
                  <a:moveTo>
                    <a:pt x="16305" y="16"/>
                  </a:moveTo>
                  <a:lnTo>
                    <a:pt x="16578" y="16"/>
                  </a:lnTo>
                  <a:lnTo>
                    <a:pt x="16545" y="145"/>
                  </a:lnTo>
                  <a:lnTo>
                    <a:pt x="16426" y="145"/>
                  </a:lnTo>
                  <a:lnTo>
                    <a:pt x="16414" y="217"/>
                  </a:lnTo>
                  <a:lnTo>
                    <a:pt x="16531" y="217"/>
                  </a:lnTo>
                  <a:lnTo>
                    <a:pt x="16509" y="338"/>
                  </a:lnTo>
                  <a:lnTo>
                    <a:pt x="16391" y="338"/>
                  </a:lnTo>
                  <a:lnTo>
                    <a:pt x="16378" y="414"/>
                  </a:lnTo>
                  <a:lnTo>
                    <a:pt x="16513" y="414"/>
                  </a:lnTo>
                  <a:lnTo>
                    <a:pt x="16478" y="544"/>
                  </a:lnTo>
                  <a:lnTo>
                    <a:pt x="16208" y="544"/>
                  </a:lnTo>
                  <a:lnTo>
                    <a:pt x="16305" y="16"/>
                  </a:lnTo>
                  <a:close/>
                  <a:moveTo>
                    <a:pt x="16015" y="16"/>
                  </a:moveTo>
                  <a:lnTo>
                    <a:pt x="16160" y="16"/>
                  </a:lnTo>
                  <a:lnTo>
                    <a:pt x="16088" y="414"/>
                  </a:lnTo>
                  <a:lnTo>
                    <a:pt x="16195" y="414"/>
                  </a:lnTo>
                  <a:lnTo>
                    <a:pt x="16160" y="544"/>
                  </a:lnTo>
                  <a:lnTo>
                    <a:pt x="15918" y="544"/>
                  </a:lnTo>
                  <a:lnTo>
                    <a:pt x="16015" y="16"/>
                  </a:lnTo>
                  <a:close/>
                  <a:moveTo>
                    <a:pt x="14311" y="16"/>
                  </a:moveTo>
                  <a:lnTo>
                    <a:pt x="14420" y="16"/>
                  </a:lnTo>
                  <a:lnTo>
                    <a:pt x="14402" y="115"/>
                  </a:lnTo>
                  <a:lnTo>
                    <a:pt x="14352" y="211"/>
                  </a:lnTo>
                  <a:lnTo>
                    <a:pt x="14274" y="211"/>
                  </a:lnTo>
                  <a:lnTo>
                    <a:pt x="14311" y="16"/>
                  </a:lnTo>
                  <a:close/>
                  <a:moveTo>
                    <a:pt x="13950" y="16"/>
                  </a:moveTo>
                  <a:lnTo>
                    <a:pt x="14275" y="16"/>
                  </a:lnTo>
                  <a:lnTo>
                    <a:pt x="14242" y="145"/>
                  </a:lnTo>
                  <a:lnTo>
                    <a:pt x="14162" y="145"/>
                  </a:lnTo>
                  <a:lnTo>
                    <a:pt x="14088" y="544"/>
                  </a:lnTo>
                  <a:lnTo>
                    <a:pt x="13943" y="544"/>
                  </a:lnTo>
                  <a:lnTo>
                    <a:pt x="14016" y="145"/>
                  </a:lnTo>
                  <a:lnTo>
                    <a:pt x="13927" y="145"/>
                  </a:lnTo>
                  <a:lnTo>
                    <a:pt x="13950" y="16"/>
                  </a:lnTo>
                  <a:close/>
                  <a:moveTo>
                    <a:pt x="13651" y="16"/>
                  </a:moveTo>
                  <a:lnTo>
                    <a:pt x="13924" y="16"/>
                  </a:lnTo>
                  <a:lnTo>
                    <a:pt x="13891" y="145"/>
                  </a:lnTo>
                  <a:lnTo>
                    <a:pt x="13772" y="145"/>
                  </a:lnTo>
                  <a:lnTo>
                    <a:pt x="13760" y="217"/>
                  </a:lnTo>
                  <a:lnTo>
                    <a:pt x="13877" y="217"/>
                  </a:lnTo>
                  <a:lnTo>
                    <a:pt x="13855" y="338"/>
                  </a:lnTo>
                  <a:lnTo>
                    <a:pt x="13737" y="338"/>
                  </a:lnTo>
                  <a:lnTo>
                    <a:pt x="13724" y="414"/>
                  </a:lnTo>
                  <a:lnTo>
                    <a:pt x="13859" y="414"/>
                  </a:lnTo>
                  <a:lnTo>
                    <a:pt x="13824" y="544"/>
                  </a:lnTo>
                  <a:lnTo>
                    <a:pt x="13554" y="544"/>
                  </a:lnTo>
                  <a:lnTo>
                    <a:pt x="13651" y="16"/>
                  </a:lnTo>
                  <a:close/>
                  <a:moveTo>
                    <a:pt x="13361" y="16"/>
                  </a:moveTo>
                  <a:lnTo>
                    <a:pt x="13506" y="16"/>
                  </a:lnTo>
                  <a:lnTo>
                    <a:pt x="13434" y="414"/>
                  </a:lnTo>
                  <a:lnTo>
                    <a:pt x="13541" y="414"/>
                  </a:lnTo>
                  <a:lnTo>
                    <a:pt x="13506" y="544"/>
                  </a:lnTo>
                  <a:lnTo>
                    <a:pt x="13264" y="544"/>
                  </a:lnTo>
                  <a:lnTo>
                    <a:pt x="13361" y="16"/>
                  </a:lnTo>
                  <a:close/>
                  <a:moveTo>
                    <a:pt x="11659" y="16"/>
                  </a:moveTo>
                  <a:lnTo>
                    <a:pt x="11768" y="16"/>
                  </a:lnTo>
                  <a:lnTo>
                    <a:pt x="11750" y="115"/>
                  </a:lnTo>
                  <a:lnTo>
                    <a:pt x="11700" y="211"/>
                  </a:lnTo>
                  <a:lnTo>
                    <a:pt x="11622" y="211"/>
                  </a:lnTo>
                  <a:lnTo>
                    <a:pt x="11659" y="16"/>
                  </a:lnTo>
                  <a:close/>
                  <a:moveTo>
                    <a:pt x="11298" y="16"/>
                  </a:moveTo>
                  <a:lnTo>
                    <a:pt x="11623" y="16"/>
                  </a:lnTo>
                  <a:lnTo>
                    <a:pt x="11590" y="145"/>
                  </a:lnTo>
                  <a:lnTo>
                    <a:pt x="11510" y="145"/>
                  </a:lnTo>
                  <a:lnTo>
                    <a:pt x="11436" y="544"/>
                  </a:lnTo>
                  <a:lnTo>
                    <a:pt x="11291" y="544"/>
                  </a:lnTo>
                  <a:lnTo>
                    <a:pt x="11364" y="145"/>
                  </a:lnTo>
                  <a:lnTo>
                    <a:pt x="11275" y="145"/>
                  </a:lnTo>
                  <a:lnTo>
                    <a:pt x="11298" y="16"/>
                  </a:lnTo>
                  <a:close/>
                  <a:moveTo>
                    <a:pt x="10999" y="16"/>
                  </a:moveTo>
                  <a:lnTo>
                    <a:pt x="11272" y="16"/>
                  </a:lnTo>
                  <a:lnTo>
                    <a:pt x="11239" y="145"/>
                  </a:lnTo>
                  <a:lnTo>
                    <a:pt x="11120" y="145"/>
                  </a:lnTo>
                  <a:lnTo>
                    <a:pt x="11108" y="217"/>
                  </a:lnTo>
                  <a:lnTo>
                    <a:pt x="11225" y="217"/>
                  </a:lnTo>
                  <a:lnTo>
                    <a:pt x="11203" y="338"/>
                  </a:lnTo>
                  <a:lnTo>
                    <a:pt x="11085" y="338"/>
                  </a:lnTo>
                  <a:lnTo>
                    <a:pt x="11072" y="414"/>
                  </a:lnTo>
                  <a:lnTo>
                    <a:pt x="11207" y="414"/>
                  </a:lnTo>
                  <a:lnTo>
                    <a:pt x="11172" y="544"/>
                  </a:lnTo>
                  <a:lnTo>
                    <a:pt x="10902" y="544"/>
                  </a:lnTo>
                  <a:lnTo>
                    <a:pt x="10999" y="16"/>
                  </a:lnTo>
                  <a:close/>
                  <a:moveTo>
                    <a:pt x="10709" y="16"/>
                  </a:moveTo>
                  <a:lnTo>
                    <a:pt x="10854" y="16"/>
                  </a:lnTo>
                  <a:lnTo>
                    <a:pt x="10782" y="414"/>
                  </a:lnTo>
                  <a:lnTo>
                    <a:pt x="10889" y="414"/>
                  </a:lnTo>
                  <a:lnTo>
                    <a:pt x="10854" y="544"/>
                  </a:lnTo>
                  <a:lnTo>
                    <a:pt x="10612" y="544"/>
                  </a:lnTo>
                  <a:lnTo>
                    <a:pt x="10709" y="16"/>
                  </a:lnTo>
                  <a:close/>
                  <a:moveTo>
                    <a:pt x="9005" y="16"/>
                  </a:moveTo>
                  <a:lnTo>
                    <a:pt x="9114" y="16"/>
                  </a:lnTo>
                  <a:lnTo>
                    <a:pt x="9096" y="115"/>
                  </a:lnTo>
                  <a:lnTo>
                    <a:pt x="9046" y="211"/>
                  </a:lnTo>
                  <a:lnTo>
                    <a:pt x="8968" y="211"/>
                  </a:lnTo>
                  <a:lnTo>
                    <a:pt x="9005" y="16"/>
                  </a:lnTo>
                  <a:close/>
                  <a:moveTo>
                    <a:pt x="8644" y="16"/>
                  </a:moveTo>
                  <a:lnTo>
                    <a:pt x="8969" y="16"/>
                  </a:lnTo>
                  <a:lnTo>
                    <a:pt x="8936" y="145"/>
                  </a:lnTo>
                  <a:lnTo>
                    <a:pt x="8856" y="145"/>
                  </a:lnTo>
                  <a:lnTo>
                    <a:pt x="8782" y="544"/>
                  </a:lnTo>
                  <a:lnTo>
                    <a:pt x="8637" y="544"/>
                  </a:lnTo>
                  <a:lnTo>
                    <a:pt x="8710" y="145"/>
                  </a:lnTo>
                  <a:lnTo>
                    <a:pt x="8621" y="145"/>
                  </a:lnTo>
                  <a:lnTo>
                    <a:pt x="8644" y="16"/>
                  </a:lnTo>
                  <a:close/>
                  <a:moveTo>
                    <a:pt x="8345" y="16"/>
                  </a:moveTo>
                  <a:lnTo>
                    <a:pt x="8618" y="16"/>
                  </a:lnTo>
                  <a:lnTo>
                    <a:pt x="8585" y="145"/>
                  </a:lnTo>
                  <a:lnTo>
                    <a:pt x="8466" y="145"/>
                  </a:lnTo>
                  <a:lnTo>
                    <a:pt x="8454" y="217"/>
                  </a:lnTo>
                  <a:lnTo>
                    <a:pt x="8571" y="217"/>
                  </a:lnTo>
                  <a:lnTo>
                    <a:pt x="8549" y="338"/>
                  </a:lnTo>
                  <a:lnTo>
                    <a:pt x="8431" y="338"/>
                  </a:lnTo>
                  <a:lnTo>
                    <a:pt x="8418" y="414"/>
                  </a:lnTo>
                  <a:lnTo>
                    <a:pt x="8553" y="414"/>
                  </a:lnTo>
                  <a:lnTo>
                    <a:pt x="8518" y="544"/>
                  </a:lnTo>
                  <a:lnTo>
                    <a:pt x="8248" y="544"/>
                  </a:lnTo>
                  <a:lnTo>
                    <a:pt x="8345" y="16"/>
                  </a:lnTo>
                  <a:close/>
                  <a:moveTo>
                    <a:pt x="8055" y="16"/>
                  </a:moveTo>
                  <a:lnTo>
                    <a:pt x="8200" y="16"/>
                  </a:lnTo>
                  <a:lnTo>
                    <a:pt x="8128" y="414"/>
                  </a:lnTo>
                  <a:lnTo>
                    <a:pt x="8235" y="414"/>
                  </a:lnTo>
                  <a:lnTo>
                    <a:pt x="8200" y="544"/>
                  </a:lnTo>
                  <a:lnTo>
                    <a:pt x="7958" y="544"/>
                  </a:lnTo>
                  <a:lnTo>
                    <a:pt x="8055" y="16"/>
                  </a:lnTo>
                  <a:close/>
                  <a:moveTo>
                    <a:pt x="6353" y="16"/>
                  </a:moveTo>
                  <a:lnTo>
                    <a:pt x="6462" y="16"/>
                  </a:lnTo>
                  <a:lnTo>
                    <a:pt x="6444" y="115"/>
                  </a:lnTo>
                  <a:lnTo>
                    <a:pt x="6394" y="211"/>
                  </a:lnTo>
                  <a:lnTo>
                    <a:pt x="6316" y="211"/>
                  </a:lnTo>
                  <a:lnTo>
                    <a:pt x="6353" y="16"/>
                  </a:lnTo>
                  <a:close/>
                  <a:moveTo>
                    <a:pt x="5992" y="16"/>
                  </a:moveTo>
                  <a:lnTo>
                    <a:pt x="6317" y="16"/>
                  </a:lnTo>
                  <a:lnTo>
                    <a:pt x="6284" y="145"/>
                  </a:lnTo>
                  <a:lnTo>
                    <a:pt x="6204" y="145"/>
                  </a:lnTo>
                  <a:lnTo>
                    <a:pt x="6130" y="544"/>
                  </a:lnTo>
                  <a:lnTo>
                    <a:pt x="5985" y="544"/>
                  </a:lnTo>
                  <a:lnTo>
                    <a:pt x="6058" y="145"/>
                  </a:lnTo>
                  <a:lnTo>
                    <a:pt x="5969" y="145"/>
                  </a:lnTo>
                  <a:lnTo>
                    <a:pt x="5992" y="16"/>
                  </a:lnTo>
                  <a:close/>
                  <a:moveTo>
                    <a:pt x="5693" y="16"/>
                  </a:moveTo>
                  <a:lnTo>
                    <a:pt x="5966" y="16"/>
                  </a:lnTo>
                  <a:lnTo>
                    <a:pt x="5933" y="145"/>
                  </a:lnTo>
                  <a:lnTo>
                    <a:pt x="5814" y="145"/>
                  </a:lnTo>
                  <a:lnTo>
                    <a:pt x="5802" y="217"/>
                  </a:lnTo>
                  <a:lnTo>
                    <a:pt x="5919" y="217"/>
                  </a:lnTo>
                  <a:lnTo>
                    <a:pt x="5897" y="338"/>
                  </a:lnTo>
                  <a:lnTo>
                    <a:pt x="5779" y="338"/>
                  </a:lnTo>
                  <a:lnTo>
                    <a:pt x="5766" y="414"/>
                  </a:lnTo>
                  <a:lnTo>
                    <a:pt x="5901" y="414"/>
                  </a:lnTo>
                  <a:lnTo>
                    <a:pt x="5866" y="544"/>
                  </a:lnTo>
                  <a:lnTo>
                    <a:pt x="5596" y="544"/>
                  </a:lnTo>
                  <a:lnTo>
                    <a:pt x="5693" y="16"/>
                  </a:lnTo>
                  <a:close/>
                  <a:moveTo>
                    <a:pt x="5403" y="16"/>
                  </a:moveTo>
                  <a:lnTo>
                    <a:pt x="5548" y="16"/>
                  </a:lnTo>
                  <a:lnTo>
                    <a:pt x="5476" y="414"/>
                  </a:lnTo>
                  <a:lnTo>
                    <a:pt x="5583" y="414"/>
                  </a:lnTo>
                  <a:lnTo>
                    <a:pt x="5548" y="544"/>
                  </a:lnTo>
                  <a:lnTo>
                    <a:pt x="5306" y="544"/>
                  </a:lnTo>
                  <a:lnTo>
                    <a:pt x="5403" y="16"/>
                  </a:lnTo>
                  <a:close/>
                  <a:moveTo>
                    <a:pt x="3699" y="16"/>
                  </a:moveTo>
                  <a:lnTo>
                    <a:pt x="3808" y="16"/>
                  </a:lnTo>
                  <a:lnTo>
                    <a:pt x="3790" y="115"/>
                  </a:lnTo>
                  <a:lnTo>
                    <a:pt x="3740" y="211"/>
                  </a:lnTo>
                  <a:lnTo>
                    <a:pt x="3662" y="211"/>
                  </a:lnTo>
                  <a:lnTo>
                    <a:pt x="3699" y="16"/>
                  </a:lnTo>
                  <a:close/>
                  <a:moveTo>
                    <a:pt x="3338" y="16"/>
                  </a:moveTo>
                  <a:lnTo>
                    <a:pt x="3663" y="16"/>
                  </a:lnTo>
                  <a:lnTo>
                    <a:pt x="3630" y="145"/>
                  </a:lnTo>
                  <a:lnTo>
                    <a:pt x="3550" y="145"/>
                  </a:lnTo>
                  <a:lnTo>
                    <a:pt x="3476" y="544"/>
                  </a:lnTo>
                  <a:lnTo>
                    <a:pt x="3331" y="544"/>
                  </a:lnTo>
                  <a:lnTo>
                    <a:pt x="3404" y="145"/>
                  </a:lnTo>
                  <a:lnTo>
                    <a:pt x="3315" y="145"/>
                  </a:lnTo>
                  <a:lnTo>
                    <a:pt x="3338" y="16"/>
                  </a:lnTo>
                  <a:close/>
                  <a:moveTo>
                    <a:pt x="3039" y="16"/>
                  </a:moveTo>
                  <a:lnTo>
                    <a:pt x="3312" y="16"/>
                  </a:lnTo>
                  <a:lnTo>
                    <a:pt x="3279" y="145"/>
                  </a:lnTo>
                  <a:lnTo>
                    <a:pt x="3160" y="145"/>
                  </a:lnTo>
                  <a:lnTo>
                    <a:pt x="3148" y="217"/>
                  </a:lnTo>
                  <a:lnTo>
                    <a:pt x="3265" y="217"/>
                  </a:lnTo>
                  <a:lnTo>
                    <a:pt x="3243" y="338"/>
                  </a:lnTo>
                  <a:lnTo>
                    <a:pt x="3125" y="338"/>
                  </a:lnTo>
                  <a:lnTo>
                    <a:pt x="3112" y="414"/>
                  </a:lnTo>
                  <a:lnTo>
                    <a:pt x="3247" y="414"/>
                  </a:lnTo>
                  <a:lnTo>
                    <a:pt x="3212" y="544"/>
                  </a:lnTo>
                  <a:lnTo>
                    <a:pt x="2942" y="544"/>
                  </a:lnTo>
                  <a:lnTo>
                    <a:pt x="3039" y="16"/>
                  </a:lnTo>
                  <a:close/>
                  <a:moveTo>
                    <a:pt x="2749" y="16"/>
                  </a:moveTo>
                  <a:lnTo>
                    <a:pt x="2894" y="16"/>
                  </a:lnTo>
                  <a:lnTo>
                    <a:pt x="2822" y="414"/>
                  </a:lnTo>
                  <a:lnTo>
                    <a:pt x="2929" y="414"/>
                  </a:lnTo>
                  <a:lnTo>
                    <a:pt x="2894" y="544"/>
                  </a:lnTo>
                  <a:lnTo>
                    <a:pt x="2652" y="544"/>
                  </a:lnTo>
                  <a:lnTo>
                    <a:pt x="2749" y="16"/>
                  </a:lnTo>
                  <a:close/>
                  <a:moveTo>
                    <a:pt x="1047" y="16"/>
                  </a:moveTo>
                  <a:lnTo>
                    <a:pt x="1156" y="16"/>
                  </a:lnTo>
                  <a:lnTo>
                    <a:pt x="1138" y="115"/>
                  </a:lnTo>
                  <a:lnTo>
                    <a:pt x="1088" y="211"/>
                  </a:lnTo>
                  <a:lnTo>
                    <a:pt x="1010" y="211"/>
                  </a:lnTo>
                  <a:lnTo>
                    <a:pt x="1047" y="16"/>
                  </a:lnTo>
                  <a:close/>
                  <a:moveTo>
                    <a:pt x="686" y="16"/>
                  </a:moveTo>
                  <a:lnTo>
                    <a:pt x="1011" y="16"/>
                  </a:lnTo>
                  <a:lnTo>
                    <a:pt x="978" y="145"/>
                  </a:lnTo>
                  <a:lnTo>
                    <a:pt x="898" y="145"/>
                  </a:lnTo>
                  <a:lnTo>
                    <a:pt x="824" y="544"/>
                  </a:lnTo>
                  <a:lnTo>
                    <a:pt x="679" y="544"/>
                  </a:lnTo>
                  <a:lnTo>
                    <a:pt x="752" y="145"/>
                  </a:lnTo>
                  <a:lnTo>
                    <a:pt x="663" y="145"/>
                  </a:lnTo>
                  <a:lnTo>
                    <a:pt x="686" y="16"/>
                  </a:lnTo>
                  <a:close/>
                  <a:moveTo>
                    <a:pt x="387" y="16"/>
                  </a:moveTo>
                  <a:lnTo>
                    <a:pt x="660" y="16"/>
                  </a:lnTo>
                  <a:lnTo>
                    <a:pt x="627" y="145"/>
                  </a:lnTo>
                  <a:lnTo>
                    <a:pt x="508" y="145"/>
                  </a:lnTo>
                  <a:lnTo>
                    <a:pt x="496" y="217"/>
                  </a:lnTo>
                  <a:lnTo>
                    <a:pt x="613" y="217"/>
                  </a:lnTo>
                  <a:lnTo>
                    <a:pt x="591" y="338"/>
                  </a:lnTo>
                  <a:lnTo>
                    <a:pt x="473" y="338"/>
                  </a:lnTo>
                  <a:lnTo>
                    <a:pt x="460" y="414"/>
                  </a:lnTo>
                  <a:lnTo>
                    <a:pt x="595" y="414"/>
                  </a:lnTo>
                  <a:lnTo>
                    <a:pt x="560" y="544"/>
                  </a:lnTo>
                  <a:lnTo>
                    <a:pt x="290" y="544"/>
                  </a:lnTo>
                  <a:lnTo>
                    <a:pt x="387" y="16"/>
                  </a:lnTo>
                  <a:close/>
                  <a:moveTo>
                    <a:pt x="97" y="16"/>
                  </a:moveTo>
                  <a:lnTo>
                    <a:pt x="242" y="16"/>
                  </a:lnTo>
                  <a:lnTo>
                    <a:pt x="170" y="414"/>
                  </a:lnTo>
                  <a:lnTo>
                    <a:pt x="277" y="414"/>
                  </a:lnTo>
                  <a:lnTo>
                    <a:pt x="242" y="544"/>
                  </a:lnTo>
                  <a:lnTo>
                    <a:pt x="0" y="544"/>
                  </a:lnTo>
                  <a:lnTo>
                    <a:pt x="97" y="16"/>
                  </a:lnTo>
                  <a:close/>
                  <a:moveTo>
                    <a:pt x="17265" y="7"/>
                  </a:moveTo>
                  <a:cubicBezTo>
                    <a:pt x="17296" y="7"/>
                    <a:pt x="17321" y="9"/>
                    <a:pt x="17340" y="13"/>
                  </a:cubicBezTo>
                  <a:cubicBezTo>
                    <a:pt x="17360" y="17"/>
                    <a:pt x="17374" y="21"/>
                    <a:pt x="17383" y="25"/>
                  </a:cubicBezTo>
                  <a:lnTo>
                    <a:pt x="17353" y="151"/>
                  </a:lnTo>
                  <a:cubicBezTo>
                    <a:pt x="17341" y="147"/>
                    <a:pt x="17329" y="143"/>
                    <a:pt x="17317" y="141"/>
                  </a:cubicBezTo>
                  <a:cubicBezTo>
                    <a:pt x="17306" y="139"/>
                    <a:pt x="17293" y="138"/>
                    <a:pt x="17280" y="138"/>
                  </a:cubicBezTo>
                  <a:cubicBezTo>
                    <a:pt x="17267" y="138"/>
                    <a:pt x="17257" y="140"/>
                    <a:pt x="17250" y="145"/>
                  </a:cubicBezTo>
                  <a:cubicBezTo>
                    <a:pt x="17243" y="150"/>
                    <a:pt x="17240" y="158"/>
                    <a:pt x="17240" y="169"/>
                  </a:cubicBezTo>
                  <a:cubicBezTo>
                    <a:pt x="17240" y="177"/>
                    <a:pt x="17241" y="186"/>
                    <a:pt x="17244" y="194"/>
                  </a:cubicBezTo>
                  <a:cubicBezTo>
                    <a:pt x="17247" y="203"/>
                    <a:pt x="17252" y="215"/>
                    <a:pt x="17258" y="230"/>
                  </a:cubicBezTo>
                  <a:lnTo>
                    <a:pt x="17284" y="291"/>
                  </a:lnTo>
                  <a:cubicBezTo>
                    <a:pt x="17291" y="306"/>
                    <a:pt x="17297" y="323"/>
                    <a:pt x="17303" y="341"/>
                  </a:cubicBezTo>
                  <a:cubicBezTo>
                    <a:pt x="17308" y="359"/>
                    <a:pt x="17312" y="377"/>
                    <a:pt x="17312" y="396"/>
                  </a:cubicBezTo>
                  <a:cubicBezTo>
                    <a:pt x="17311" y="451"/>
                    <a:pt x="17296" y="491"/>
                    <a:pt x="17267" y="516"/>
                  </a:cubicBezTo>
                  <a:cubicBezTo>
                    <a:pt x="17238" y="542"/>
                    <a:pt x="17201" y="554"/>
                    <a:pt x="17154" y="554"/>
                  </a:cubicBezTo>
                  <a:cubicBezTo>
                    <a:pt x="17121" y="553"/>
                    <a:pt x="17094" y="551"/>
                    <a:pt x="17073" y="547"/>
                  </a:cubicBezTo>
                  <a:cubicBezTo>
                    <a:pt x="17052" y="543"/>
                    <a:pt x="17037" y="539"/>
                    <a:pt x="17028" y="535"/>
                  </a:cubicBezTo>
                  <a:lnTo>
                    <a:pt x="17038" y="402"/>
                  </a:lnTo>
                  <a:cubicBezTo>
                    <a:pt x="17048" y="406"/>
                    <a:pt x="17061" y="410"/>
                    <a:pt x="17080" y="414"/>
                  </a:cubicBezTo>
                  <a:cubicBezTo>
                    <a:pt x="17099" y="418"/>
                    <a:pt x="17120" y="420"/>
                    <a:pt x="17144" y="420"/>
                  </a:cubicBezTo>
                  <a:cubicBezTo>
                    <a:pt x="17147" y="420"/>
                    <a:pt x="17150" y="420"/>
                    <a:pt x="17152" y="420"/>
                  </a:cubicBezTo>
                  <a:cubicBezTo>
                    <a:pt x="17155" y="420"/>
                    <a:pt x="17158" y="420"/>
                    <a:pt x="17161" y="420"/>
                  </a:cubicBezTo>
                  <a:cubicBezTo>
                    <a:pt x="17162" y="416"/>
                    <a:pt x="17163" y="412"/>
                    <a:pt x="17164" y="407"/>
                  </a:cubicBezTo>
                  <a:cubicBezTo>
                    <a:pt x="17165" y="403"/>
                    <a:pt x="17166" y="398"/>
                    <a:pt x="17166" y="393"/>
                  </a:cubicBezTo>
                  <a:cubicBezTo>
                    <a:pt x="17165" y="384"/>
                    <a:pt x="17164" y="375"/>
                    <a:pt x="17160" y="366"/>
                  </a:cubicBezTo>
                  <a:cubicBezTo>
                    <a:pt x="17156" y="358"/>
                    <a:pt x="17152" y="348"/>
                    <a:pt x="17146" y="336"/>
                  </a:cubicBezTo>
                  <a:lnTo>
                    <a:pt x="17119" y="276"/>
                  </a:lnTo>
                  <a:cubicBezTo>
                    <a:pt x="17111" y="259"/>
                    <a:pt x="17105" y="241"/>
                    <a:pt x="17100" y="223"/>
                  </a:cubicBezTo>
                  <a:cubicBezTo>
                    <a:pt x="17095" y="205"/>
                    <a:pt x="17093" y="188"/>
                    <a:pt x="17093" y="171"/>
                  </a:cubicBezTo>
                  <a:cubicBezTo>
                    <a:pt x="17094" y="116"/>
                    <a:pt x="17109" y="75"/>
                    <a:pt x="17140" y="48"/>
                  </a:cubicBezTo>
                  <a:cubicBezTo>
                    <a:pt x="17171" y="20"/>
                    <a:pt x="17213" y="7"/>
                    <a:pt x="17265" y="7"/>
                  </a:cubicBezTo>
                  <a:close/>
                  <a:moveTo>
                    <a:pt x="15462" y="7"/>
                  </a:moveTo>
                  <a:cubicBezTo>
                    <a:pt x="15517" y="7"/>
                    <a:pt x="15554" y="21"/>
                    <a:pt x="15576" y="47"/>
                  </a:cubicBezTo>
                  <a:cubicBezTo>
                    <a:pt x="15597" y="73"/>
                    <a:pt x="15607" y="108"/>
                    <a:pt x="15606" y="151"/>
                  </a:cubicBezTo>
                  <a:cubicBezTo>
                    <a:pt x="15606" y="175"/>
                    <a:pt x="15604" y="200"/>
                    <a:pt x="15600" y="227"/>
                  </a:cubicBezTo>
                  <a:cubicBezTo>
                    <a:pt x="15596" y="253"/>
                    <a:pt x="15590" y="281"/>
                    <a:pt x="15584" y="310"/>
                  </a:cubicBezTo>
                  <a:cubicBezTo>
                    <a:pt x="15568" y="395"/>
                    <a:pt x="15543" y="457"/>
                    <a:pt x="15508" y="496"/>
                  </a:cubicBezTo>
                  <a:cubicBezTo>
                    <a:pt x="15472" y="535"/>
                    <a:pt x="15419" y="554"/>
                    <a:pt x="15349" y="554"/>
                  </a:cubicBezTo>
                  <a:cubicBezTo>
                    <a:pt x="15294" y="553"/>
                    <a:pt x="15257" y="540"/>
                    <a:pt x="15235" y="514"/>
                  </a:cubicBezTo>
                  <a:cubicBezTo>
                    <a:pt x="15214" y="487"/>
                    <a:pt x="15204" y="453"/>
                    <a:pt x="15205" y="409"/>
                  </a:cubicBezTo>
                  <a:cubicBezTo>
                    <a:pt x="15205" y="385"/>
                    <a:pt x="15208" y="360"/>
                    <a:pt x="15212" y="334"/>
                  </a:cubicBezTo>
                  <a:cubicBezTo>
                    <a:pt x="15216" y="307"/>
                    <a:pt x="15221" y="280"/>
                    <a:pt x="15228" y="251"/>
                  </a:cubicBezTo>
                  <a:cubicBezTo>
                    <a:pt x="15239" y="194"/>
                    <a:pt x="15253" y="148"/>
                    <a:pt x="15272" y="112"/>
                  </a:cubicBezTo>
                  <a:cubicBezTo>
                    <a:pt x="15290" y="76"/>
                    <a:pt x="15315" y="49"/>
                    <a:pt x="15345" y="32"/>
                  </a:cubicBezTo>
                  <a:cubicBezTo>
                    <a:pt x="15376" y="15"/>
                    <a:pt x="15415" y="7"/>
                    <a:pt x="15462" y="7"/>
                  </a:cubicBezTo>
                  <a:close/>
                  <a:moveTo>
                    <a:pt x="15073" y="7"/>
                  </a:moveTo>
                  <a:cubicBezTo>
                    <a:pt x="15102" y="7"/>
                    <a:pt x="15130" y="9"/>
                    <a:pt x="15156" y="13"/>
                  </a:cubicBezTo>
                  <a:cubicBezTo>
                    <a:pt x="15182" y="17"/>
                    <a:pt x="15201" y="21"/>
                    <a:pt x="15212" y="26"/>
                  </a:cubicBezTo>
                  <a:lnTo>
                    <a:pt x="15180" y="153"/>
                  </a:lnTo>
                  <a:cubicBezTo>
                    <a:pt x="15167" y="149"/>
                    <a:pt x="15151" y="146"/>
                    <a:pt x="15133" y="143"/>
                  </a:cubicBezTo>
                  <a:cubicBezTo>
                    <a:pt x="15115" y="140"/>
                    <a:pt x="15094" y="138"/>
                    <a:pt x="15071" y="138"/>
                  </a:cubicBezTo>
                  <a:cubicBezTo>
                    <a:pt x="15043" y="137"/>
                    <a:pt x="15024" y="144"/>
                    <a:pt x="15012" y="160"/>
                  </a:cubicBezTo>
                  <a:cubicBezTo>
                    <a:pt x="15001" y="176"/>
                    <a:pt x="14990" y="207"/>
                    <a:pt x="14980" y="252"/>
                  </a:cubicBezTo>
                  <a:cubicBezTo>
                    <a:pt x="14976" y="268"/>
                    <a:pt x="14973" y="288"/>
                    <a:pt x="14969" y="309"/>
                  </a:cubicBezTo>
                  <a:cubicBezTo>
                    <a:pt x="14965" y="331"/>
                    <a:pt x="14962" y="353"/>
                    <a:pt x="14960" y="374"/>
                  </a:cubicBezTo>
                  <a:cubicBezTo>
                    <a:pt x="14958" y="395"/>
                    <a:pt x="14956" y="413"/>
                    <a:pt x="14956" y="428"/>
                  </a:cubicBezTo>
                  <a:cubicBezTo>
                    <a:pt x="14959" y="429"/>
                    <a:pt x="14963" y="429"/>
                    <a:pt x="14966" y="429"/>
                  </a:cubicBezTo>
                  <a:cubicBezTo>
                    <a:pt x="14969" y="429"/>
                    <a:pt x="14972" y="429"/>
                    <a:pt x="14976" y="429"/>
                  </a:cubicBezTo>
                  <a:cubicBezTo>
                    <a:pt x="14985" y="429"/>
                    <a:pt x="14994" y="429"/>
                    <a:pt x="15003" y="428"/>
                  </a:cubicBezTo>
                  <a:cubicBezTo>
                    <a:pt x="15012" y="427"/>
                    <a:pt x="15021" y="426"/>
                    <a:pt x="15029" y="424"/>
                  </a:cubicBezTo>
                  <a:lnTo>
                    <a:pt x="15043" y="346"/>
                  </a:lnTo>
                  <a:lnTo>
                    <a:pt x="15002" y="346"/>
                  </a:lnTo>
                  <a:lnTo>
                    <a:pt x="15022" y="235"/>
                  </a:lnTo>
                  <a:lnTo>
                    <a:pt x="15186" y="235"/>
                  </a:lnTo>
                  <a:lnTo>
                    <a:pt x="15132" y="526"/>
                  </a:lnTo>
                  <a:cubicBezTo>
                    <a:pt x="15114" y="534"/>
                    <a:pt x="15088" y="541"/>
                    <a:pt x="15055" y="546"/>
                  </a:cubicBezTo>
                  <a:cubicBezTo>
                    <a:pt x="15022" y="551"/>
                    <a:pt x="14990" y="554"/>
                    <a:pt x="14957" y="554"/>
                  </a:cubicBezTo>
                  <a:cubicBezTo>
                    <a:pt x="14918" y="554"/>
                    <a:pt x="14888" y="548"/>
                    <a:pt x="14867" y="536"/>
                  </a:cubicBezTo>
                  <a:cubicBezTo>
                    <a:pt x="14846" y="524"/>
                    <a:pt x="14832" y="507"/>
                    <a:pt x="14824" y="485"/>
                  </a:cubicBezTo>
                  <a:cubicBezTo>
                    <a:pt x="14816" y="464"/>
                    <a:pt x="14813" y="439"/>
                    <a:pt x="14813" y="410"/>
                  </a:cubicBezTo>
                  <a:cubicBezTo>
                    <a:pt x="14813" y="386"/>
                    <a:pt x="14815" y="361"/>
                    <a:pt x="14819" y="334"/>
                  </a:cubicBezTo>
                  <a:cubicBezTo>
                    <a:pt x="14824" y="307"/>
                    <a:pt x="14829" y="280"/>
                    <a:pt x="14835" y="251"/>
                  </a:cubicBezTo>
                  <a:cubicBezTo>
                    <a:pt x="14851" y="166"/>
                    <a:pt x="14877" y="104"/>
                    <a:pt x="14913" y="65"/>
                  </a:cubicBezTo>
                  <a:cubicBezTo>
                    <a:pt x="14949" y="26"/>
                    <a:pt x="15003" y="6"/>
                    <a:pt x="15073" y="7"/>
                  </a:cubicBezTo>
                  <a:close/>
                  <a:moveTo>
                    <a:pt x="14611" y="7"/>
                  </a:moveTo>
                  <a:cubicBezTo>
                    <a:pt x="14642" y="7"/>
                    <a:pt x="14667" y="9"/>
                    <a:pt x="14686" y="13"/>
                  </a:cubicBezTo>
                  <a:cubicBezTo>
                    <a:pt x="14706" y="17"/>
                    <a:pt x="14720" y="21"/>
                    <a:pt x="14729" y="25"/>
                  </a:cubicBezTo>
                  <a:lnTo>
                    <a:pt x="14699" y="151"/>
                  </a:lnTo>
                  <a:cubicBezTo>
                    <a:pt x="14687" y="147"/>
                    <a:pt x="14675" y="143"/>
                    <a:pt x="14663" y="141"/>
                  </a:cubicBezTo>
                  <a:cubicBezTo>
                    <a:pt x="14652" y="139"/>
                    <a:pt x="14639" y="138"/>
                    <a:pt x="14626" y="138"/>
                  </a:cubicBezTo>
                  <a:cubicBezTo>
                    <a:pt x="14613" y="138"/>
                    <a:pt x="14603" y="140"/>
                    <a:pt x="14596" y="145"/>
                  </a:cubicBezTo>
                  <a:cubicBezTo>
                    <a:pt x="14589" y="150"/>
                    <a:pt x="14586" y="158"/>
                    <a:pt x="14586" y="169"/>
                  </a:cubicBezTo>
                  <a:cubicBezTo>
                    <a:pt x="14586" y="177"/>
                    <a:pt x="14587" y="186"/>
                    <a:pt x="14590" y="194"/>
                  </a:cubicBezTo>
                  <a:cubicBezTo>
                    <a:pt x="14593" y="203"/>
                    <a:pt x="14598" y="215"/>
                    <a:pt x="14604" y="230"/>
                  </a:cubicBezTo>
                  <a:lnTo>
                    <a:pt x="14630" y="291"/>
                  </a:lnTo>
                  <a:cubicBezTo>
                    <a:pt x="14637" y="306"/>
                    <a:pt x="14643" y="323"/>
                    <a:pt x="14649" y="341"/>
                  </a:cubicBezTo>
                  <a:cubicBezTo>
                    <a:pt x="14654" y="359"/>
                    <a:pt x="14658" y="377"/>
                    <a:pt x="14658" y="396"/>
                  </a:cubicBezTo>
                  <a:cubicBezTo>
                    <a:pt x="14657" y="451"/>
                    <a:pt x="14642" y="491"/>
                    <a:pt x="14613" y="516"/>
                  </a:cubicBezTo>
                  <a:cubicBezTo>
                    <a:pt x="14584" y="542"/>
                    <a:pt x="14547" y="554"/>
                    <a:pt x="14500" y="554"/>
                  </a:cubicBezTo>
                  <a:cubicBezTo>
                    <a:pt x="14467" y="553"/>
                    <a:pt x="14440" y="551"/>
                    <a:pt x="14419" y="547"/>
                  </a:cubicBezTo>
                  <a:cubicBezTo>
                    <a:pt x="14398" y="543"/>
                    <a:pt x="14383" y="539"/>
                    <a:pt x="14374" y="535"/>
                  </a:cubicBezTo>
                  <a:lnTo>
                    <a:pt x="14384" y="402"/>
                  </a:lnTo>
                  <a:cubicBezTo>
                    <a:pt x="14394" y="406"/>
                    <a:pt x="14407" y="410"/>
                    <a:pt x="14426" y="414"/>
                  </a:cubicBezTo>
                  <a:cubicBezTo>
                    <a:pt x="14445" y="418"/>
                    <a:pt x="14466" y="420"/>
                    <a:pt x="14490" y="420"/>
                  </a:cubicBezTo>
                  <a:cubicBezTo>
                    <a:pt x="14493" y="420"/>
                    <a:pt x="14496" y="420"/>
                    <a:pt x="14498" y="420"/>
                  </a:cubicBezTo>
                  <a:cubicBezTo>
                    <a:pt x="14501" y="420"/>
                    <a:pt x="14504" y="420"/>
                    <a:pt x="14507" y="420"/>
                  </a:cubicBezTo>
                  <a:cubicBezTo>
                    <a:pt x="14508" y="416"/>
                    <a:pt x="14509" y="412"/>
                    <a:pt x="14510" y="407"/>
                  </a:cubicBezTo>
                  <a:cubicBezTo>
                    <a:pt x="14511" y="403"/>
                    <a:pt x="14512" y="398"/>
                    <a:pt x="14512" y="393"/>
                  </a:cubicBezTo>
                  <a:cubicBezTo>
                    <a:pt x="14511" y="384"/>
                    <a:pt x="14510" y="375"/>
                    <a:pt x="14506" y="366"/>
                  </a:cubicBezTo>
                  <a:cubicBezTo>
                    <a:pt x="14502" y="358"/>
                    <a:pt x="14498" y="348"/>
                    <a:pt x="14492" y="336"/>
                  </a:cubicBezTo>
                  <a:lnTo>
                    <a:pt x="14465" y="276"/>
                  </a:lnTo>
                  <a:cubicBezTo>
                    <a:pt x="14457" y="259"/>
                    <a:pt x="14451" y="241"/>
                    <a:pt x="14446" y="223"/>
                  </a:cubicBezTo>
                  <a:cubicBezTo>
                    <a:pt x="14441" y="205"/>
                    <a:pt x="14439" y="188"/>
                    <a:pt x="14439" y="171"/>
                  </a:cubicBezTo>
                  <a:cubicBezTo>
                    <a:pt x="14440" y="116"/>
                    <a:pt x="14455" y="75"/>
                    <a:pt x="14486" y="48"/>
                  </a:cubicBezTo>
                  <a:cubicBezTo>
                    <a:pt x="14517" y="20"/>
                    <a:pt x="14559" y="7"/>
                    <a:pt x="14611" y="7"/>
                  </a:cubicBezTo>
                  <a:close/>
                  <a:moveTo>
                    <a:pt x="12810" y="7"/>
                  </a:moveTo>
                  <a:cubicBezTo>
                    <a:pt x="12865" y="7"/>
                    <a:pt x="12902" y="21"/>
                    <a:pt x="12924" y="47"/>
                  </a:cubicBezTo>
                  <a:cubicBezTo>
                    <a:pt x="12945" y="73"/>
                    <a:pt x="12955" y="108"/>
                    <a:pt x="12954" y="151"/>
                  </a:cubicBezTo>
                  <a:cubicBezTo>
                    <a:pt x="12954" y="175"/>
                    <a:pt x="12952" y="200"/>
                    <a:pt x="12948" y="227"/>
                  </a:cubicBezTo>
                  <a:cubicBezTo>
                    <a:pt x="12944" y="253"/>
                    <a:pt x="12938" y="281"/>
                    <a:pt x="12932" y="310"/>
                  </a:cubicBezTo>
                  <a:cubicBezTo>
                    <a:pt x="12916" y="395"/>
                    <a:pt x="12891" y="457"/>
                    <a:pt x="12856" y="496"/>
                  </a:cubicBezTo>
                  <a:cubicBezTo>
                    <a:pt x="12820" y="535"/>
                    <a:pt x="12767" y="554"/>
                    <a:pt x="12697" y="554"/>
                  </a:cubicBezTo>
                  <a:cubicBezTo>
                    <a:pt x="12642" y="553"/>
                    <a:pt x="12605" y="540"/>
                    <a:pt x="12583" y="514"/>
                  </a:cubicBezTo>
                  <a:cubicBezTo>
                    <a:pt x="12562" y="487"/>
                    <a:pt x="12552" y="453"/>
                    <a:pt x="12553" y="409"/>
                  </a:cubicBezTo>
                  <a:cubicBezTo>
                    <a:pt x="12553" y="385"/>
                    <a:pt x="12556" y="360"/>
                    <a:pt x="12560" y="334"/>
                  </a:cubicBezTo>
                  <a:cubicBezTo>
                    <a:pt x="12564" y="307"/>
                    <a:pt x="12569" y="280"/>
                    <a:pt x="12576" y="251"/>
                  </a:cubicBezTo>
                  <a:cubicBezTo>
                    <a:pt x="12587" y="194"/>
                    <a:pt x="12601" y="148"/>
                    <a:pt x="12620" y="112"/>
                  </a:cubicBezTo>
                  <a:cubicBezTo>
                    <a:pt x="12638" y="76"/>
                    <a:pt x="12663" y="49"/>
                    <a:pt x="12693" y="32"/>
                  </a:cubicBezTo>
                  <a:cubicBezTo>
                    <a:pt x="12724" y="15"/>
                    <a:pt x="12763" y="7"/>
                    <a:pt x="12810" y="7"/>
                  </a:cubicBezTo>
                  <a:close/>
                  <a:moveTo>
                    <a:pt x="12421" y="7"/>
                  </a:moveTo>
                  <a:cubicBezTo>
                    <a:pt x="12450" y="7"/>
                    <a:pt x="12478" y="9"/>
                    <a:pt x="12504" y="13"/>
                  </a:cubicBezTo>
                  <a:cubicBezTo>
                    <a:pt x="12530" y="17"/>
                    <a:pt x="12549" y="21"/>
                    <a:pt x="12560" y="26"/>
                  </a:cubicBezTo>
                  <a:lnTo>
                    <a:pt x="12528" y="153"/>
                  </a:lnTo>
                  <a:cubicBezTo>
                    <a:pt x="12515" y="149"/>
                    <a:pt x="12499" y="146"/>
                    <a:pt x="12481" y="143"/>
                  </a:cubicBezTo>
                  <a:cubicBezTo>
                    <a:pt x="12463" y="140"/>
                    <a:pt x="12442" y="138"/>
                    <a:pt x="12419" y="138"/>
                  </a:cubicBezTo>
                  <a:cubicBezTo>
                    <a:pt x="12391" y="137"/>
                    <a:pt x="12372" y="144"/>
                    <a:pt x="12360" y="160"/>
                  </a:cubicBezTo>
                  <a:cubicBezTo>
                    <a:pt x="12349" y="176"/>
                    <a:pt x="12338" y="207"/>
                    <a:pt x="12328" y="252"/>
                  </a:cubicBezTo>
                  <a:cubicBezTo>
                    <a:pt x="12324" y="268"/>
                    <a:pt x="12321" y="288"/>
                    <a:pt x="12317" y="309"/>
                  </a:cubicBezTo>
                  <a:cubicBezTo>
                    <a:pt x="12313" y="331"/>
                    <a:pt x="12310" y="353"/>
                    <a:pt x="12308" y="374"/>
                  </a:cubicBezTo>
                  <a:cubicBezTo>
                    <a:pt x="12306" y="395"/>
                    <a:pt x="12304" y="413"/>
                    <a:pt x="12304" y="428"/>
                  </a:cubicBezTo>
                  <a:cubicBezTo>
                    <a:pt x="12307" y="429"/>
                    <a:pt x="12311" y="429"/>
                    <a:pt x="12314" y="429"/>
                  </a:cubicBezTo>
                  <a:cubicBezTo>
                    <a:pt x="12317" y="429"/>
                    <a:pt x="12320" y="429"/>
                    <a:pt x="12324" y="429"/>
                  </a:cubicBezTo>
                  <a:cubicBezTo>
                    <a:pt x="12333" y="429"/>
                    <a:pt x="12342" y="429"/>
                    <a:pt x="12351" y="428"/>
                  </a:cubicBezTo>
                  <a:cubicBezTo>
                    <a:pt x="12360" y="427"/>
                    <a:pt x="12369" y="426"/>
                    <a:pt x="12377" y="424"/>
                  </a:cubicBezTo>
                  <a:lnTo>
                    <a:pt x="12391" y="346"/>
                  </a:lnTo>
                  <a:lnTo>
                    <a:pt x="12350" y="346"/>
                  </a:lnTo>
                  <a:lnTo>
                    <a:pt x="12370" y="235"/>
                  </a:lnTo>
                  <a:lnTo>
                    <a:pt x="12534" y="235"/>
                  </a:lnTo>
                  <a:lnTo>
                    <a:pt x="12480" y="526"/>
                  </a:lnTo>
                  <a:cubicBezTo>
                    <a:pt x="12462" y="534"/>
                    <a:pt x="12436" y="541"/>
                    <a:pt x="12403" y="546"/>
                  </a:cubicBezTo>
                  <a:cubicBezTo>
                    <a:pt x="12370" y="551"/>
                    <a:pt x="12338" y="554"/>
                    <a:pt x="12305" y="554"/>
                  </a:cubicBezTo>
                  <a:cubicBezTo>
                    <a:pt x="12266" y="554"/>
                    <a:pt x="12236" y="548"/>
                    <a:pt x="12215" y="536"/>
                  </a:cubicBezTo>
                  <a:cubicBezTo>
                    <a:pt x="12194" y="524"/>
                    <a:pt x="12180" y="507"/>
                    <a:pt x="12172" y="485"/>
                  </a:cubicBezTo>
                  <a:cubicBezTo>
                    <a:pt x="12164" y="464"/>
                    <a:pt x="12161" y="439"/>
                    <a:pt x="12161" y="410"/>
                  </a:cubicBezTo>
                  <a:cubicBezTo>
                    <a:pt x="12161" y="386"/>
                    <a:pt x="12163" y="361"/>
                    <a:pt x="12167" y="334"/>
                  </a:cubicBezTo>
                  <a:cubicBezTo>
                    <a:pt x="12172" y="307"/>
                    <a:pt x="12177" y="280"/>
                    <a:pt x="12183" y="251"/>
                  </a:cubicBezTo>
                  <a:cubicBezTo>
                    <a:pt x="12199" y="166"/>
                    <a:pt x="12225" y="104"/>
                    <a:pt x="12261" y="65"/>
                  </a:cubicBezTo>
                  <a:cubicBezTo>
                    <a:pt x="12297" y="26"/>
                    <a:pt x="12351" y="6"/>
                    <a:pt x="12421" y="7"/>
                  </a:cubicBezTo>
                  <a:close/>
                  <a:moveTo>
                    <a:pt x="11959" y="7"/>
                  </a:moveTo>
                  <a:cubicBezTo>
                    <a:pt x="11990" y="7"/>
                    <a:pt x="12015" y="9"/>
                    <a:pt x="12034" y="13"/>
                  </a:cubicBezTo>
                  <a:cubicBezTo>
                    <a:pt x="12054" y="17"/>
                    <a:pt x="12068" y="21"/>
                    <a:pt x="12077" y="25"/>
                  </a:cubicBezTo>
                  <a:lnTo>
                    <a:pt x="12047" y="151"/>
                  </a:lnTo>
                  <a:cubicBezTo>
                    <a:pt x="12035" y="147"/>
                    <a:pt x="12023" y="143"/>
                    <a:pt x="12011" y="141"/>
                  </a:cubicBezTo>
                  <a:cubicBezTo>
                    <a:pt x="12000" y="139"/>
                    <a:pt x="11987" y="138"/>
                    <a:pt x="11974" y="138"/>
                  </a:cubicBezTo>
                  <a:cubicBezTo>
                    <a:pt x="11961" y="138"/>
                    <a:pt x="11951" y="140"/>
                    <a:pt x="11944" y="145"/>
                  </a:cubicBezTo>
                  <a:cubicBezTo>
                    <a:pt x="11937" y="150"/>
                    <a:pt x="11934" y="158"/>
                    <a:pt x="11934" y="169"/>
                  </a:cubicBezTo>
                  <a:cubicBezTo>
                    <a:pt x="11934" y="177"/>
                    <a:pt x="11935" y="186"/>
                    <a:pt x="11938" y="194"/>
                  </a:cubicBezTo>
                  <a:cubicBezTo>
                    <a:pt x="11941" y="203"/>
                    <a:pt x="11946" y="215"/>
                    <a:pt x="11952" y="230"/>
                  </a:cubicBezTo>
                  <a:lnTo>
                    <a:pt x="11978" y="291"/>
                  </a:lnTo>
                  <a:cubicBezTo>
                    <a:pt x="11985" y="306"/>
                    <a:pt x="11991" y="323"/>
                    <a:pt x="11997" y="341"/>
                  </a:cubicBezTo>
                  <a:cubicBezTo>
                    <a:pt x="12002" y="359"/>
                    <a:pt x="12006" y="377"/>
                    <a:pt x="12006" y="396"/>
                  </a:cubicBezTo>
                  <a:cubicBezTo>
                    <a:pt x="12005" y="451"/>
                    <a:pt x="11990" y="491"/>
                    <a:pt x="11961" y="516"/>
                  </a:cubicBezTo>
                  <a:cubicBezTo>
                    <a:pt x="11932" y="542"/>
                    <a:pt x="11895" y="554"/>
                    <a:pt x="11848" y="554"/>
                  </a:cubicBezTo>
                  <a:cubicBezTo>
                    <a:pt x="11815" y="553"/>
                    <a:pt x="11788" y="551"/>
                    <a:pt x="11767" y="547"/>
                  </a:cubicBezTo>
                  <a:cubicBezTo>
                    <a:pt x="11746" y="543"/>
                    <a:pt x="11731" y="539"/>
                    <a:pt x="11722" y="535"/>
                  </a:cubicBezTo>
                  <a:lnTo>
                    <a:pt x="11732" y="402"/>
                  </a:lnTo>
                  <a:cubicBezTo>
                    <a:pt x="11742" y="406"/>
                    <a:pt x="11755" y="410"/>
                    <a:pt x="11774" y="414"/>
                  </a:cubicBezTo>
                  <a:cubicBezTo>
                    <a:pt x="11793" y="418"/>
                    <a:pt x="11814" y="420"/>
                    <a:pt x="11838" y="420"/>
                  </a:cubicBezTo>
                  <a:cubicBezTo>
                    <a:pt x="11841" y="420"/>
                    <a:pt x="11844" y="420"/>
                    <a:pt x="11846" y="420"/>
                  </a:cubicBezTo>
                  <a:cubicBezTo>
                    <a:pt x="11849" y="420"/>
                    <a:pt x="11852" y="420"/>
                    <a:pt x="11855" y="420"/>
                  </a:cubicBezTo>
                  <a:cubicBezTo>
                    <a:pt x="11856" y="416"/>
                    <a:pt x="11857" y="412"/>
                    <a:pt x="11858" y="407"/>
                  </a:cubicBezTo>
                  <a:cubicBezTo>
                    <a:pt x="11859" y="403"/>
                    <a:pt x="11860" y="398"/>
                    <a:pt x="11860" y="393"/>
                  </a:cubicBezTo>
                  <a:cubicBezTo>
                    <a:pt x="11859" y="384"/>
                    <a:pt x="11858" y="375"/>
                    <a:pt x="11854" y="366"/>
                  </a:cubicBezTo>
                  <a:cubicBezTo>
                    <a:pt x="11850" y="358"/>
                    <a:pt x="11846" y="348"/>
                    <a:pt x="11840" y="336"/>
                  </a:cubicBezTo>
                  <a:lnTo>
                    <a:pt x="11813" y="276"/>
                  </a:lnTo>
                  <a:cubicBezTo>
                    <a:pt x="11805" y="259"/>
                    <a:pt x="11799" y="241"/>
                    <a:pt x="11794" y="223"/>
                  </a:cubicBezTo>
                  <a:cubicBezTo>
                    <a:pt x="11789" y="205"/>
                    <a:pt x="11787" y="188"/>
                    <a:pt x="11787" y="171"/>
                  </a:cubicBezTo>
                  <a:cubicBezTo>
                    <a:pt x="11788" y="116"/>
                    <a:pt x="11803" y="75"/>
                    <a:pt x="11834" y="48"/>
                  </a:cubicBezTo>
                  <a:cubicBezTo>
                    <a:pt x="11865" y="20"/>
                    <a:pt x="11907" y="7"/>
                    <a:pt x="11959" y="7"/>
                  </a:cubicBezTo>
                  <a:close/>
                  <a:moveTo>
                    <a:pt x="10156" y="7"/>
                  </a:moveTo>
                  <a:cubicBezTo>
                    <a:pt x="10211" y="7"/>
                    <a:pt x="10248" y="21"/>
                    <a:pt x="10270" y="47"/>
                  </a:cubicBezTo>
                  <a:cubicBezTo>
                    <a:pt x="10291" y="73"/>
                    <a:pt x="10301" y="108"/>
                    <a:pt x="10300" y="151"/>
                  </a:cubicBezTo>
                  <a:cubicBezTo>
                    <a:pt x="10300" y="175"/>
                    <a:pt x="10298" y="200"/>
                    <a:pt x="10294" y="227"/>
                  </a:cubicBezTo>
                  <a:cubicBezTo>
                    <a:pt x="10290" y="253"/>
                    <a:pt x="10284" y="281"/>
                    <a:pt x="10278" y="310"/>
                  </a:cubicBezTo>
                  <a:cubicBezTo>
                    <a:pt x="10262" y="395"/>
                    <a:pt x="10237" y="457"/>
                    <a:pt x="10202" y="496"/>
                  </a:cubicBezTo>
                  <a:cubicBezTo>
                    <a:pt x="10166" y="535"/>
                    <a:pt x="10113" y="554"/>
                    <a:pt x="10043" y="554"/>
                  </a:cubicBezTo>
                  <a:cubicBezTo>
                    <a:pt x="9988" y="553"/>
                    <a:pt x="9951" y="540"/>
                    <a:pt x="9929" y="514"/>
                  </a:cubicBezTo>
                  <a:cubicBezTo>
                    <a:pt x="9908" y="487"/>
                    <a:pt x="9898" y="453"/>
                    <a:pt x="9899" y="409"/>
                  </a:cubicBezTo>
                  <a:cubicBezTo>
                    <a:pt x="9899" y="385"/>
                    <a:pt x="9902" y="360"/>
                    <a:pt x="9906" y="334"/>
                  </a:cubicBezTo>
                  <a:cubicBezTo>
                    <a:pt x="9910" y="307"/>
                    <a:pt x="9915" y="280"/>
                    <a:pt x="9922" y="251"/>
                  </a:cubicBezTo>
                  <a:cubicBezTo>
                    <a:pt x="9933" y="194"/>
                    <a:pt x="9947" y="148"/>
                    <a:pt x="9966" y="112"/>
                  </a:cubicBezTo>
                  <a:cubicBezTo>
                    <a:pt x="9984" y="76"/>
                    <a:pt x="10009" y="49"/>
                    <a:pt x="10039" y="32"/>
                  </a:cubicBezTo>
                  <a:cubicBezTo>
                    <a:pt x="10070" y="15"/>
                    <a:pt x="10109" y="7"/>
                    <a:pt x="10156" y="7"/>
                  </a:cubicBezTo>
                  <a:close/>
                  <a:moveTo>
                    <a:pt x="9767" y="7"/>
                  </a:moveTo>
                  <a:cubicBezTo>
                    <a:pt x="9796" y="7"/>
                    <a:pt x="9824" y="9"/>
                    <a:pt x="9850" y="13"/>
                  </a:cubicBezTo>
                  <a:cubicBezTo>
                    <a:pt x="9876" y="17"/>
                    <a:pt x="9895" y="21"/>
                    <a:pt x="9906" y="26"/>
                  </a:cubicBezTo>
                  <a:lnTo>
                    <a:pt x="9874" y="153"/>
                  </a:lnTo>
                  <a:cubicBezTo>
                    <a:pt x="9861" y="149"/>
                    <a:pt x="9845" y="146"/>
                    <a:pt x="9827" y="143"/>
                  </a:cubicBezTo>
                  <a:cubicBezTo>
                    <a:pt x="9809" y="140"/>
                    <a:pt x="9788" y="138"/>
                    <a:pt x="9765" y="138"/>
                  </a:cubicBezTo>
                  <a:cubicBezTo>
                    <a:pt x="9737" y="137"/>
                    <a:pt x="9718" y="144"/>
                    <a:pt x="9706" y="160"/>
                  </a:cubicBezTo>
                  <a:cubicBezTo>
                    <a:pt x="9695" y="176"/>
                    <a:pt x="9684" y="207"/>
                    <a:pt x="9674" y="252"/>
                  </a:cubicBezTo>
                  <a:cubicBezTo>
                    <a:pt x="9670" y="268"/>
                    <a:pt x="9667" y="288"/>
                    <a:pt x="9663" y="309"/>
                  </a:cubicBezTo>
                  <a:cubicBezTo>
                    <a:pt x="9659" y="331"/>
                    <a:pt x="9656" y="353"/>
                    <a:pt x="9654" y="374"/>
                  </a:cubicBezTo>
                  <a:cubicBezTo>
                    <a:pt x="9652" y="395"/>
                    <a:pt x="9650" y="413"/>
                    <a:pt x="9650" y="428"/>
                  </a:cubicBezTo>
                  <a:cubicBezTo>
                    <a:pt x="9653" y="429"/>
                    <a:pt x="9657" y="429"/>
                    <a:pt x="9660" y="429"/>
                  </a:cubicBezTo>
                  <a:cubicBezTo>
                    <a:pt x="9663" y="429"/>
                    <a:pt x="9666" y="429"/>
                    <a:pt x="9670" y="429"/>
                  </a:cubicBezTo>
                  <a:cubicBezTo>
                    <a:pt x="9679" y="429"/>
                    <a:pt x="9688" y="429"/>
                    <a:pt x="9697" y="428"/>
                  </a:cubicBezTo>
                  <a:cubicBezTo>
                    <a:pt x="9706" y="427"/>
                    <a:pt x="9715" y="426"/>
                    <a:pt x="9723" y="424"/>
                  </a:cubicBezTo>
                  <a:lnTo>
                    <a:pt x="9737" y="346"/>
                  </a:lnTo>
                  <a:lnTo>
                    <a:pt x="9696" y="346"/>
                  </a:lnTo>
                  <a:lnTo>
                    <a:pt x="9716" y="235"/>
                  </a:lnTo>
                  <a:lnTo>
                    <a:pt x="9880" y="235"/>
                  </a:lnTo>
                  <a:lnTo>
                    <a:pt x="9826" y="526"/>
                  </a:lnTo>
                  <a:cubicBezTo>
                    <a:pt x="9808" y="534"/>
                    <a:pt x="9782" y="541"/>
                    <a:pt x="9749" y="546"/>
                  </a:cubicBezTo>
                  <a:cubicBezTo>
                    <a:pt x="9716" y="551"/>
                    <a:pt x="9684" y="554"/>
                    <a:pt x="9651" y="554"/>
                  </a:cubicBezTo>
                  <a:cubicBezTo>
                    <a:pt x="9612" y="554"/>
                    <a:pt x="9582" y="548"/>
                    <a:pt x="9561" y="536"/>
                  </a:cubicBezTo>
                  <a:cubicBezTo>
                    <a:pt x="9540" y="524"/>
                    <a:pt x="9526" y="507"/>
                    <a:pt x="9518" y="485"/>
                  </a:cubicBezTo>
                  <a:cubicBezTo>
                    <a:pt x="9510" y="464"/>
                    <a:pt x="9507" y="439"/>
                    <a:pt x="9507" y="410"/>
                  </a:cubicBezTo>
                  <a:cubicBezTo>
                    <a:pt x="9507" y="386"/>
                    <a:pt x="9509" y="361"/>
                    <a:pt x="9513" y="334"/>
                  </a:cubicBezTo>
                  <a:cubicBezTo>
                    <a:pt x="9518" y="307"/>
                    <a:pt x="9523" y="280"/>
                    <a:pt x="9529" y="251"/>
                  </a:cubicBezTo>
                  <a:cubicBezTo>
                    <a:pt x="9545" y="166"/>
                    <a:pt x="9571" y="104"/>
                    <a:pt x="9607" y="65"/>
                  </a:cubicBezTo>
                  <a:cubicBezTo>
                    <a:pt x="9643" y="26"/>
                    <a:pt x="9697" y="6"/>
                    <a:pt x="9767" y="7"/>
                  </a:cubicBezTo>
                  <a:close/>
                  <a:moveTo>
                    <a:pt x="9305" y="7"/>
                  </a:moveTo>
                  <a:cubicBezTo>
                    <a:pt x="9336" y="7"/>
                    <a:pt x="9361" y="9"/>
                    <a:pt x="9380" y="13"/>
                  </a:cubicBezTo>
                  <a:cubicBezTo>
                    <a:pt x="9400" y="17"/>
                    <a:pt x="9414" y="21"/>
                    <a:pt x="9423" y="25"/>
                  </a:cubicBezTo>
                  <a:lnTo>
                    <a:pt x="9393" y="151"/>
                  </a:lnTo>
                  <a:cubicBezTo>
                    <a:pt x="9381" y="147"/>
                    <a:pt x="9369" y="143"/>
                    <a:pt x="9357" y="141"/>
                  </a:cubicBezTo>
                  <a:cubicBezTo>
                    <a:pt x="9346" y="139"/>
                    <a:pt x="9333" y="138"/>
                    <a:pt x="9320" y="138"/>
                  </a:cubicBezTo>
                  <a:cubicBezTo>
                    <a:pt x="9307" y="138"/>
                    <a:pt x="9297" y="140"/>
                    <a:pt x="9290" y="145"/>
                  </a:cubicBezTo>
                  <a:cubicBezTo>
                    <a:pt x="9283" y="150"/>
                    <a:pt x="9280" y="158"/>
                    <a:pt x="9280" y="169"/>
                  </a:cubicBezTo>
                  <a:cubicBezTo>
                    <a:pt x="9280" y="177"/>
                    <a:pt x="9281" y="186"/>
                    <a:pt x="9284" y="194"/>
                  </a:cubicBezTo>
                  <a:cubicBezTo>
                    <a:pt x="9287" y="203"/>
                    <a:pt x="9292" y="215"/>
                    <a:pt x="9298" y="230"/>
                  </a:cubicBezTo>
                  <a:lnTo>
                    <a:pt x="9324" y="291"/>
                  </a:lnTo>
                  <a:cubicBezTo>
                    <a:pt x="9331" y="306"/>
                    <a:pt x="9337" y="323"/>
                    <a:pt x="9343" y="341"/>
                  </a:cubicBezTo>
                  <a:cubicBezTo>
                    <a:pt x="9348" y="359"/>
                    <a:pt x="9352" y="377"/>
                    <a:pt x="9352" y="396"/>
                  </a:cubicBezTo>
                  <a:cubicBezTo>
                    <a:pt x="9351" y="451"/>
                    <a:pt x="9336" y="491"/>
                    <a:pt x="9307" y="516"/>
                  </a:cubicBezTo>
                  <a:cubicBezTo>
                    <a:pt x="9278" y="542"/>
                    <a:pt x="9241" y="554"/>
                    <a:pt x="9194" y="554"/>
                  </a:cubicBezTo>
                  <a:cubicBezTo>
                    <a:pt x="9161" y="553"/>
                    <a:pt x="9134" y="551"/>
                    <a:pt x="9113" y="547"/>
                  </a:cubicBezTo>
                  <a:cubicBezTo>
                    <a:pt x="9092" y="543"/>
                    <a:pt x="9077" y="539"/>
                    <a:pt x="9068" y="535"/>
                  </a:cubicBezTo>
                  <a:lnTo>
                    <a:pt x="9078" y="402"/>
                  </a:lnTo>
                  <a:cubicBezTo>
                    <a:pt x="9088" y="406"/>
                    <a:pt x="9101" y="410"/>
                    <a:pt x="9120" y="414"/>
                  </a:cubicBezTo>
                  <a:cubicBezTo>
                    <a:pt x="9139" y="418"/>
                    <a:pt x="9160" y="420"/>
                    <a:pt x="9184" y="420"/>
                  </a:cubicBezTo>
                  <a:cubicBezTo>
                    <a:pt x="9187" y="420"/>
                    <a:pt x="9190" y="420"/>
                    <a:pt x="9192" y="420"/>
                  </a:cubicBezTo>
                  <a:cubicBezTo>
                    <a:pt x="9195" y="420"/>
                    <a:pt x="9198" y="420"/>
                    <a:pt x="9201" y="420"/>
                  </a:cubicBezTo>
                  <a:cubicBezTo>
                    <a:pt x="9202" y="416"/>
                    <a:pt x="9203" y="412"/>
                    <a:pt x="9204" y="407"/>
                  </a:cubicBezTo>
                  <a:cubicBezTo>
                    <a:pt x="9205" y="403"/>
                    <a:pt x="9206" y="398"/>
                    <a:pt x="9206" y="393"/>
                  </a:cubicBezTo>
                  <a:cubicBezTo>
                    <a:pt x="9205" y="384"/>
                    <a:pt x="9204" y="375"/>
                    <a:pt x="9200" y="366"/>
                  </a:cubicBezTo>
                  <a:cubicBezTo>
                    <a:pt x="9196" y="358"/>
                    <a:pt x="9192" y="348"/>
                    <a:pt x="9186" y="336"/>
                  </a:cubicBezTo>
                  <a:lnTo>
                    <a:pt x="9159" y="276"/>
                  </a:lnTo>
                  <a:cubicBezTo>
                    <a:pt x="9151" y="259"/>
                    <a:pt x="9145" y="241"/>
                    <a:pt x="9140" y="223"/>
                  </a:cubicBezTo>
                  <a:cubicBezTo>
                    <a:pt x="9135" y="205"/>
                    <a:pt x="9133" y="188"/>
                    <a:pt x="9133" y="171"/>
                  </a:cubicBezTo>
                  <a:cubicBezTo>
                    <a:pt x="9134" y="116"/>
                    <a:pt x="9149" y="75"/>
                    <a:pt x="9180" y="48"/>
                  </a:cubicBezTo>
                  <a:cubicBezTo>
                    <a:pt x="9211" y="20"/>
                    <a:pt x="9253" y="7"/>
                    <a:pt x="9305" y="7"/>
                  </a:cubicBezTo>
                  <a:close/>
                  <a:moveTo>
                    <a:pt x="7504" y="7"/>
                  </a:moveTo>
                  <a:cubicBezTo>
                    <a:pt x="7559" y="7"/>
                    <a:pt x="7596" y="21"/>
                    <a:pt x="7618" y="47"/>
                  </a:cubicBezTo>
                  <a:cubicBezTo>
                    <a:pt x="7639" y="73"/>
                    <a:pt x="7649" y="108"/>
                    <a:pt x="7648" y="151"/>
                  </a:cubicBezTo>
                  <a:cubicBezTo>
                    <a:pt x="7648" y="175"/>
                    <a:pt x="7646" y="200"/>
                    <a:pt x="7642" y="227"/>
                  </a:cubicBezTo>
                  <a:cubicBezTo>
                    <a:pt x="7638" y="253"/>
                    <a:pt x="7632" y="281"/>
                    <a:pt x="7626" y="310"/>
                  </a:cubicBezTo>
                  <a:cubicBezTo>
                    <a:pt x="7610" y="395"/>
                    <a:pt x="7585" y="457"/>
                    <a:pt x="7550" y="496"/>
                  </a:cubicBezTo>
                  <a:cubicBezTo>
                    <a:pt x="7514" y="535"/>
                    <a:pt x="7461" y="554"/>
                    <a:pt x="7391" y="554"/>
                  </a:cubicBezTo>
                  <a:cubicBezTo>
                    <a:pt x="7336" y="553"/>
                    <a:pt x="7299" y="540"/>
                    <a:pt x="7277" y="514"/>
                  </a:cubicBezTo>
                  <a:cubicBezTo>
                    <a:pt x="7256" y="487"/>
                    <a:pt x="7246" y="453"/>
                    <a:pt x="7247" y="409"/>
                  </a:cubicBezTo>
                  <a:cubicBezTo>
                    <a:pt x="7247" y="385"/>
                    <a:pt x="7250" y="360"/>
                    <a:pt x="7254" y="334"/>
                  </a:cubicBezTo>
                  <a:cubicBezTo>
                    <a:pt x="7258" y="307"/>
                    <a:pt x="7263" y="280"/>
                    <a:pt x="7270" y="251"/>
                  </a:cubicBezTo>
                  <a:cubicBezTo>
                    <a:pt x="7281" y="194"/>
                    <a:pt x="7295" y="148"/>
                    <a:pt x="7314" y="112"/>
                  </a:cubicBezTo>
                  <a:cubicBezTo>
                    <a:pt x="7332" y="76"/>
                    <a:pt x="7357" y="49"/>
                    <a:pt x="7387" y="32"/>
                  </a:cubicBezTo>
                  <a:cubicBezTo>
                    <a:pt x="7418" y="15"/>
                    <a:pt x="7457" y="7"/>
                    <a:pt x="7504" y="7"/>
                  </a:cubicBezTo>
                  <a:close/>
                  <a:moveTo>
                    <a:pt x="7115" y="7"/>
                  </a:moveTo>
                  <a:cubicBezTo>
                    <a:pt x="7144" y="7"/>
                    <a:pt x="7172" y="9"/>
                    <a:pt x="7198" y="13"/>
                  </a:cubicBezTo>
                  <a:cubicBezTo>
                    <a:pt x="7224" y="17"/>
                    <a:pt x="7243" y="21"/>
                    <a:pt x="7254" y="26"/>
                  </a:cubicBezTo>
                  <a:lnTo>
                    <a:pt x="7222" y="153"/>
                  </a:lnTo>
                  <a:cubicBezTo>
                    <a:pt x="7209" y="149"/>
                    <a:pt x="7193" y="146"/>
                    <a:pt x="7175" y="143"/>
                  </a:cubicBezTo>
                  <a:cubicBezTo>
                    <a:pt x="7157" y="140"/>
                    <a:pt x="7136" y="138"/>
                    <a:pt x="7113" y="138"/>
                  </a:cubicBezTo>
                  <a:cubicBezTo>
                    <a:pt x="7085" y="137"/>
                    <a:pt x="7066" y="144"/>
                    <a:pt x="7054" y="160"/>
                  </a:cubicBezTo>
                  <a:cubicBezTo>
                    <a:pt x="7043" y="176"/>
                    <a:pt x="7032" y="207"/>
                    <a:pt x="7022" y="252"/>
                  </a:cubicBezTo>
                  <a:cubicBezTo>
                    <a:pt x="7018" y="268"/>
                    <a:pt x="7015" y="288"/>
                    <a:pt x="7011" y="309"/>
                  </a:cubicBezTo>
                  <a:cubicBezTo>
                    <a:pt x="7007" y="331"/>
                    <a:pt x="7004" y="353"/>
                    <a:pt x="7002" y="374"/>
                  </a:cubicBezTo>
                  <a:cubicBezTo>
                    <a:pt x="7000" y="395"/>
                    <a:pt x="6998" y="413"/>
                    <a:pt x="6998" y="428"/>
                  </a:cubicBezTo>
                  <a:cubicBezTo>
                    <a:pt x="7001" y="429"/>
                    <a:pt x="7005" y="429"/>
                    <a:pt x="7008" y="429"/>
                  </a:cubicBezTo>
                  <a:cubicBezTo>
                    <a:pt x="7011" y="429"/>
                    <a:pt x="7014" y="429"/>
                    <a:pt x="7018" y="429"/>
                  </a:cubicBezTo>
                  <a:cubicBezTo>
                    <a:pt x="7027" y="429"/>
                    <a:pt x="7036" y="429"/>
                    <a:pt x="7045" y="428"/>
                  </a:cubicBezTo>
                  <a:cubicBezTo>
                    <a:pt x="7054" y="427"/>
                    <a:pt x="7063" y="426"/>
                    <a:pt x="7071" y="424"/>
                  </a:cubicBezTo>
                  <a:lnTo>
                    <a:pt x="7085" y="346"/>
                  </a:lnTo>
                  <a:lnTo>
                    <a:pt x="7044" y="346"/>
                  </a:lnTo>
                  <a:lnTo>
                    <a:pt x="7064" y="235"/>
                  </a:lnTo>
                  <a:lnTo>
                    <a:pt x="7228" y="235"/>
                  </a:lnTo>
                  <a:lnTo>
                    <a:pt x="7174" y="526"/>
                  </a:lnTo>
                  <a:cubicBezTo>
                    <a:pt x="7156" y="534"/>
                    <a:pt x="7130" y="541"/>
                    <a:pt x="7097" y="546"/>
                  </a:cubicBezTo>
                  <a:cubicBezTo>
                    <a:pt x="7064" y="551"/>
                    <a:pt x="7032" y="554"/>
                    <a:pt x="6999" y="554"/>
                  </a:cubicBezTo>
                  <a:cubicBezTo>
                    <a:pt x="6960" y="554"/>
                    <a:pt x="6930" y="548"/>
                    <a:pt x="6909" y="536"/>
                  </a:cubicBezTo>
                  <a:cubicBezTo>
                    <a:pt x="6888" y="524"/>
                    <a:pt x="6874" y="507"/>
                    <a:pt x="6866" y="485"/>
                  </a:cubicBezTo>
                  <a:cubicBezTo>
                    <a:pt x="6858" y="464"/>
                    <a:pt x="6855" y="439"/>
                    <a:pt x="6855" y="410"/>
                  </a:cubicBezTo>
                  <a:cubicBezTo>
                    <a:pt x="6855" y="386"/>
                    <a:pt x="6857" y="361"/>
                    <a:pt x="6861" y="334"/>
                  </a:cubicBezTo>
                  <a:cubicBezTo>
                    <a:pt x="6866" y="307"/>
                    <a:pt x="6871" y="280"/>
                    <a:pt x="6877" y="251"/>
                  </a:cubicBezTo>
                  <a:cubicBezTo>
                    <a:pt x="6893" y="166"/>
                    <a:pt x="6919" y="104"/>
                    <a:pt x="6955" y="65"/>
                  </a:cubicBezTo>
                  <a:cubicBezTo>
                    <a:pt x="6991" y="26"/>
                    <a:pt x="7045" y="6"/>
                    <a:pt x="7115" y="7"/>
                  </a:cubicBezTo>
                  <a:close/>
                  <a:moveTo>
                    <a:pt x="6653" y="7"/>
                  </a:moveTo>
                  <a:cubicBezTo>
                    <a:pt x="6684" y="7"/>
                    <a:pt x="6709" y="9"/>
                    <a:pt x="6728" y="13"/>
                  </a:cubicBezTo>
                  <a:cubicBezTo>
                    <a:pt x="6748" y="17"/>
                    <a:pt x="6762" y="21"/>
                    <a:pt x="6771" y="25"/>
                  </a:cubicBezTo>
                  <a:lnTo>
                    <a:pt x="6741" y="151"/>
                  </a:lnTo>
                  <a:cubicBezTo>
                    <a:pt x="6729" y="147"/>
                    <a:pt x="6717" y="143"/>
                    <a:pt x="6705" y="141"/>
                  </a:cubicBezTo>
                  <a:cubicBezTo>
                    <a:pt x="6694" y="139"/>
                    <a:pt x="6681" y="138"/>
                    <a:pt x="6668" y="138"/>
                  </a:cubicBezTo>
                  <a:cubicBezTo>
                    <a:pt x="6655" y="138"/>
                    <a:pt x="6645" y="140"/>
                    <a:pt x="6638" y="145"/>
                  </a:cubicBezTo>
                  <a:cubicBezTo>
                    <a:pt x="6631" y="150"/>
                    <a:pt x="6628" y="158"/>
                    <a:pt x="6628" y="169"/>
                  </a:cubicBezTo>
                  <a:cubicBezTo>
                    <a:pt x="6628" y="177"/>
                    <a:pt x="6629" y="186"/>
                    <a:pt x="6632" y="194"/>
                  </a:cubicBezTo>
                  <a:cubicBezTo>
                    <a:pt x="6635" y="203"/>
                    <a:pt x="6640" y="215"/>
                    <a:pt x="6646" y="230"/>
                  </a:cubicBezTo>
                  <a:lnTo>
                    <a:pt x="6672" y="291"/>
                  </a:lnTo>
                  <a:cubicBezTo>
                    <a:pt x="6679" y="306"/>
                    <a:pt x="6685" y="323"/>
                    <a:pt x="6691" y="341"/>
                  </a:cubicBezTo>
                  <a:cubicBezTo>
                    <a:pt x="6696" y="359"/>
                    <a:pt x="6700" y="377"/>
                    <a:pt x="6700" y="396"/>
                  </a:cubicBezTo>
                  <a:cubicBezTo>
                    <a:pt x="6699" y="451"/>
                    <a:pt x="6684" y="491"/>
                    <a:pt x="6655" y="516"/>
                  </a:cubicBezTo>
                  <a:cubicBezTo>
                    <a:pt x="6626" y="542"/>
                    <a:pt x="6589" y="554"/>
                    <a:pt x="6542" y="554"/>
                  </a:cubicBezTo>
                  <a:cubicBezTo>
                    <a:pt x="6509" y="553"/>
                    <a:pt x="6482" y="551"/>
                    <a:pt x="6461" y="547"/>
                  </a:cubicBezTo>
                  <a:cubicBezTo>
                    <a:pt x="6440" y="543"/>
                    <a:pt x="6425" y="539"/>
                    <a:pt x="6416" y="535"/>
                  </a:cubicBezTo>
                  <a:lnTo>
                    <a:pt x="6426" y="402"/>
                  </a:lnTo>
                  <a:cubicBezTo>
                    <a:pt x="6436" y="406"/>
                    <a:pt x="6449" y="410"/>
                    <a:pt x="6468" y="414"/>
                  </a:cubicBezTo>
                  <a:cubicBezTo>
                    <a:pt x="6487" y="418"/>
                    <a:pt x="6508" y="420"/>
                    <a:pt x="6532" y="420"/>
                  </a:cubicBezTo>
                  <a:cubicBezTo>
                    <a:pt x="6535" y="420"/>
                    <a:pt x="6538" y="420"/>
                    <a:pt x="6540" y="420"/>
                  </a:cubicBezTo>
                  <a:cubicBezTo>
                    <a:pt x="6543" y="420"/>
                    <a:pt x="6546" y="420"/>
                    <a:pt x="6549" y="420"/>
                  </a:cubicBezTo>
                  <a:cubicBezTo>
                    <a:pt x="6550" y="416"/>
                    <a:pt x="6551" y="412"/>
                    <a:pt x="6552" y="407"/>
                  </a:cubicBezTo>
                  <a:cubicBezTo>
                    <a:pt x="6553" y="403"/>
                    <a:pt x="6554" y="398"/>
                    <a:pt x="6554" y="393"/>
                  </a:cubicBezTo>
                  <a:cubicBezTo>
                    <a:pt x="6553" y="384"/>
                    <a:pt x="6552" y="375"/>
                    <a:pt x="6548" y="366"/>
                  </a:cubicBezTo>
                  <a:cubicBezTo>
                    <a:pt x="6544" y="358"/>
                    <a:pt x="6540" y="348"/>
                    <a:pt x="6534" y="336"/>
                  </a:cubicBezTo>
                  <a:lnTo>
                    <a:pt x="6507" y="276"/>
                  </a:lnTo>
                  <a:cubicBezTo>
                    <a:pt x="6499" y="259"/>
                    <a:pt x="6493" y="241"/>
                    <a:pt x="6488" y="223"/>
                  </a:cubicBezTo>
                  <a:cubicBezTo>
                    <a:pt x="6483" y="205"/>
                    <a:pt x="6481" y="188"/>
                    <a:pt x="6481" y="171"/>
                  </a:cubicBezTo>
                  <a:cubicBezTo>
                    <a:pt x="6482" y="116"/>
                    <a:pt x="6497" y="75"/>
                    <a:pt x="6528" y="48"/>
                  </a:cubicBezTo>
                  <a:cubicBezTo>
                    <a:pt x="6559" y="20"/>
                    <a:pt x="6601" y="7"/>
                    <a:pt x="6653" y="7"/>
                  </a:cubicBezTo>
                  <a:close/>
                  <a:moveTo>
                    <a:pt x="4850" y="7"/>
                  </a:moveTo>
                  <a:cubicBezTo>
                    <a:pt x="4905" y="7"/>
                    <a:pt x="4942" y="21"/>
                    <a:pt x="4964" y="47"/>
                  </a:cubicBezTo>
                  <a:cubicBezTo>
                    <a:pt x="4985" y="73"/>
                    <a:pt x="4995" y="108"/>
                    <a:pt x="4994" y="151"/>
                  </a:cubicBezTo>
                  <a:cubicBezTo>
                    <a:pt x="4994" y="175"/>
                    <a:pt x="4992" y="200"/>
                    <a:pt x="4988" y="227"/>
                  </a:cubicBezTo>
                  <a:cubicBezTo>
                    <a:pt x="4984" y="253"/>
                    <a:pt x="4978" y="281"/>
                    <a:pt x="4972" y="310"/>
                  </a:cubicBezTo>
                  <a:cubicBezTo>
                    <a:pt x="4956" y="395"/>
                    <a:pt x="4931" y="457"/>
                    <a:pt x="4896" y="496"/>
                  </a:cubicBezTo>
                  <a:cubicBezTo>
                    <a:pt x="4860" y="535"/>
                    <a:pt x="4807" y="554"/>
                    <a:pt x="4737" y="554"/>
                  </a:cubicBezTo>
                  <a:cubicBezTo>
                    <a:pt x="4682" y="553"/>
                    <a:pt x="4645" y="540"/>
                    <a:pt x="4623" y="514"/>
                  </a:cubicBezTo>
                  <a:cubicBezTo>
                    <a:pt x="4602" y="487"/>
                    <a:pt x="4592" y="453"/>
                    <a:pt x="4593" y="409"/>
                  </a:cubicBezTo>
                  <a:cubicBezTo>
                    <a:pt x="4593" y="385"/>
                    <a:pt x="4596" y="360"/>
                    <a:pt x="4600" y="334"/>
                  </a:cubicBezTo>
                  <a:cubicBezTo>
                    <a:pt x="4604" y="307"/>
                    <a:pt x="4609" y="280"/>
                    <a:pt x="4616" y="251"/>
                  </a:cubicBezTo>
                  <a:cubicBezTo>
                    <a:pt x="4627" y="194"/>
                    <a:pt x="4641" y="148"/>
                    <a:pt x="4660" y="112"/>
                  </a:cubicBezTo>
                  <a:cubicBezTo>
                    <a:pt x="4678" y="76"/>
                    <a:pt x="4703" y="49"/>
                    <a:pt x="4733" y="32"/>
                  </a:cubicBezTo>
                  <a:cubicBezTo>
                    <a:pt x="4764" y="15"/>
                    <a:pt x="4803" y="7"/>
                    <a:pt x="4850" y="7"/>
                  </a:cubicBezTo>
                  <a:close/>
                  <a:moveTo>
                    <a:pt x="4461" y="7"/>
                  </a:moveTo>
                  <a:cubicBezTo>
                    <a:pt x="4490" y="7"/>
                    <a:pt x="4518" y="9"/>
                    <a:pt x="4544" y="13"/>
                  </a:cubicBezTo>
                  <a:cubicBezTo>
                    <a:pt x="4570" y="17"/>
                    <a:pt x="4589" y="21"/>
                    <a:pt x="4600" y="26"/>
                  </a:cubicBezTo>
                  <a:lnTo>
                    <a:pt x="4568" y="153"/>
                  </a:lnTo>
                  <a:cubicBezTo>
                    <a:pt x="4555" y="149"/>
                    <a:pt x="4539" y="146"/>
                    <a:pt x="4521" y="143"/>
                  </a:cubicBezTo>
                  <a:cubicBezTo>
                    <a:pt x="4503" y="140"/>
                    <a:pt x="4482" y="138"/>
                    <a:pt x="4459" y="138"/>
                  </a:cubicBezTo>
                  <a:cubicBezTo>
                    <a:pt x="4431" y="137"/>
                    <a:pt x="4412" y="144"/>
                    <a:pt x="4400" y="160"/>
                  </a:cubicBezTo>
                  <a:cubicBezTo>
                    <a:pt x="4389" y="176"/>
                    <a:pt x="4378" y="207"/>
                    <a:pt x="4368" y="252"/>
                  </a:cubicBezTo>
                  <a:cubicBezTo>
                    <a:pt x="4364" y="268"/>
                    <a:pt x="4361" y="288"/>
                    <a:pt x="4357" y="309"/>
                  </a:cubicBezTo>
                  <a:cubicBezTo>
                    <a:pt x="4353" y="331"/>
                    <a:pt x="4350" y="353"/>
                    <a:pt x="4348" y="374"/>
                  </a:cubicBezTo>
                  <a:cubicBezTo>
                    <a:pt x="4346" y="395"/>
                    <a:pt x="4344" y="413"/>
                    <a:pt x="4344" y="428"/>
                  </a:cubicBezTo>
                  <a:cubicBezTo>
                    <a:pt x="4347" y="429"/>
                    <a:pt x="4351" y="429"/>
                    <a:pt x="4354" y="429"/>
                  </a:cubicBezTo>
                  <a:cubicBezTo>
                    <a:pt x="4357" y="429"/>
                    <a:pt x="4360" y="429"/>
                    <a:pt x="4364" y="429"/>
                  </a:cubicBezTo>
                  <a:cubicBezTo>
                    <a:pt x="4373" y="429"/>
                    <a:pt x="4382" y="429"/>
                    <a:pt x="4391" y="428"/>
                  </a:cubicBezTo>
                  <a:cubicBezTo>
                    <a:pt x="4400" y="427"/>
                    <a:pt x="4409" y="426"/>
                    <a:pt x="4417" y="424"/>
                  </a:cubicBezTo>
                  <a:lnTo>
                    <a:pt x="4431" y="346"/>
                  </a:lnTo>
                  <a:lnTo>
                    <a:pt x="4390" y="346"/>
                  </a:lnTo>
                  <a:lnTo>
                    <a:pt x="4410" y="235"/>
                  </a:lnTo>
                  <a:lnTo>
                    <a:pt x="4574" y="235"/>
                  </a:lnTo>
                  <a:lnTo>
                    <a:pt x="4520" y="526"/>
                  </a:lnTo>
                  <a:cubicBezTo>
                    <a:pt x="4502" y="534"/>
                    <a:pt x="4476" y="541"/>
                    <a:pt x="4443" y="546"/>
                  </a:cubicBezTo>
                  <a:cubicBezTo>
                    <a:pt x="4410" y="551"/>
                    <a:pt x="4378" y="554"/>
                    <a:pt x="4345" y="554"/>
                  </a:cubicBezTo>
                  <a:cubicBezTo>
                    <a:pt x="4306" y="554"/>
                    <a:pt x="4276" y="548"/>
                    <a:pt x="4255" y="536"/>
                  </a:cubicBezTo>
                  <a:cubicBezTo>
                    <a:pt x="4234" y="524"/>
                    <a:pt x="4220" y="507"/>
                    <a:pt x="4212" y="485"/>
                  </a:cubicBezTo>
                  <a:cubicBezTo>
                    <a:pt x="4204" y="464"/>
                    <a:pt x="4201" y="439"/>
                    <a:pt x="4201" y="410"/>
                  </a:cubicBezTo>
                  <a:cubicBezTo>
                    <a:pt x="4201" y="386"/>
                    <a:pt x="4203" y="361"/>
                    <a:pt x="4207" y="334"/>
                  </a:cubicBezTo>
                  <a:cubicBezTo>
                    <a:pt x="4212" y="307"/>
                    <a:pt x="4217" y="280"/>
                    <a:pt x="4223" y="251"/>
                  </a:cubicBezTo>
                  <a:cubicBezTo>
                    <a:pt x="4239" y="166"/>
                    <a:pt x="4265" y="104"/>
                    <a:pt x="4301" y="65"/>
                  </a:cubicBezTo>
                  <a:cubicBezTo>
                    <a:pt x="4337" y="26"/>
                    <a:pt x="4391" y="6"/>
                    <a:pt x="4461" y="7"/>
                  </a:cubicBezTo>
                  <a:close/>
                  <a:moveTo>
                    <a:pt x="3999" y="7"/>
                  </a:moveTo>
                  <a:cubicBezTo>
                    <a:pt x="4030" y="7"/>
                    <a:pt x="4055" y="9"/>
                    <a:pt x="4074" y="13"/>
                  </a:cubicBezTo>
                  <a:cubicBezTo>
                    <a:pt x="4094" y="17"/>
                    <a:pt x="4108" y="21"/>
                    <a:pt x="4117" y="25"/>
                  </a:cubicBezTo>
                  <a:lnTo>
                    <a:pt x="4087" y="151"/>
                  </a:lnTo>
                  <a:cubicBezTo>
                    <a:pt x="4075" y="147"/>
                    <a:pt x="4063" y="143"/>
                    <a:pt x="4051" y="141"/>
                  </a:cubicBezTo>
                  <a:cubicBezTo>
                    <a:pt x="4040" y="139"/>
                    <a:pt x="4027" y="138"/>
                    <a:pt x="4014" y="138"/>
                  </a:cubicBezTo>
                  <a:cubicBezTo>
                    <a:pt x="4001" y="138"/>
                    <a:pt x="3991" y="140"/>
                    <a:pt x="3984" y="145"/>
                  </a:cubicBezTo>
                  <a:cubicBezTo>
                    <a:pt x="3977" y="150"/>
                    <a:pt x="3974" y="158"/>
                    <a:pt x="3974" y="169"/>
                  </a:cubicBezTo>
                  <a:cubicBezTo>
                    <a:pt x="3974" y="177"/>
                    <a:pt x="3975" y="186"/>
                    <a:pt x="3978" y="194"/>
                  </a:cubicBezTo>
                  <a:cubicBezTo>
                    <a:pt x="3981" y="203"/>
                    <a:pt x="3986" y="215"/>
                    <a:pt x="3992" y="230"/>
                  </a:cubicBezTo>
                  <a:lnTo>
                    <a:pt x="4018" y="291"/>
                  </a:lnTo>
                  <a:cubicBezTo>
                    <a:pt x="4025" y="306"/>
                    <a:pt x="4031" y="323"/>
                    <a:pt x="4037" y="341"/>
                  </a:cubicBezTo>
                  <a:cubicBezTo>
                    <a:pt x="4042" y="359"/>
                    <a:pt x="4046" y="377"/>
                    <a:pt x="4046" y="396"/>
                  </a:cubicBezTo>
                  <a:cubicBezTo>
                    <a:pt x="4045" y="451"/>
                    <a:pt x="4030" y="491"/>
                    <a:pt x="4001" y="516"/>
                  </a:cubicBezTo>
                  <a:cubicBezTo>
                    <a:pt x="3972" y="542"/>
                    <a:pt x="3935" y="554"/>
                    <a:pt x="3888" y="554"/>
                  </a:cubicBezTo>
                  <a:cubicBezTo>
                    <a:pt x="3855" y="553"/>
                    <a:pt x="3828" y="551"/>
                    <a:pt x="3807" y="547"/>
                  </a:cubicBezTo>
                  <a:cubicBezTo>
                    <a:pt x="3786" y="543"/>
                    <a:pt x="3771" y="539"/>
                    <a:pt x="3762" y="535"/>
                  </a:cubicBezTo>
                  <a:lnTo>
                    <a:pt x="3772" y="402"/>
                  </a:lnTo>
                  <a:cubicBezTo>
                    <a:pt x="3782" y="406"/>
                    <a:pt x="3795" y="410"/>
                    <a:pt x="3814" y="414"/>
                  </a:cubicBezTo>
                  <a:cubicBezTo>
                    <a:pt x="3833" y="418"/>
                    <a:pt x="3854" y="420"/>
                    <a:pt x="3878" y="420"/>
                  </a:cubicBezTo>
                  <a:cubicBezTo>
                    <a:pt x="3881" y="420"/>
                    <a:pt x="3884" y="420"/>
                    <a:pt x="3886" y="420"/>
                  </a:cubicBezTo>
                  <a:cubicBezTo>
                    <a:pt x="3889" y="420"/>
                    <a:pt x="3892" y="420"/>
                    <a:pt x="3895" y="420"/>
                  </a:cubicBezTo>
                  <a:cubicBezTo>
                    <a:pt x="3896" y="416"/>
                    <a:pt x="3897" y="412"/>
                    <a:pt x="3898" y="407"/>
                  </a:cubicBezTo>
                  <a:cubicBezTo>
                    <a:pt x="3899" y="403"/>
                    <a:pt x="3900" y="398"/>
                    <a:pt x="3900" y="393"/>
                  </a:cubicBezTo>
                  <a:cubicBezTo>
                    <a:pt x="3899" y="384"/>
                    <a:pt x="3898" y="375"/>
                    <a:pt x="3894" y="366"/>
                  </a:cubicBezTo>
                  <a:cubicBezTo>
                    <a:pt x="3890" y="358"/>
                    <a:pt x="3886" y="348"/>
                    <a:pt x="3880" y="336"/>
                  </a:cubicBezTo>
                  <a:lnTo>
                    <a:pt x="3853" y="276"/>
                  </a:lnTo>
                  <a:cubicBezTo>
                    <a:pt x="3845" y="259"/>
                    <a:pt x="3839" y="241"/>
                    <a:pt x="3834" y="223"/>
                  </a:cubicBezTo>
                  <a:cubicBezTo>
                    <a:pt x="3829" y="205"/>
                    <a:pt x="3827" y="188"/>
                    <a:pt x="3827" y="171"/>
                  </a:cubicBezTo>
                  <a:cubicBezTo>
                    <a:pt x="3828" y="116"/>
                    <a:pt x="3843" y="75"/>
                    <a:pt x="3874" y="48"/>
                  </a:cubicBezTo>
                  <a:cubicBezTo>
                    <a:pt x="3905" y="20"/>
                    <a:pt x="3947" y="7"/>
                    <a:pt x="3999" y="7"/>
                  </a:cubicBezTo>
                  <a:close/>
                  <a:moveTo>
                    <a:pt x="2198" y="7"/>
                  </a:moveTo>
                  <a:cubicBezTo>
                    <a:pt x="2253" y="7"/>
                    <a:pt x="2290" y="21"/>
                    <a:pt x="2312" y="47"/>
                  </a:cubicBezTo>
                  <a:cubicBezTo>
                    <a:pt x="2333" y="73"/>
                    <a:pt x="2343" y="108"/>
                    <a:pt x="2342" y="151"/>
                  </a:cubicBezTo>
                  <a:cubicBezTo>
                    <a:pt x="2342" y="175"/>
                    <a:pt x="2340" y="200"/>
                    <a:pt x="2336" y="227"/>
                  </a:cubicBezTo>
                  <a:cubicBezTo>
                    <a:pt x="2332" y="253"/>
                    <a:pt x="2326" y="281"/>
                    <a:pt x="2320" y="310"/>
                  </a:cubicBezTo>
                  <a:cubicBezTo>
                    <a:pt x="2304" y="395"/>
                    <a:pt x="2279" y="457"/>
                    <a:pt x="2244" y="496"/>
                  </a:cubicBezTo>
                  <a:cubicBezTo>
                    <a:pt x="2208" y="535"/>
                    <a:pt x="2155" y="554"/>
                    <a:pt x="2085" y="554"/>
                  </a:cubicBezTo>
                  <a:cubicBezTo>
                    <a:pt x="2030" y="553"/>
                    <a:pt x="1993" y="540"/>
                    <a:pt x="1971" y="514"/>
                  </a:cubicBezTo>
                  <a:cubicBezTo>
                    <a:pt x="1950" y="487"/>
                    <a:pt x="1940" y="453"/>
                    <a:pt x="1941" y="409"/>
                  </a:cubicBezTo>
                  <a:cubicBezTo>
                    <a:pt x="1941" y="385"/>
                    <a:pt x="1944" y="360"/>
                    <a:pt x="1948" y="334"/>
                  </a:cubicBezTo>
                  <a:cubicBezTo>
                    <a:pt x="1952" y="307"/>
                    <a:pt x="1957" y="280"/>
                    <a:pt x="1964" y="251"/>
                  </a:cubicBezTo>
                  <a:cubicBezTo>
                    <a:pt x="1975" y="194"/>
                    <a:pt x="1989" y="148"/>
                    <a:pt x="2008" y="112"/>
                  </a:cubicBezTo>
                  <a:cubicBezTo>
                    <a:pt x="2026" y="76"/>
                    <a:pt x="2051" y="49"/>
                    <a:pt x="2081" y="32"/>
                  </a:cubicBezTo>
                  <a:cubicBezTo>
                    <a:pt x="2112" y="15"/>
                    <a:pt x="2151" y="7"/>
                    <a:pt x="2198" y="7"/>
                  </a:cubicBezTo>
                  <a:close/>
                  <a:moveTo>
                    <a:pt x="1809" y="7"/>
                  </a:moveTo>
                  <a:cubicBezTo>
                    <a:pt x="1838" y="7"/>
                    <a:pt x="1866" y="9"/>
                    <a:pt x="1892" y="13"/>
                  </a:cubicBezTo>
                  <a:cubicBezTo>
                    <a:pt x="1918" y="17"/>
                    <a:pt x="1937" y="21"/>
                    <a:pt x="1948" y="26"/>
                  </a:cubicBezTo>
                  <a:lnTo>
                    <a:pt x="1916" y="153"/>
                  </a:lnTo>
                  <a:cubicBezTo>
                    <a:pt x="1903" y="149"/>
                    <a:pt x="1887" y="146"/>
                    <a:pt x="1869" y="143"/>
                  </a:cubicBezTo>
                  <a:cubicBezTo>
                    <a:pt x="1851" y="140"/>
                    <a:pt x="1830" y="138"/>
                    <a:pt x="1807" y="138"/>
                  </a:cubicBezTo>
                  <a:cubicBezTo>
                    <a:pt x="1779" y="137"/>
                    <a:pt x="1760" y="144"/>
                    <a:pt x="1748" y="160"/>
                  </a:cubicBezTo>
                  <a:cubicBezTo>
                    <a:pt x="1737" y="176"/>
                    <a:pt x="1726" y="207"/>
                    <a:pt x="1716" y="252"/>
                  </a:cubicBezTo>
                  <a:cubicBezTo>
                    <a:pt x="1712" y="268"/>
                    <a:pt x="1709" y="288"/>
                    <a:pt x="1705" y="309"/>
                  </a:cubicBezTo>
                  <a:cubicBezTo>
                    <a:pt x="1701" y="331"/>
                    <a:pt x="1698" y="353"/>
                    <a:pt x="1696" y="374"/>
                  </a:cubicBezTo>
                  <a:cubicBezTo>
                    <a:pt x="1694" y="395"/>
                    <a:pt x="1692" y="413"/>
                    <a:pt x="1692" y="428"/>
                  </a:cubicBezTo>
                  <a:cubicBezTo>
                    <a:pt x="1695" y="429"/>
                    <a:pt x="1699" y="429"/>
                    <a:pt x="1702" y="429"/>
                  </a:cubicBezTo>
                  <a:cubicBezTo>
                    <a:pt x="1705" y="429"/>
                    <a:pt x="1708" y="429"/>
                    <a:pt x="1712" y="429"/>
                  </a:cubicBezTo>
                  <a:cubicBezTo>
                    <a:pt x="1721" y="429"/>
                    <a:pt x="1730" y="429"/>
                    <a:pt x="1739" y="428"/>
                  </a:cubicBezTo>
                  <a:cubicBezTo>
                    <a:pt x="1748" y="427"/>
                    <a:pt x="1757" y="426"/>
                    <a:pt x="1765" y="424"/>
                  </a:cubicBezTo>
                  <a:lnTo>
                    <a:pt x="1779" y="346"/>
                  </a:lnTo>
                  <a:lnTo>
                    <a:pt x="1738" y="346"/>
                  </a:lnTo>
                  <a:lnTo>
                    <a:pt x="1758" y="235"/>
                  </a:lnTo>
                  <a:lnTo>
                    <a:pt x="1922" y="235"/>
                  </a:lnTo>
                  <a:lnTo>
                    <a:pt x="1868" y="526"/>
                  </a:lnTo>
                  <a:cubicBezTo>
                    <a:pt x="1850" y="534"/>
                    <a:pt x="1824" y="541"/>
                    <a:pt x="1791" y="546"/>
                  </a:cubicBezTo>
                  <a:cubicBezTo>
                    <a:pt x="1758" y="551"/>
                    <a:pt x="1726" y="554"/>
                    <a:pt x="1693" y="554"/>
                  </a:cubicBezTo>
                  <a:cubicBezTo>
                    <a:pt x="1654" y="554"/>
                    <a:pt x="1624" y="548"/>
                    <a:pt x="1603" y="536"/>
                  </a:cubicBezTo>
                  <a:cubicBezTo>
                    <a:pt x="1582" y="524"/>
                    <a:pt x="1568" y="507"/>
                    <a:pt x="1560" y="485"/>
                  </a:cubicBezTo>
                  <a:cubicBezTo>
                    <a:pt x="1552" y="464"/>
                    <a:pt x="1549" y="439"/>
                    <a:pt x="1549" y="410"/>
                  </a:cubicBezTo>
                  <a:cubicBezTo>
                    <a:pt x="1549" y="386"/>
                    <a:pt x="1551" y="361"/>
                    <a:pt x="1555" y="334"/>
                  </a:cubicBezTo>
                  <a:cubicBezTo>
                    <a:pt x="1560" y="307"/>
                    <a:pt x="1565" y="280"/>
                    <a:pt x="1571" y="251"/>
                  </a:cubicBezTo>
                  <a:cubicBezTo>
                    <a:pt x="1587" y="166"/>
                    <a:pt x="1613" y="104"/>
                    <a:pt x="1649" y="65"/>
                  </a:cubicBezTo>
                  <a:cubicBezTo>
                    <a:pt x="1685" y="26"/>
                    <a:pt x="1739" y="6"/>
                    <a:pt x="1809" y="7"/>
                  </a:cubicBezTo>
                  <a:close/>
                  <a:moveTo>
                    <a:pt x="1347" y="7"/>
                  </a:moveTo>
                  <a:cubicBezTo>
                    <a:pt x="1378" y="7"/>
                    <a:pt x="1403" y="9"/>
                    <a:pt x="1422" y="13"/>
                  </a:cubicBezTo>
                  <a:cubicBezTo>
                    <a:pt x="1442" y="17"/>
                    <a:pt x="1456" y="21"/>
                    <a:pt x="1465" y="25"/>
                  </a:cubicBezTo>
                  <a:lnTo>
                    <a:pt x="1435" y="151"/>
                  </a:lnTo>
                  <a:cubicBezTo>
                    <a:pt x="1423" y="147"/>
                    <a:pt x="1411" y="143"/>
                    <a:pt x="1399" y="141"/>
                  </a:cubicBezTo>
                  <a:cubicBezTo>
                    <a:pt x="1388" y="139"/>
                    <a:pt x="1375" y="138"/>
                    <a:pt x="1362" y="138"/>
                  </a:cubicBezTo>
                  <a:cubicBezTo>
                    <a:pt x="1349" y="138"/>
                    <a:pt x="1339" y="140"/>
                    <a:pt x="1332" y="145"/>
                  </a:cubicBezTo>
                  <a:cubicBezTo>
                    <a:pt x="1325" y="150"/>
                    <a:pt x="1322" y="158"/>
                    <a:pt x="1322" y="169"/>
                  </a:cubicBezTo>
                  <a:cubicBezTo>
                    <a:pt x="1322" y="177"/>
                    <a:pt x="1323" y="186"/>
                    <a:pt x="1326" y="194"/>
                  </a:cubicBezTo>
                  <a:cubicBezTo>
                    <a:pt x="1329" y="203"/>
                    <a:pt x="1334" y="215"/>
                    <a:pt x="1340" y="230"/>
                  </a:cubicBezTo>
                  <a:lnTo>
                    <a:pt x="1366" y="291"/>
                  </a:lnTo>
                  <a:cubicBezTo>
                    <a:pt x="1373" y="306"/>
                    <a:pt x="1379" y="323"/>
                    <a:pt x="1385" y="341"/>
                  </a:cubicBezTo>
                  <a:cubicBezTo>
                    <a:pt x="1390" y="359"/>
                    <a:pt x="1394" y="377"/>
                    <a:pt x="1394" y="396"/>
                  </a:cubicBezTo>
                  <a:cubicBezTo>
                    <a:pt x="1393" y="451"/>
                    <a:pt x="1378" y="491"/>
                    <a:pt x="1349" y="516"/>
                  </a:cubicBezTo>
                  <a:cubicBezTo>
                    <a:pt x="1320" y="542"/>
                    <a:pt x="1283" y="554"/>
                    <a:pt x="1236" y="554"/>
                  </a:cubicBezTo>
                  <a:cubicBezTo>
                    <a:pt x="1203" y="553"/>
                    <a:pt x="1176" y="551"/>
                    <a:pt x="1155" y="547"/>
                  </a:cubicBezTo>
                  <a:cubicBezTo>
                    <a:pt x="1134" y="543"/>
                    <a:pt x="1119" y="539"/>
                    <a:pt x="1110" y="535"/>
                  </a:cubicBezTo>
                  <a:lnTo>
                    <a:pt x="1120" y="402"/>
                  </a:lnTo>
                  <a:cubicBezTo>
                    <a:pt x="1130" y="406"/>
                    <a:pt x="1143" y="410"/>
                    <a:pt x="1162" y="414"/>
                  </a:cubicBezTo>
                  <a:cubicBezTo>
                    <a:pt x="1181" y="418"/>
                    <a:pt x="1202" y="420"/>
                    <a:pt x="1226" y="420"/>
                  </a:cubicBezTo>
                  <a:cubicBezTo>
                    <a:pt x="1229" y="420"/>
                    <a:pt x="1232" y="420"/>
                    <a:pt x="1234" y="420"/>
                  </a:cubicBezTo>
                  <a:cubicBezTo>
                    <a:pt x="1237" y="420"/>
                    <a:pt x="1240" y="420"/>
                    <a:pt x="1243" y="420"/>
                  </a:cubicBezTo>
                  <a:cubicBezTo>
                    <a:pt x="1244" y="416"/>
                    <a:pt x="1245" y="412"/>
                    <a:pt x="1246" y="407"/>
                  </a:cubicBezTo>
                  <a:cubicBezTo>
                    <a:pt x="1247" y="403"/>
                    <a:pt x="1248" y="398"/>
                    <a:pt x="1248" y="393"/>
                  </a:cubicBezTo>
                  <a:cubicBezTo>
                    <a:pt x="1247" y="384"/>
                    <a:pt x="1246" y="375"/>
                    <a:pt x="1242" y="366"/>
                  </a:cubicBezTo>
                  <a:cubicBezTo>
                    <a:pt x="1238" y="358"/>
                    <a:pt x="1234" y="348"/>
                    <a:pt x="1228" y="336"/>
                  </a:cubicBezTo>
                  <a:lnTo>
                    <a:pt x="1201" y="276"/>
                  </a:lnTo>
                  <a:cubicBezTo>
                    <a:pt x="1193" y="259"/>
                    <a:pt x="1187" y="241"/>
                    <a:pt x="1182" y="223"/>
                  </a:cubicBezTo>
                  <a:cubicBezTo>
                    <a:pt x="1177" y="205"/>
                    <a:pt x="1175" y="188"/>
                    <a:pt x="1175" y="171"/>
                  </a:cubicBezTo>
                  <a:cubicBezTo>
                    <a:pt x="1176" y="116"/>
                    <a:pt x="1191" y="75"/>
                    <a:pt x="1222" y="48"/>
                  </a:cubicBezTo>
                  <a:cubicBezTo>
                    <a:pt x="1253" y="20"/>
                    <a:pt x="1295" y="7"/>
                    <a:pt x="1347" y="7"/>
                  </a:cubicBezTo>
                  <a:close/>
                  <a:moveTo>
                    <a:pt x="15848" y="0"/>
                  </a:moveTo>
                  <a:lnTo>
                    <a:pt x="15758" y="374"/>
                  </a:lnTo>
                  <a:lnTo>
                    <a:pt x="15639" y="374"/>
                  </a:lnTo>
                  <a:lnTo>
                    <a:pt x="15691" y="16"/>
                  </a:lnTo>
                  <a:lnTo>
                    <a:pt x="15848" y="0"/>
                  </a:lnTo>
                  <a:close/>
                  <a:moveTo>
                    <a:pt x="13196" y="0"/>
                  </a:moveTo>
                  <a:lnTo>
                    <a:pt x="13106" y="374"/>
                  </a:lnTo>
                  <a:lnTo>
                    <a:pt x="12987" y="374"/>
                  </a:lnTo>
                  <a:lnTo>
                    <a:pt x="13039" y="16"/>
                  </a:lnTo>
                  <a:lnTo>
                    <a:pt x="13196" y="0"/>
                  </a:lnTo>
                  <a:close/>
                  <a:moveTo>
                    <a:pt x="10542" y="0"/>
                  </a:moveTo>
                  <a:lnTo>
                    <a:pt x="10452" y="374"/>
                  </a:lnTo>
                  <a:lnTo>
                    <a:pt x="10333" y="374"/>
                  </a:lnTo>
                  <a:lnTo>
                    <a:pt x="10385" y="16"/>
                  </a:lnTo>
                  <a:lnTo>
                    <a:pt x="10542" y="0"/>
                  </a:lnTo>
                  <a:close/>
                  <a:moveTo>
                    <a:pt x="7890" y="0"/>
                  </a:moveTo>
                  <a:lnTo>
                    <a:pt x="7800" y="374"/>
                  </a:lnTo>
                  <a:lnTo>
                    <a:pt x="7681" y="374"/>
                  </a:lnTo>
                  <a:lnTo>
                    <a:pt x="7733" y="16"/>
                  </a:lnTo>
                  <a:lnTo>
                    <a:pt x="7890" y="0"/>
                  </a:lnTo>
                  <a:close/>
                  <a:moveTo>
                    <a:pt x="5236" y="0"/>
                  </a:moveTo>
                  <a:lnTo>
                    <a:pt x="5146" y="374"/>
                  </a:lnTo>
                  <a:lnTo>
                    <a:pt x="5027" y="374"/>
                  </a:lnTo>
                  <a:lnTo>
                    <a:pt x="5079" y="16"/>
                  </a:lnTo>
                  <a:lnTo>
                    <a:pt x="5236" y="0"/>
                  </a:lnTo>
                  <a:close/>
                  <a:moveTo>
                    <a:pt x="2584" y="0"/>
                  </a:moveTo>
                  <a:lnTo>
                    <a:pt x="2494" y="374"/>
                  </a:lnTo>
                  <a:lnTo>
                    <a:pt x="2375" y="374"/>
                  </a:lnTo>
                  <a:lnTo>
                    <a:pt x="2427" y="16"/>
                  </a:lnTo>
                  <a:lnTo>
                    <a:pt x="2584" y="0"/>
                  </a:lnTo>
                  <a:close/>
                </a:path>
              </a:pathLst>
            </a:custGeom>
            <a:noFill/>
            <a:ln w="1270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1FCB743A-B226-820A-52DC-51E49C9D3B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086" y="1795895"/>
              <a:ext cx="12484683" cy="408031"/>
            </a:xfrm>
            <a:custGeom>
              <a:avLst/>
              <a:gdLst>
                <a:gd name="T0" fmla="*/ 11398 w 16953"/>
                <a:gd name="T1" fmla="*/ 544 h 554"/>
                <a:gd name="T2" fmla="*/ 3575 w 16953"/>
                <a:gd name="T3" fmla="*/ 544 h 554"/>
                <a:gd name="T4" fmla="*/ 16472 w 16953"/>
                <a:gd name="T5" fmla="*/ 428 h 554"/>
                <a:gd name="T6" fmla="*/ 13860 w 16953"/>
                <a:gd name="T7" fmla="*/ 403 h 554"/>
                <a:gd name="T8" fmla="*/ 11237 w 16953"/>
                <a:gd name="T9" fmla="*/ 309 h 554"/>
                <a:gd name="T10" fmla="*/ 8600 w 16953"/>
                <a:gd name="T11" fmla="*/ 224 h 554"/>
                <a:gd name="T12" fmla="*/ 5958 w 16953"/>
                <a:gd name="T13" fmla="*/ 132 h 554"/>
                <a:gd name="T14" fmla="*/ 3294 w 16953"/>
                <a:gd name="T15" fmla="*/ 132 h 554"/>
                <a:gd name="T16" fmla="*/ 631 w 16953"/>
                <a:gd name="T17" fmla="*/ 131 h 554"/>
                <a:gd name="T18" fmla="*/ 15032 w 16953"/>
                <a:gd name="T19" fmla="*/ 145 h 554"/>
                <a:gd name="T20" fmla="*/ 14756 w 16953"/>
                <a:gd name="T21" fmla="*/ 16 h 554"/>
                <a:gd name="T22" fmla="*/ 12401 w 16953"/>
                <a:gd name="T23" fmla="*/ 16 h 554"/>
                <a:gd name="T24" fmla="*/ 12328 w 16953"/>
                <a:gd name="T25" fmla="*/ 217 h 554"/>
                <a:gd name="T26" fmla="*/ 11812 w 16953"/>
                <a:gd name="T27" fmla="*/ 16 h 554"/>
                <a:gd name="T28" fmla="*/ 9726 w 16953"/>
                <a:gd name="T29" fmla="*/ 145 h 554"/>
                <a:gd name="T30" fmla="*/ 9450 w 16953"/>
                <a:gd name="T31" fmla="*/ 16 h 554"/>
                <a:gd name="T32" fmla="*/ 7095 w 16953"/>
                <a:gd name="T33" fmla="*/ 16 h 554"/>
                <a:gd name="T34" fmla="*/ 7022 w 16953"/>
                <a:gd name="T35" fmla="*/ 217 h 554"/>
                <a:gd name="T36" fmla="*/ 6506 w 16953"/>
                <a:gd name="T37" fmla="*/ 16 h 554"/>
                <a:gd name="T38" fmla="*/ 4420 w 16953"/>
                <a:gd name="T39" fmla="*/ 145 h 554"/>
                <a:gd name="T40" fmla="*/ 4144 w 16953"/>
                <a:gd name="T41" fmla="*/ 16 h 554"/>
                <a:gd name="T42" fmla="*/ 1791 w 16953"/>
                <a:gd name="T43" fmla="*/ 16 h 554"/>
                <a:gd name="T44" fmla="*/ 1718 w 16953"/>
                <a:gd name="T45" fmla="*/ 217 h 554"/>
                <a:gd name="T46" fmla="*/ 1202 w 16953"/>
                <a:gd name="T47" fmla="*/ 16 h 554"/>
                <a:gd name="T48" fmla="*/ 16567 w 16953"/>
                <a:gd name="T49" fmla="*/ 7 h 554"/>
                <a:gd name="T50" fmla="*/ 16108 w 16953"/>
                <a:gd name="T51" fmla="*/ 428 h 554"/>
                <a:gd name="T52" fmla="*/ 16018 w 16953"/>
                <a:gd name="T53" fmla="*/ 65 h 554"/>
                <a:gd name="T54" fmla="*/ 15763 w 16953"/>
                <a:gd name="T55" fmla="*/ 396 h 554"/>
                <a:gd name="T56" fmla="*/ 15570 w 16953"/>
                <a:gd name="T57" fmla="*/ 276 h 554"/>
                <a:gd name="T58" fmla="*/ 13663 w 16953"/>
                <a:gd name="T59" fmla="*/ 334 h 554"/>
                <a:gd name="T60" fmla="*/ 13411 w 16953"/>
                <a:gd name="T61" fmla="*/ 374 h 554"/>
                <a:gd name="T62" fmla="*/ 13275 w 16953"/>
                <a:gd name="T63" fmla="*/ 485 h 554"/>
                <a:gd name="T64" fmla="*/ 13041 w 16953"/>
                <a:gd name="T65" fmla="*/ 194 h 554"/>
                <a:gd name="T66" fmla="*/ 12961 w 16953"/>
                <a:gd name="T67" fmla="*/ 407 h 554"/>
                <a:gd name="T68" fmla="*/ 11307 w 16953"/>
                <a:gd name="T69" fmla="*/ 496 h 554"/>
                <a:gd name="T70" fmla="*/ 10870 w 16953"/>
                <a:gd name="T71" fmla="*/ 138 h 554"/>
                <a:gd name="T72" fmla="*/ 10931 w 16953"/>
                <a:gd name="T73" fmla="*/ 526 h 554"/>
                <a:gd name="T74" fmla="*/ 10462 w 16953"/>
                <a:gd name="T75" fmla="*/ 141 h 554"/>
                <a:gd name="T76" fmla="*/ 10225 w 16953"/>
                <a:gd name="T77" fmla="*/ 414 h 554"/>
                <a:gd name="T78" fmla="*/ 8721 w 16953"/>
                <a:gd name="T79" fmla="*/ 47 h 554"/>
                <a:gd name="T80" fmla="*/ 8301 w 16953"/>
                <a:gd name="T81" fmla="*/ 13 h 554"/>
                <a:gd name="T82" fmla="*/ 8188 w 16953"/>
                <a:gd name="T83" fmla="*/ 346 h 554"/>
                <a:gd name="T84" fmla="*/ 7756 w 16953"/>
                <a:gd name="T85" fmla="*/ 7 h 554"/>
                <a:gd name="T86" fmla="*/ 7645 w 16953"/>
                <a:gd name="T87" fmla="*/ 554 h 554"/>
                <a:gd name="T88" fmla="*/ 7584 w 16953"/>
                <a:gd name="T89" fmla="*/ 171 h 554"/>
                <a:gd name="T90" fmla="*/ 5765 w 16953"/>
                <a:gd name="T91" fmla="*/ 112 h 554"/>
                <a:gd name="T92" fmla="*/ 5459 w 16953"/>
                <a:gd name="T93" fmla="*/ 429 h 554"/>
                <a:gd name="T94" fmla="*/ 5312 w 16953"/>
                <a:gd name="T95" fmla="*/ 334 h 554"/>
                <a:gd name="T96" fmla="*/ 5123 w 16953"/>
                <a:gd name="T97" fmla="*/ 291 h 554"/>
                <a:gd name="T98" fmla="*/ 4999 w 16953"/>
                <a:gd name="T99" fmla="*/ 366 h 554"/>
                <a:gd name="T100" fmla="*/ 3074 w 16953"/>
                <a:gd name="T101" fmla="*/ 514 h 554"/>
                <a:gd name="T102" fmla="*/ 2819 w 16953"/>
                <a:gd name="T103" fmla="*/ 252 h 554"/>
                <a:gd name="T104" fmla="*/ 2796 w 16953"/>
                <a:gd name="T105" fmla="*/ 554 h 554"/>
                <a:gd name="T106" fmla="*/ 2437 w 16953"/>
                <a:gd name="T107" fmla="*/ 145 h 554"/>
                <a:gd name="T108" fmla="*/ 2339 w 16953"/>
                <a:gd name="T109" fmla="*/ 420 h 554"/>
                <a:gd name="T110" fmla="*/ 787 w 16953"/>
                <a:gd name="T111" fmla="*/ 227 h 554"/>
                <a:gd name="T112" fmla="*/ 367 w 16953"/>
                <a:gd name="T113" fmla="*/ 153 h 554"/>
                <a:gd name="T114" fmla="*/ 209 w 16953"/>
                <a:gd name="T115" fmla="*/ 235 h 554"/>
                <a:gd name="T116" fmla="*/ 16744 w 16953"/>
                <a:gd name="T117" fmla="*/ 374 h 554"/>
                <a:gd name="T118" fmla="*/ 8903 w 16953"/>
                <a:gd name="T119" fmla="*/ 374 h 554"/>
                <a:gd name="T120" fmla="*/ 1035 w 1695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953" h="554">
                  <a:moveTo>
                    <a:pt x="16728" y="419"/>
                  </a:moveTo>
                  <a:lnTo>
                    <a:pt x="16864" y="419"/>
                  </a:lnTo>
                  <a:lnTo>
                    <a:pt x="16841" y="544"/>
                  </a:lnTo>
                  <a:lnTo>
                    <a:pt x="16704" y="544"/>
                  </a:lnTo>
                  <a:lnTo>
                    <a:pt x="16728" y="419"/>
                  </a:lnTo>
                  <a:close/>
                  <a:moveTo>
                    <a:pt x="14074" y="419"/>
                  </a:moveTo>
                  <a:lnTo>
                    <a:pt x="14210" y="419"/>
                  </a:lnTo>
                  <a:lnTo>
                    <a:pt x="14187" y="544"/>
                  </a:lnTo>
                  <a:lnTo>
                    <a:pt x="14050" y="544"/>
                  </a:lnTo>
                  <a:lnTo>
                    <a:pt x="14074" y="419"/>
                  </a:lnTo>
                  <a:close/>
                  <a:moveTo>
                    <a:pt x="11422" y="419"/>
                  </a:moveTo>
                  <a:lnTo>
                    <a:pt x="11558" y="419"/>
                  </a:lnTo>
                  <a:lnTo>
                    <a:pt x="11535" y="544"/>
                  </a:lnTo>
                  <a:lnTo>
                    <a:pt x="11398" y="544"/>
                  </a:lnTo>
                  <a:lnTo>
                    <a:pt x="11422" y="419"/>
                  </a:lnTo>
                  <a:close/>
                  <a:moveTo>
                    <a:pt x="8768" y="419"/>
                  </a:moveTo>
                  <a:lnTo>
                    <a:pt x="8904" y="419"/>
                  </a:lnTo>
                  <a:lnTo>
                    <a:pt x="8881" y="544"/>
                  </a:lnTo>
                  <a:lnTo>
                    <a:pt x="8744" y="544"/>
                  </a:lnTo>
                  <a:lnTo>
                    <a:pt x="8768" y="419"/>
                  </a:lnTo>
                  <a:close/>
                  <a:moveTo>
                    <a:pt x="6116" y="419"/>
                  </a:moveTo>
                  <a:lnTo>
                    <a:pt x="6252" y="419"/>
                  </a:lnTo>
                  <a:lnTo>
                    <a:pt x="6229" y="544"/>
                  </a:lnTo>
                  <a:lnTo>
                    <a:pt x="6092" y="544"/>
                  </a:lnTo>
                  <a:lnTo>
                    <a:pt x="6116" y="419"/>
                  </a:lnTo>
                  <a:close/>
                  <a:moveTo>
                    <a:pt x="3462" y="419"/>
                  </a:moveTo>
                  <a:lnTo>
                    <a:pt x="3598" y="419"/>
                  </a:lnTo>
                  <a:lnTo>
                    <a:pt x="3575" y="544"/>
                  </a:lnTo>
                  <a:lnTo>
                    <a:pt x="3438" y="544"/>
                  </a:lnTo>
                  <a:lnTo>
                    <a:pt x="3462" y="419"/>
                  </a:lnTo>
                  <a:close/>
                  <a:moveTo>
                    <a:pt x="810" y="419"/>
                  </a:moveTo>
                  <a:lnTo>
                    <a:pt x="946" y="419"/>
                  </a:lnTo>
                  <a:lnTo>
                    <a:pt x="923" y="544"/>
                  </a:lnTo>
                  <a:lnTo>
                    <a:pt x="786" y="544"/>
                  </a:lnTo>
                  <a:lnTo>
                    <a:pt x="810" y="419"/>
                  </a:lnTo>
                  <a:close/>
                  <a:moveTo>
                    <a:pt x="16549" y="131"/>
                  </a:moveTo>
                  <a:cubicBezTo>
                    <a:pt x="16531" y="131"/>
                    <a:pt x="16517" y="139"/>
                    <a:pt x="16507" y="157"/>
                  </a:cubicBezTo>
                  <a:cubicBezTo>
                    <a:pt x="16498" y="175"/>
                    <a:pt x="16488" y="206"/>
                    <a:pt x="16478" y="251"/>
                  </a:cubicBezTo>
                  <a:cubicBezTo>
                    <a:pt x="16472" y="277"/>
                    <a:pt x="16466" y="305"/>
                    <a:pt x="16461" y="336"/>
                  </a:cubicBezTo>
                  <a:cubicBezTo>
                    <a:pt x="16455" y="367"/>
                    <a:pt x="16452" y="398"/>
                    <a:pt x="16450" y="428"/>
                  </a:cubicBezTo>
                  <a:cubicBezTo>
                    <a:pt x="16454" y="428"/>
                    <a:pt x="16457" y="428"/>
                    <a:pt x="16461" y="428"/>
                  </a:cubicBezTo>
                  <a:cubicBezTo>
                    <a:pt x="16465" y="428"/>
                    <a:pt x="16468" y="428"/>
                    <a:pt x="16472" y="428"/>
                  </a:cubicBezTo>
                  <a:cubicBezTo>
                    <a:pt x="16490" y="429"/>
                    <a:pt x="16505" y="421"/>
                    <a:pt x="16514" y="403"/>
                  </a:cubicBezTo>
                  <a:cubicBezTo>
                    <a:pt x="16523" y="386"/>
                    <a:pt x="16533" y="354"/>
                    <a:pt x="16543" y="309"/>
                  </a:cubicBezTo>
                  <a:cubicBezTo>
                    <a:pt x="16549" y="284"/>
                    <a:pt x="16555" y="255"/>
                    <a:pt x="16560" y="224"/>
                  </a:cubicBezTo>
                  <a:cubicBezTo>
                    <a:pt x="16565" y="193"/>
                    <a:pt x="16568" y="162"/>
                    <a:pt x="16570" y="132"/>
                  </a:cubicBezTo>
                  <a:cubicBezTo>
                    <a:pt x="16567" y="132"/>
                    <a:pt x="16564" y="132"/>
                    <a:pt x="16560" y="132"/>
                  </a:cubicBezTo>
                  <a:cubicBezTo>
                    <a:pt x="16557" y="131"/>
                    <a:pt x="16553" y="131"/>
                    <a:pt x="16549" y="131"/>
                  </a:cubicBezTo>
                  <a:close/>
                  <a:moveTo>
                    <a:pt x="13895" y="131"/>
                  </a:moveTo>
                  <a:cubicBezTo>
                    <a:pt x="13877" y="131"/>
                    <a:pt x="13863" y="139"/>
                    <a:pt x="13853" y="157"/>
                  </a:cubicBezTo>
                  <a:cubicBezTo>
                    <a:pt x="13844" y="175"/>
                    <a:pt x="13834" y="206"/>
                    <a:pt x="13824" y="251"/>
                  </a:cubicBezTo>
                  <a:cubicBezTo>
                    <a:pt x="13818" y="277"/>
                    <a:pt x="13812" y="305"/>
                    <a:pt x="13807" y="336"/>
                  </a:cubicBezTo>
                  <a:cubicBezTo>
                    <a:pt x="13801" y="367"/>
                    <a:pt x="13798" y="398"/>
                    <a:pt x="13796" y="428"/>
                  </a:cubicBezTo>
                  <a:cubicBezTo>
                    <a:pt x="13800" y="428"/>
                    <a:pt x="13803" y="428"/>
                    <a:pt x="13807" y="428"/>
                  </a:cubicBezTo>
                  <a:cubicBezTo>
                    <a:pt x="13811" y="428"/>
                    <a:pt x="13814" y="428"/>
                    <a:pt x="13818" y="428"/>
                  </a:cubicBezTo>
                  <a:cubicBezTo>
                    <a:pt x="13836" y="429"/>
                    <a:pt x="13851" y="421"/>
                    <a:pt x="13860" y="403"/>
                  </a:cubicBezTo>
                  <a:cubicBezTo>
                    <a:pt x="13869" y="386"/>
                    <a:pt x="13879" y="354"/>
                    <a:pt x="13889" y="309"/>
                  </a:cubicBezTo>
                  <a:cubicBezTo>
                    <a:pt x="13895" y="284"/>
                    <a:pt x="13901" y="255"/>
                    <a:pt x="13906" y="224"/>
                  </a:cubicBezTo>
                  <a:cubicBezTo>
                    <a:pt x="13911" y="193"/>
                    <a:pt x="13914" y="162"/>
                    <a:pt x="13916" y="132"/>
                  </a:cubicBezTo>
                  <a:cubicBezTo>
                    <a:pt x="13913" y="132"/>
                    <a:pt x="13910" y="132"/>
                    <a:pt x="13906" y="132"/>
                  </a:cubicBezTo>
                  <a:cubicBezTo>
                    <a:pt x="13903" y="131"/>
                    <a:pt x="13899" y="131"/>
                    <a:pt x="13895" y="131"/>
                  </a:cubicBezTo>
                  <a:close/>
                  <a:moveTo>
                    <a:pt x="11243" y="131"/>
                  </a:moveTo>
                  <a:cubicBezTo>
                    <a:pt x="11225" y="131"/>
                    <a:pt x="11211" y="139"/>
                    <a:pt x="11201" y="157"/>
                  </a:cubicBezTo>
                  <a:cubicBezTo>
                    <a:pt x="11192" y="175"/>
                    <a:pt x="11182" y="206"/>
                    <a:pt x="11172" y="251"/>
                  </a:cubicBezTo>
                  <a:cubicBezTo>
                    <a:pt x="11166" y="277"/>
                    <a:pt x="11160" y="305"/>
                    <a:pt x="11155" y="336"/>
                  </a:cubicBezTo>
                  <a:cubicBezTo>
                    <a:pt x="11149" y="367"/>
                    <a:pt x="11146" y="398"/>
                    <a:pt x="11144" y="428"/>
                  </a:cubicBezTo>
                  <a:cubicBezTo>
                    <a:pt x="11148" y="428"/>
                    <a:pt x="11151" y="428"/>
                    <a:pt x="11155" y="428"/>
                  </a:cubicBezTo>
                  <a:cubicBezTo>
                    <a:pt x="11159" y="428"/>
                    <a:pt x="11162" y="428"/>
                    <a:pt x="11166" y="428"/>
                  </a:cubicBezTo>
                  <a:cubicBezTo>
                    <a:pt x="11184" y="429"/>
                    <a:pt x="11199" y="421"/>
                    <a:pt x="11208" y="403"/>
                  </a:cubicBezTo>
                  <a:cubicBezTo>
                    <a:pt x="11217" y="386"/>
                    <a:pt x="11227" y="354"/>
                    <a:pt x="11237" y="309"/>
                  </a:cubicBezTo>
                  <a:cubicBezTo>
                    <a:pt x="11243" y="284"/>
                    <a:pt x="11249" y="255"/>
                    <a:pt x="11254" y="224"/>
                  </a:cubicBezTo>
                  <a:cubicBezTo>
                    <a:pt x="11259" y="193"/>
                    <a:pt x="11262" y="162"/>
                    <a:pt x="11264" y="132"/>
                  </a:cubicBezTo>
                  <a:cubicBezTo>
                    <a:pt x="11261" y="132"/>
                    <a:pt x="11258" y="132"/>
                    <a:pt x="11254" y="132"/>
                  </a:cubicBezTo>
                  <a:cubicBezTo>
                    <a:pt x="11251" y="131"/>
                    <a:pt x="11247" y="131"/>
                    <a:pt x="11243" y="131"/>
                  </a:cubicBezTo>
                  <a:close/>
                  <a:moveTo>
                    <a:pt x="8589" y="131"/>
                  </a:moveTo>
                  <a:cubicBezTo>
                    <a:pt x="8571" y="131"/>
                    <a:pt x="8557" y="139"/>
                    <a:pt x="8547" y="157"/>
                  </a:cubicBezTo>
                  <a:cubicBezTo>
                    <a:pt x="8538" y="175"/>
                    <a:pt x="8528" y="206"/>
                    <a:pt x="8518" y="251"/>
                  </a:cubicBezTo>
                  <a:cubicBezTo>
                    <a:pt x="8512" y="277"/>
                    <a:pt x="8506" y="305"/>
                    <a:pt x="8501" y="336"/>
                  </a:cubicBezTo>
                  <a:cubicBezTo>
                    <a:pt x="8495" y="367"/>
                    <a:pt x="8492" y="398"/>
                    <a:pt x="8490" y="428"/>
                  </a:cubicBezTo>
                  <a:cubicBezTo>
                    <a:pt x="8494" y="428"/>
                    <a:pt x="8497" y="428"/>
                    <a:pt x="8501" y="428"/>
                  </a:cubicBezTo>
                  <a:cubicBezTo>
                    <a:pt x="8505" y="428"/>
                    <a:pt x="8508" y="428"/>
                    <a:pt x="8512" y="428"/>
                  </a:cubicBezTo>
                  <a:cubicBezTo>
                    <a:pt x="8530" y="429"/>
                    <a:pt x="8545" y="421"/>
                    <a:pt x="8554" y="403"/>
                  </a:cubicBezTo>
                  <a:cubicBezTo>
                    <a:pt x="8563" y="386"/>
                    <a:pt x="8573" y="354"/>
                    <a:pt x="8583" y="309"/>
                  </a:cubicBezTo>
                  <a:cubicBezTo>
                    <a:pt x="8589" y="284"/>
                    <a:pt x="8595" y="255"/>
                    <a:pt x="8600" y="224"/>
                  </a:cubicBezTo>
                  <a:cubicBezTo>
                    <a:pt x="8605" y="193"/>
                    <a:pt x="8608" y="162"/>
                    <a:pt x="8610" y="132"/>
                  </a:cubicBezTo>
                  <a:cubicBezTo>
                    <a:pt x="8607" y="132"/>
                    <a:pt x="8604" y="132"/>
                    <a:pt x="8600" y="132"/>
                  </a:cubicBezTo>
                  <a:cubicBezTo>
                    <a:pt x="8597" y="131"/>
                    <a:pt x="8593" y="131"/>
                    <a:pt x="8589" y="131"/>
                  </a:cubicBezTo>
                  <a:close/>
                  <a:moveTo>
                    <a:pt x="5937" y="131"/>
                  </a:moveTo>
                  <a:cubicBezTo>
                    <a:pt x="5919" y="131"/>
                    <a:pt x="5905" y="139"/>
                    <a:pt x="5895" y="157"/>
                  </a:cubicBezTo>
                  <a:cubicBezTo>
                    <a:pt x="5886" y="175"/>
                    <a:pt x="5876" y="206"/>
                    <a:pt x="5866" y="251"/>
                  </a:cubicBezTo>
                  <a:cubicBezTo>
                    <a:pt x="5860" y="277"/>
                    <a:pt x="5854" y="305"/>
                    <a:pt x="5849" y="336"/>
                  </a:cubicBezTo>
                  <a:cubicBezTo>
                    <a:pt x="5843" y="367"/>
                    <a:pt x="5840" y="398"/>
                    <a:pt x="5838" y="428"/>
                  </a:cubicBezTo>
                  <a:cubicBezTo>
                    <a:pt x="5842" y="428"/>
                    <a:pt x="5845" y="428"/>
                    <a:pt x="5849" y="428"/>
                  </a:cubicBezTo>
                  <a:cubicBezTo>
                    <a:pt x="5853" y="428"/>
                    <a:pt x="5856" y="428"/>
                    <a:pt x="5860" y="428"/>
                  </a:cubicBezTo>
                  <a:cubicBezTo>
                    <a:pt x="5878" y="429"/>
                    <a:pt x="5893" y="421"/>
                    <a:pt x="5902" y="403"/>
                  </a:cubicBezTo>
                  <a:cubicBezTo>
                    <a:pt x="5911" y="386"/>
                    <a:pt x="5921" y="354"/>
                    <a:pt x="5931" y="309"/>
                  </a:cubicBezTo>
                  <a:cubicBezTo>
                    <a:pt x="5937" y="284"/>
                    <a:pt x="5943" y="255"/>
                    <a:pt x="5948" y="224"/>
                  </a:cubicBezTo>
                  <a:cubicBezTo>
                    <a:pt x="5953" y="193"/>
                    <a:pt x="5956" y="162"/>
                    <a:pt x="5958" y="132"/>
                  </a:cubicBezTo>
                  <a:cubicBezTo>
                    <a:pt x="5955" y="132"/>
                    <a:pt x="5952" y="132"/>
                    <a:pt x="5948" y="132"/>
                  </a:cubicBezTo>
                  <a:cubicBezTo>
                    <a:pt x="5945" y="131"/>
                    <a:pt x="5941" y="131"/>
                    <a:pt x="5937" y="131"/>
                  </a:cubicBezTo>
                  <a:close/>
                  <a:moveTo>
                    <a:pt x="3283" y="131"/>
                  </a:moveTo>
                  <a:cubicBezTo>
                    <a:pt x="3265" y="131"/>
                    <a:pt x="3251" y="139"/>
                    <a:pt x="3241" y="157"/>
                  </a:cubicBezTo>
                  <a:cubicBezTo>
                    <a:pt x="3232" y="175"/>
                    <a:pt x="3222" y="206"/>
                    <a:pt x="3212" y="251"/>
                  </a:cubicBezTo>
                  <a:cubicBezTo>
                    <a:pt x="3206" y="277"/>
                    <a:pt x="3200" y="305"/>
                    <a:pt x="3195" y="336"/>
                  </a:cubicBezTo>
                  <a:cubicBezTo>
                    <a:pt x="3189" y="367"/>
                    <a:pt x="3186" y="398"/>
                    <a:pt x="3184" y="428"/>
                  </a:cubicBezTo>
                  <a:cubicBezTo>
                    <a:pt x="3188" y="428"/>
                    <a:pt x="3191" y="428"/>
                    <a:pt x="3195" y="428"/>
                  </a:cubicBezTo>
                  <a:cubicBezTo>
                    <a:pt x="3199" y="428"/>
                    <a:pt x="3202" y="428"/>
                    <a:pt x="3206" y="428"/>
                  </a:cubicBezTo>
                  <a:cubicBezTo>
                    <a:pt x="3224" y="429"/>
                    <a:pt x="3239" y="421"/>
                    <a:pt x="3248" y="403"/>
                  </a:cubicBezTo>
                  <a:cubicBezTo>
                    <a:pt x="3257" y="386"/>
                    <a:pt x="3267" y="354"/>
                    <a:pt x="3277" y="309"/>
                  </a:cubicBezTo>
                  <a:cubicBezTo>
                    <a:pt x="3283" y="284"/>
                    <a:pt x="3289" y="255"/>
                    <a:pt x="3294" y="224"/>
                  </a:cubicBezTo>
                  <a:cubicBezTo>
                    <a:pt x="3299" y="193"/>
                    <a:pt x="3302" y="162"/>
                    <a:pt x="3304" y="132"/>
                  </a:cubicBezTo>
                  <a:cubicBezTo>
                    <a:pt x="3301" y="132"/>
                    <a:pt x="3298" y="132"/>
                    <a:pt x="3294" y="132"/>
                  </a:cubicBezTo>
                  <a:cubicBezTo>
                    <a:pt x="3291" y="131"/>
                    <a:pt x="3287" y="131"/>
                    <a:pt x="3283" y="131"/>
                  </a:cubicBezTo>
                  <a:close/>
                  <a:moveTo>
                    <a:pt x="631" y="131"/>
                  </a:moveTo>
                  <a:cubicBezTo>
                    <a:pt x="613" y="131"/>
                    <a:pt x="599" y="139"/>
                    <a:pt x="589" y="157"/>
                  </a:cubicBezTo>
                  <a:cubicBezTo>
                    <a:pt x="580" y="175"/>
                    <a:pt x="570" y="206"/>
                    <a:pt x="560" y="251"/>
                  </a:cubicBezTo>
                  <a:cubicBezTo>
                    <a:pt x="554" y="277"/>
                    <a:pt x="548" y="305"/>
                    <a:pt x="543" y="336"/>
                  </a:cubicBezTo>
                  <a:cubicBezTo>
                    <a:pt x="537" y="367"/>
                    <a:pt x="534" y="398"/>
                    <a:pt x="532" y="428"/>
                  </a:cubicBezTo>
                  <a:cubicBezTo>
                    <a:pt x="536" y="428"/>
                    <a:pt x="539" y="428"/>
                    <a:pt x="543" y="428"/>
                  </a:cubicBezTo>
                  <a:cubicBezTo>
                    <a:pt x="547" y="428"/>
                    <a:pt x="550" y="428"/>
                    <a:pt x="554" y="428"/>
                  </a:cubicBezTo>
                  <a:cubicBezTo>
                    <a:pt x="572" y="429"/>
                    <a:pt x="587" y="421"/>
                    <a:pt x="596" y="403"/>
                  </a:cubicBezTo>
                  <a:cubicBezTo>
                    <a:pt x="605" y="386"/>
                    <a:pt x="615" y="354"/>
                    <a:pt x="625" y="309"/>
                  </a:cubicBezTo>
                  <a:cubicBezTo>
                    <a:pt x="631" y="284"/>
                    <a:pt x="637" y="255"/>
                    <a:pt x="642" y="224"/>
                  </a:cubicBezTo>
                  <a:cubicBezTo>
                    <a:pt x="647" y="193"/>
                    <a:pt x="650" y="162"/>
                    <a:pt x="652" y="132"/>
                  </a:cubicBezTo>
                  <a:cubicBezTo>
                    <a:pt x="649" y="132"/>
                    <a:pt x="646" y="132"/>
                    <a:pt x="642" y="132"/>
                  </a:cubicBezTo>
                  <a:cubicBezTo>
                    <a:pt x="639" y="131"/>
                    <a:pt x="635" y="131"/>
                    <a:pt x="631" y="131"/>
                  </a:cubicBezTo>
                  <a:close/>
                  <a:moveTo>
                    <a:pt x="15416" y="16"/>
                  </a:moveTo>
                  <a:lnTo>
                    <a:pt x="15525" y="16"/>
                  </a:lnTo>
                  <a:lnTo>
                    <a:pt x="15507" y="115"/>
                  </a:lnTo>
                  <a:lnTo>
                    <a:pt x="15457" y="211"/>
                  </a:lnTo>
                  <a:lnTo>
                    <a:pt x="15379" y="211"/>
                  </a:lnTo>
                  <a:lnTo>
                    <a:pt x="15416" y="16"/>
                  </a:lnTo>
                  <a:close/>
                  <a:moveTo>
                    <a:pt x="15055" y="16"/>
                  </a:moveTo>
                  <a:lnTo>
                    <a:pt x="15380" y="16"/>
                  </a:lnTo>
                  <a:lnTo>
                    <a:pt x="15347" y="145"/>
                  </a:lnTo>
                  <a:lnTo>
                    <a:pt x="15267" y="145"/>
                  </a:lnTo>
                  <a:lnTo>
                    <a:pt x="15193" y="544"/>
                  </a:lnTo>
                  <a:lnTo>
                    <a:pt x="15048" y="544"/>
                  </a:lnTo>
                  <a:lnTo>
                    <a:pt x="15121" y="145"/>
                  </a:lnTo>
                  <a:lnTo>
                    <a:pt x="15032" y="145"/>
                  </a:lnTo>
                  <a:lnTo>
                    <a:pt x="15055" y="16"/>
                  </a:lnTo>
                  <a:close/>
                  <a:moveTo>
                    <a:pt x="14756" y="16"/>
                  </a:moveTo>
                  <a:lnTo>
                    <a:pt x="15029" y="16"/>
                  </a:lnTo>
                  <a:lnTo>
                    <a:pt x="14996" y="145"/>
                  </a:lnTo>
                  <a:lnTo>
                    <a:pt x="14877" y="145"/>
                  </a:lnTo>
                  <a:lnTo>
                    <a:pt x="14865" y="217"/>
                  </a:lnTo>
                  <a:lnTo>
                    <a:pt x="14982" y="217"/>
                  </a:lnTo>
                  <a:lnTo>
                    <a:pt x="14960" y="338"/>
                  </a:lnTo>
                  <a:lnTo>
                    <a:pt x="14842" y="338"/>
                  </a:lnTo>
                  <a:lnTo>
                    <a:pt x="14829" y="414"/>
                  </a:lnTo>
                  <a:lnTo>
                    <a:pt x="14964" y="414"/>
                  </a:lnTo>
                  <a:lnTo>
                    <a:pt x="14929" y="544"/>
                  </a:lnTo>
                  <a:lnTo>
                    <a:pt x="14659" y="544"/>
                  </a:lnTo>
                  <a:lnTo>
                    <a:pt x="14756" y="16"/>
                  </a:lnTo>
                  <a:close/>
                  <a:moveTo>
                    <a:pt x="14466" y="16"/>
                  </a:moveTo>
                  <a:lnTo>
                    <a:pt x="14611" y="16"/>
                  </a:lnTo>
                  <a:lnTo>
                    <a:pt x="14539" y="414"/>
                  </a:lnTo>
                  <a:lnTo>
                    <a:pt x="14646" y="414"/>
                  </a:lnTo>
                  <a:lnTo>
                    <a:pt x="14611" y="544"/>
                  </a:lnTo>
                  <a:lnTo>
                    <a:pt x="14369" y="544"/>
                  </a:lnTo>
                  <a:lnTo>
                    <a:pt x="14466" y="16"/>
                  </a:lnTo>
                  <a:close/>
                  <a:moveTo>
                    <a:pt x="12762" y="16"/>
                  </a:moveTo>
                  <a:lnTo>
                    <a:pt x="12871" y="16"/>
                  </a:lnTo>
                  <a:lnTo>
                    <a:pt x="12853" y="115"/>
                  </a:lnTo>
                  <a:lnTo>
                    <a:pt x="12803" y="211"/>
                  </a:lnTo>
                  <a:lnTo>
                    <a:pt x="12725" y="211"/>
                  </a:lnTo>
                  <a:lnTo>
                    <a:pt x="12762" y="16"/>
                  </a:lnTo>
                  <a:close/>
                  <a:moveTo>
                    <a:pt x="12401" y="16"/>
                  </a:moveTo>
                  <a:lnTo>
                    <a:pt x="12726" y="16"/>
                  </a:lnTo>
                  <a:lnTo>
                    <a:pt x="12693" y="145"/>
                  </a:lnTo>
                  <a:lnTo>
                    <a:pt x="12613" y="145"/>
                  </a:lnTo>
                  <a:lnTo>
                    <a:pt x="12539" y="544"/>
                  </a:lnTo>
                  <a:lnTo>
                    <a:pt x="12394" y="544"/>
                  </a:lnTo>
                  <a:lnTo>
                    <a:pt x="12467" y="145"/>
                  </a:lnTo>
                  <a:lnTo>
                    <a:pt x="12378" y="145"/>
                  </a:lnTo>
                  <a:lnTo>
                    <a:pt x="12401" y="16"/>
                  </a:lnTo>
                  <a:close/>
                  <a:moveTo>
                    <a:pt x="12102" y="16"/>
                  </a:moveTo>
                  <a:lnTo>
                    <a:pt x="12375" y="16"/>
                  </a:lnTo>
                  <a:lnTo>
                    <a:pt x="12342" y="145"/>
                  </a:lnTo>
                  <a:lnTo>
                    <a:pt x="12223" y="145"/>
                  </a:lnTo>
                  <a:lnTo>
                    <a:pt x="12211" y="217"/>
                  </a:lnTo>
                  <a:lnTo>
                    <a:pt x="12328" y="217"/>
                  </a:lnTo>
                  <a:lnTo>
                    <a:pt x="12306" y="338"/>
                  </a:lnTo>
                  <a:lnTo>
                    <a:pt x="12188" y="338"/>
                  </a:lnTo>
                  <a:lnTo>
                    <a:pt x="12175" y="414"/>
                  </a:lnTo>
                  <a:lnTo>
                    <a:pt x="12310" y="414"/>
                  </a:lnTo>
                  <a:lnTo>
                    <a:pt x="12275" y="544"/>
                  </a:lnTo>
                  <a:lnTo>
                    <a:pt x="12005" y="544"/>
                  </a:lnTo>
                  <a:lnTo>
                    <a:pt x="12102" y="16"/>
                  </a:lnTo>
                  <a:close/>
                  <a:moveTo>
                    <a:pt x="11812" y="16"/>
                  </a:moveTo>
                  <a:lnTo>
                    <a:pt x="11957" y="16"/>
                  </a:lnTo>
                  <a:lnTo>
                    <a:pt x="11885" y="414"/>
                  </a:lnTo>
                  <a:lnTo>
                    <a:pt x="11992" y="414"/>
                  </a:lnTo>
                  <a:lnTo>
                    <a:pt x="11957" y="544"/>
                  </a:lnTo>
                  <a:lnTo>
                    <a:pt x="11715" y="544"/>
                  </a:lnTo>
                  <a:lnTo>
                    <a:pt x="11812" y="16"/>
                  </a:lnTo>
                  <a:close/>
                  <a:moveTo>
                    <a:pt x="10110" y="16"/>
                  </a:moveTo>
                  <a:lnTo>
                    <a:pt x="10219" y="16"/>
                  </a:lnTo>
                  <a:lnTo>
                    <a:pt x="10201" y="115"/>
                  </a:lnTo>
                  <a:lnTo>
                    <a:pt x="10151" y="211"/>
                  </a:lnTo>
                  <a:lnTo>
                    <a:pt x="10073" y="211"/>
                  </a:lnTo>
                  <a:lnTo>
                    <a:pt x="10110" y="16"/>
                  </a:lnTo>
                  <a:close/>
                  <a:moveTo>
                    <a:pt x="9749" y="16"/>
                  </a:moveTo>
                  <a:lnTo>
                    <a:pt x="10074" y="16"/>
                  </a:lnTo>
                  <a:lnTo>
                    <a:pt x="10041" y="145"/>
                  </a:lnTo>
                  <a:lnTo>
                    <a:pt x="9961" y="145"/>
                  </a:lnTo>
                  <a:lnTo>
                    <a:pt x="9887" y="544"/>
                  </a:lnTo>
                  <a:lnTo>
                    <a:pt x="9742" y="544"/>
                  </a:lnTo>
                  <a:lnTo>
                    <a:pt x="9815" y="145"/>
                  </a:lnTo>
                  <a:lnTo>
                    <a:pt x="9726" y="145"/>
                  </a:lnTo>
                  <a:lnTo>
                    <a:pt x="9749" y="16"/>
                  </a:lnTo>
                  <a:close/>
                  <a:moveTo>
                    <a:pt x="9450" y="16"/>
                  </a:moveTo>
                  <a:lnTo>
                    <a:pt x="9723" y="16"/>
                  </a:lnTo>
                  <a:lnTo>
                    <a:pt x="9690" y="145"/>
                  </a:lnTo>
                  <a:lnTo>
                    <a:pt x="9571" y="145"/>
                  </a:lnTo>
                  <a:lnTo>
                    <a:pt x="9559" y="217"/>
                  </a:lnTo>
                  <a:lnTo>
                    <a:pt x="9676" y="217"/>
                  </a:lnTo>
                  <a:lnTo>
                    <a:pt x="9654" y="338"/>
                  </a:lnTo>
                  <a:lnTo>
                    <a:pt x="9536" y="338"/>
                  </a:lnTo>
                  <a:lnTo>
                    <a:pt x="9523" y="414"/>
                  </a:lnTo>
                  <a:lnTo>
                    <a:pt x="9658" y="414"/>
                  </a:lnTo>
                  <a:lnTo>
                    <a:pt x="9623" y="544"/>
                  </a:lnTo>
                  <a:lnTo>
                    <a:pt x="9353" y="544"/>
                  </a:lnTo>
                  <a:lnTo>
                    <a:pt x="9450" y="16"/>
                  </a:lnTo>
                  <a:close/>
                  <a:moveTo>
                    <a:pt x="9160" y="16"/>
                  </a:moveTo>
                  <a:lnTo>
                    <a:pt x="9305" y="16"/>
                  </a:lnTo>
                  <a:lnTo>
                    <a:pt x="9233" y="414"/>
                  </a:lnTo>
                  <a:lnTo>
                    <a:pt x="9340" y="414"/>
                  </a:lnTo>
                  <a:lnTo>
                    <a:pt x="9305" y="544"/>
                  </a:lnTo>
                  <a:lnTo>
                    <a:pt x="9063" y="544"/>
                  </a:lnTo>
                  <a:lnTo>
                    <a:pt x="9160" y="16"/>
                  </a:lnTo>
                  <a:close/>
                  <a:moveTo>
                    <a:pt x="7456" y="16"/>
                  </a:moveTo>
                  <a:lnTo>
                    <a:pt x="7565" y="16"/>
                  </a:lnTo>
                  <a:lnTo>
                    <a:pt x="7547" y="115"/>
                  </a:lnTo>
                  <a:lnTo>
                    <a:pt x="7497" y="211"/>
                  </a:lnTo>
                  <a:lnTo>
                    <a:pt x="7419" y="211"/>
                  </a:lnTo>
                  <a:lnTo>
                    <a:pt x="7456" y="16"/>
                  </a:lnTo>
                  <a:close/>
                  <a:moveTo>
                    <a:pt x="7095" y="16"/>
                  </a:moveTo>
                  <a:lnTo>
                    <a:pt x="7420" y="16"/>
                  </a:lnTo>
                  <a:lnTo>
                    <a:pt x="7387" y="145"/>
                  </a:lnTo>
                  <a:lnTo>
                    <a:pt x="7307" y="145"/>
                  </a:lnTo>
                  <a:lnTo>
                    <a:pt x="7233" y="544"/>
                  </a:lnTo>
                  <a:lnTo>
                    <a:pt x="7088" y="544"/>
                  </a:lnTo>
                  <a:lnTo>
                    <a:pt x="7161" y="145"/>
                  </a:lnTo>
                  <a:lnTo>
                    <a:pt x="7072" y="145"/>
                  </a:lnTo>
                  <a:lnTo>
                    <a:pt x="7095" y="16"/>
                  </a:lnTo>
                  <a:close/>
                  <a:moveTo>
                    <a:pt x="6796" y="16"/>
                  </a:moveTo>
                  <a:lnTo>
                    <a:pt x="7069" y="16"/>
                  </a:lnTo>
                  <a:lnTo>
                    <a:pt x="7036" y="145"/>
                  </a:lnTo>
                  <a:lnTo>
                    <a:pt x="6917" y="145"/>
                  </a:lnTo>
                  <a:lnTo>
                    <a:pt x="6905" y="217"/>
                  </a:lnTo>
                  <a:lnTo>
                    <a:pt x="7022" y="217"/>
                  </a:lnTo>
                  <a:lnTo>
                    <a:pt x="7000" y="338"/>
                  </a:lnTo>
                  <a:lnTo>
                    <a:pt x="6882" y="338"/>
                  </a:lnTo>
                  <a:lnTo>
                    <a:pt x="6869" y="414"/>
                  </a:lnTo>
                  <a:lnTo>
                    <a:pt x="7004" y="414"/>
                  </a:lnTo>
                  <a:lnTo>
                    <a:pt x="6969" y="544"/>
                  </a:lnTo>
                  <a:lnTo>
                    <a:pt x="6699" y="544"/>
                  </a:lnTo>
                  <a:lnTo>
                    <a:pt x="6796" y="16"/>
                  </a:lnTo>
                  <a:close/>
                  <a:moveTo>
                    <a:pt x="6506" y="16"/>
                  </a:moveTo>
                  <a:lnTo>
                    <a:pt x="6651" y="16"/>
                  </a:lnTo>
                  <a:lnTo>
                    <a:pt x="6579" y="414"/>
                  </a:lnTo>
                  <a:lnTo>
                    <a:pt x="6686" y="414"/>
                  </a:lnTo>
                  <a:lnTo>
                    <a:pt x="6651" y="544"/>
                  </a:lnTo>
                  <a:lnTo>
                    <a:pt x="6409" y="544"/>
                  </a:lnTo>
                  <a:lnTo>
                    <a:pt x="6506" y="16"/>
                  </a:lnTo>
                  <a:close/>
                  <a:moveTo>
                    <a:pt x="4804" y="16"/>
                  </a:moveTo>
                  <a:lnTo>
                    <a:pt x="4913" y="16"/>
                  </a:lnTo>
                  <a:lnTo>
                    <a:pt x="4895" y="115"/>
                  </a:lnTo>
                  <a:lnTo>
                    <a:pt x="4845" y="211"/>
                  </a:lnTo>
                  <a:lnTo>
                    <a:pt x="4767" y="211"/>
                  </a:lnTo>
                  <a:lnTo>
                    <a:pt x="4804" y="16"/>
                  </a:lnTo>
                  <a:close/>
                  <a:moveTo>
                    <a:pt x="4443" y="16"/>
                  </a:moveTo>
                  <a:lnTo>
                    <a:pt x="4768" y="16"/>
                  </a:lnTo>
                  <a:lnTo>
                    <a:pt x="4735" y="145"/>
                  </a:lnTo>
                  <a:lnTo>
                    <a:pt x="4655" y="145"/>
                  </a:lnTo>
                  <a:lnTo>
                    <a:pt x="4581" y="544"/>
                  </a:lnTo>
                  <a:lnTo>
                    <a:pt x="4436" y="544"/>
                  </a:lnTo>
                  <a:lnTo>
                    <a:pt x="4509" y="145"/>
                  </a:lnTo>
                  <a:lnTo>
                    <a:pt x="4420" y="145"/>
                  </a:lnTo>
                  <a:lnTo>
                    <a:pt x="4443" y="16"/>
                  </a:lnTo>
                  <a:close/>
                  <a:moveTo>
                    <a:pt x="4144" y="16"/>
                  </a:moveTo>
                  <a:lnTo>
                    <a:pt x="4417" y="16"/>
                  </a:lnTo>
                  <a:lnTo>
                    <a:pt x="4384" y="145"/>
                  </a:lnTo>
                  <a:lnTo>
                    <a:pt x="4265" y="145"/>
                  </a:lnTo>
                  <a:lnTo>
                    <a:pt x="4253" y="217"/>
                  </a:lnTo>
                  <a:lnTo>
                    <a:pt x="4370" y="217"/>
                  </a:lnTo>
                  <a:lnTo>
                    <a:pt x="4348" y="338"/>
                  </a:lnTo>
                  <a:lnTo>
                    <a:pt x="4230" y="338"/>
                  </a:lnTo>
                  <a:lnTo>
                    <a:pt x="4217" y="414"/>
                  </a:lnTo>
                  <a:lnTo>
                    <a:pt x="4352" y="414"/>
                  </a:lnTo>
                  <a:lnTo>
                    <a:pt x="4317" y="544"/>
                  </a:lnTo>
                  <a:lnTo>
                    <a:pt x="4047" y="544"/>
                  </a:lnTo>
                  <a:lnTo>
                    <a:pt x="4144" y="16"/>
                  </a:lnTo>
                  <a:close/>
                  <a:moveTo>
                    <a:pt x="3854" y="16"/>
                  </a:moveTo>
                  <a:lnTo>
                    <a:pt x="3999" y="16"/>
                  </a:lnTo>
                  <a:lnTo>
                    <a:pt x="3927" y="414"/>
                  </a:lnTo>
                  <a:lnTo>
                    <a:pt x="4034" y="414"/>
                  </a:lnTo>
                  <a:lnTo>
                    <a:pt x="3999" y="544"/>
                  </a:lnTo>
                  <a:lnTo>
                    <a:pt x="3757" y="544"/>
                  </a:lnTo>
                  <a:lnTo>
                    <a:pt x="3854" y="16"/>
                  </a:lnTo>
                  <a:close/>
                  <a:moveTo>
                    <a:pt x="2152" y="16"/>
                  </a:moveTo>
                  <a:lnTo>
                    <a:pt x="2261" y="16"/>
                  </a:lnTo>
                  <a:lnTo>
                    <a:pt x="2243" y="115"/>
                  </a:lnTo>
                  <a:lnTo>
                    <a:pt x="2193" y="211"/>
                  </a:lnTo>
                  <a:lnTo>
                    <a:pt x="2115" y="211"/>
                  </a:lnTo>
                  <a:lnTo>
                    <a:pt x="2152" y="16"/>
                  </a:lnTo>
                  <a:close/>
                  <a:moveTo>
                    <a:pt x="1791" y="16"/>
                  </a:moveTo>
                  <a:lnTo>
                    <a:pt x="2116" y="16"/>
                  </a:lnTo>
                  <a:lnTo>
                    <a:pt x="2083" y="145"/>
                  </a:lnTo>
                  <a:lnTo>
                    <a:pt x="2003" y="145"/>
                  </a:lnTo>
                  <a:lnTo>
                    <a:pt x="1929" y="544"/>
                  </a:lnTo>
                  <a:lnTo>
                    <a:pt x="1784" y="544"/>
                  </a:lnTo>
                  <a:lnTo>
                    <a:pt x="1857" y="145"/>
                  </a:lnTo>
                  <a:lnTo>
                    <a:pt x="1768" y="145"/>
                  </a:lnTo>
                  <a:lnTo>
                    <a:pt x="1791" y="16"/>
                  </a:lnTo>
                  <a:close/>
                  <a:moveTo>
                    <a:pt x="1492" y="16"/>
                  </a:moveTo>
                  <a:lnTo>
                    <a:pt x="1765" y="16"/>
                  </a:lnTo>
                  <a:lnTo>
                    <a:pt x="1732" y="145"/>
                  </a:lnTo>
                  <a:lnTo>
                    <a:pt x="1613" y="145"/>
                  </a:lnTo>
                  <a:lnTo>
                    <a:pt x="1601" y="217"/>
                  </a:lnTo>
                  <a:lnTo>
                    <a:pt x="1718" y="217"/>
                  </a:lnTo>
                  <a:lnTo>
                    <a:pt x="1696" y="338"/>
                  </a:lnTo>
                  <a:lnTo>
                    <a:pt x="1578" y="338"/>
                  </a:lnTo>
                  <a:lnTo>
                    <a:pt x="1565" y="414"/>
                  </a:lnTo>
                  <a:lnTo>
                    <a:pt x="1700" y="414"/>
                  </a:lnTo>
                  <a:lnTo>
                    <a:pt x="1665" y="544"/>
                  </a:lnTo>
                  <a:lnTo>
                    <a:pt x="1395" y="544"/>
                  </a:lnTo>
                  <a:lnTo>
                    <a:pt x="1492" y="16"/>
                  </a:lnTo>
                  <a:close/>
                  <a:moveTo>
                    <a:pt x="1202" y="16"/>
                  </a:moveTo>
                  <a:lnTo>
                    <a:pt x="1347" y="16"/>
                  </a:lnTo>
                  <a:lnTo>
                    <a:pt x="1275" y="414"/>
                  </a:lnTo>
                  <a:lnTo>
                    <a:pt x="1382" y="414"/>
                  </a:lnTo>
                  <a:lnTo>
                    <a:pt x="1347" y="544"/>
                  </a:lnTo>
                  <a:lnTo>
                    <a:pt x="1105" y="544"/>
                  </a:lnTo>
                  <a:lnTo>
                    <a:pt x="1202" y="16"/>
                  </a:lnTo>
                  <a:close/>
                  <a:moveTo>
                    <a:pt x="16567" y="7"/>
                  </a:moveTo>
                  <a:cubicBezTo>
                    <a:pt x="16622" y="7"/>
                    <a:pt x="16659" y="21"/>
                    <a:pt x="16681" y="47"/>
                  </a:cubicBezTo>
                  <a:cubicBezTo>
                    <a:pt x="16702" y="73"/>
                    <a:pt x="16712" y="108"/>
                    <a:pt x="16711" y="151"/>
                  </a:cubicBezTo>
                  <a:cubicBezTo>
                    <a:pt x="16711" y="175"/>
                    <a:pt x="16709" y="200"/>
                    <a:pt x="16705" y="227"/>
                  </a:cubicBezTo>
                  <a:cubicBezTo>
                    <a:pt x="16701" y="253"/>
                    <a:pt x="16695" y="281"/>
                    <a:pt x="16689" y="310"/>
                  </a:cubicBezTo>
                  <a:cubicBezTo>
                    <a:pt x="16673" y="395"/>
                    <a:pt x="16648" y="457"/>
                    <a:pt x="16613" y="496"/>
                  </a:cubicBezTo>
                  <a:cubicBezTo>
                    <a:pt x="16577" y="535"/>
                    <a:pt x="16524" y="554"/>
                    <a:pt x="16454" y="554"/>
                  </a:cubicBezTo>
                  <a:cubicBezTo>
                    <a:pt x="16399" y="553"/>
                    <a:pt x="16362" y="540"/>
                    <a:pt x="16340" y="514"/>
                  </a:cubicBezTo>
                  <a:cubicBezTo>
                    <a:pt x="16319" y="487"/>
                    <a:pt x="16309" y="453"/>
                    <a:pt x="16310" y="409"/>
                  </a:cubicBezTo>
                  <a:cubicBezTo>
                    <a:pt x="16310" y="385"/>
                    <a:pt x="16313" y="360"/>
                    <a:pt x="16317" y="334"/>
                  </a:cubicBezTo>
                  <a:cubicBezTo>
                    <a:pt x="16321" y="307"/>
                    <a:pt x="16326" y="280"/>
                    <a:pt x="16333" y="251"/>
                  </a:cubicBezTo>
                  <a:cubicBezTo>
                    <a:pt x="16344" y="194"/>
                    <a:pt x="16358" y="148"/>
                    <a:pt x="16377" y="112"/>
                  </a:cubicBezTo>
                  <a:cubicBezTo>
                    <a:pt x="16395" y="76"/>
                    <a:pt x="16420" y="49"/>
                    <a:pt x="16450" y="32"/>
                  </a:cubicBezTo>
                  <a:cubicBezTo>
                    <a:pt x="16481" y="15"/>
                    <a:pt x="16520" y="7"/>
                    <a:pt x="16567" y="7"/>
                  </a:cubicBezTo>
                  <a:close/>
                  <a:moveTo>
                    <a:pt x="16178" y="7"/>
                  </a:moveTo>
                  <a:cubicBezTo>
                    <a:pt x="16207" y="7"/>
                    <a:pt x="16235" y="9"/>
                    <a:pt x="16261" y="13"/>
                  </a:cubicBezTo>
                  <a:cubicBezTo>
                    <a:pt x="16287" y="17"/>
                    <a:pt x="16306" y="21"/>
                    <a:pt x="16317" y="26"/>
                  </a:cubicBezTo>
                  <a:lnTo>
                    <a:pt x="16285" y="153"/>
                  </a:lnTo>
                  <a:cubicBezTo>
                    <a:pt x="16272" y="149"/>
                    <a:pt x="16256" y="146"/>
                    <a:pt x="16238" y="143"/>
                  </a:cubicBezTo>
                  <a:cubicBezTo>
                    <a:pt x="16220" y="140"/>
                    <a:pt x="16199" y="138"/>
                    <a:pt x="16176" y="138"/>
                  </a:cubicBezTo>
                  <a:cubicBezTo>
                    <a:pt x="16148" y="137"/>
                    <a:pt x="16129" y="144"/>
                    <a:pt x="16117" y="160"/>
                  </a:cubicBezTo>
                  <a:cubicBezTo>
                    <a:pt x="16106" y="176"/>
                    <a:pt x="16095" y="207"/>
                    <a:pt x="16085" y="252"/>
                  </a:cubicBezTo>
                  <a:cubicBezTo>
                    <a:pt x="16081" y="268"/>
                    <a:pt x="16078" y="288"/>
                    <a:pt x="16074" y="309"/>
                  </a:cubicBezTo>
                  <a:cubicBezTo>
                    <a:pt x="16070" y="331"/>
                    <a:pt x="16067" y="353"/>
                    <a:pt x="16065" y="374"/>
                  </a:cubicBezTo>
                  <a:cubicBezTo>
                    <a:pt x="16063" y="395"/>
                    <a:pt x="16061" y="413"/>
                    <a:pt x="16061" y="428"/>
                  </a:cubicBezTo>
                  <a:cubicBezTo>
                    <a:pt x="16064" y="429"/>
                    <a:pt x="16068" y="429"/>
                    <a:pt x="16071" y="429"/>
                  </a:cubicBezTo>
                  <a:cubicBezTo>
                    <a:pt x="16074" y="429"/>
                    <a:pt x="16077" y="429"/>
                    <a:pt x="16081" y="429"/>
                  </a:cubicBezTo>
                  <a:cubicBezTo>
                    <a:pt x="16090" y="429"/>
                    <a:pt x="16099" y="429"/>
                    <a:pt x="16108" y="428"/>
                  </a:cubicBezTo>
                  <a:cubicBezTo>
                    <a:pt x="16117" y="427"/>
                    <a:pt x="16126" y="426"/>
                    <a:pt x="16134" y="424"/>
                  </a:cubicBezTo>
                  <a:lnTo>
                    <a:pt x="16148" y="346"/>
                  </a:lnTo>
                  <a:lnTo>
                    <a:pt x="16107" y="346"/>
                  </a:lnTo>
                  <a:lnTo>
                    <a:pt x="16127" y="235"/>
                  </a:lnTo>
                  <a:lnTo>
                    <a:pt x="16291" y="235"/>
                  </a:lnTo>
                  <a:lnTo>
                    <a:pt x="16237" y="526"/>
                  </a:lnTo>
                  <a:cubicBezTo>
                    <a:pt x="16219" y="534"/>
                    <a:pt x="16193" y="541"/>
                    <a:pt x="16160" y="546"/>
                  </a:cubicBezTo>
                  <a:cubicBezTo>
                    <a:pt x="16127" y="551"/>
                    <a:pt x="16095" y="554"/>
                    <a:pt x="16062" y="554"/>
                  </a:cubicBezTo>
                  <a:cubicBezTo>
                    <a:pt x="16023" y="554"/>
                    <a:pt x="15993" y="548"/>
                    <a:pt x="15972" y="536"/>
                  </a:cubicBezTo>
                  <a:cubicBezTo>
                    <a:pt x="15951" y="524"/>
                    <a:pt x="15937" y="507"/>
                    <a:pt x="15929" y="485"/>
                  </a:cubicBezTo>
                  <a:cubicBezTo>
                    <a:pt x="15921" y="464"/>
                    <a:pt x="15918" y="439"/>
                    <a:pt x="15918" y="410"/>
                  </a:cubicBezTo>
                  <a:cubicBezTo>
                    <a:pt x="15918" y="386"/>
                    <a:pt x="15920" y="361"/>
                    <a:pt x="15924" y="334"/>
                  </a:cubicBezTo>
                  <a:cubicBezTo>
                    <a:pt x="15929" y="307"/>
                    <a:pt x="15934" y="280"/>
                    <a:pt x="15940" y="251"/>
                  </a:cubicBezTo>
                  <a:cubicBezTo>
                    <a:pt x="15956" y="166"/>
                    <a:pt x="15982" y="104"/>
                    <a:pt x="16018" y="65"/>
                  </a:cubicBezTo>
                  <a:cubicBezTo>
                    <a:pt x="16054" y="26"/>
                    <a:pt x="16108" y="6"/>
                    <a:pt x="16178" y="7"/>
                  </a:cubicBezTo>
                  <a:close/>
                  <a:moveTo>
                    <a:pt x="15716" y="7"/>
                  </a:moveTo>
                  <a:cubicBezTo>
                    <a:pt x="15747" y="7"/>
                    <a:pt x="15772" y="9"/>
                    <a:pt x="15791" y="13"/>
                  </a:cubicBezTo>
                  <a:cubicBezTo>
                    <a:pt x="15811" y="17"/>
                    <a:pt x="15825" y="21"/>
                    <a:pt x="15834" y="25"/>
                  </a:cubicBezTo>
                  <a:lnTo>
                    <a:pt x="15804" y="151"/>
                  </a:lnTo>
                  <a:cubicBezTo>
                    <a:pt x="15792" y="147"/>
                    <a:pt x="15780" y="143"/>
                    <a:pt x="15768" y="141"/>
                  </a:cubicBezTo>
                  <a:cubicBezTo>
                    <a:pt x="15757" y="139"/>
                    <a:pt x="15744" y="138"/>
                    <a:pt x="15731" y="138"/>
                  </a:cubicBezTo>
                  <a:cubicBezTo>
                    <a:pt x="15718" y="138"/>
                    <a:pt x="15708" y="140"/>
                    <a:pt x="15701" y="145"/>
                  </a:cubicBezTo>
                  <a:cubicBezTo>
                    <a:pt x="15694" y="150"/>
                    <a:pt x="15691" y="158"/>
                    <a:pt x="15691" y="169"/>
                  </a:cubicBezTo>
                  <a:cubicBezTo>
                    <a:pt x="15691" y="177"/>
                    <a:pt x="15692" y="186"/>
                    <a:pt x="15695" y="194"/>
                  </a:cubicBezTo>
                  <a:cubicBezTo>
                    <a:pt x="15698" y="203"/>
                    <a:pt x="15703" y="215"/>
                    <a:pt x="15709" y="230"/>
                  </a:cubicBezTo>
                  <a:lnTo>
                    <a:pt x="15735" y="291"/>
                  </a:lnTo>
                  <a:cubicBezTo>
                    <a:pt x="15742" y="306"/>
                    <a:pt x="15748" y="323"/>
                    <a:pt x="15754" y="341"/>
                  </a:cubicBezTo>
                  <a:cubicBezTo>
                    <a:pt x="15759" y="359"/>
                    <a:pt x="15763" y="377"/>
                    <a:pt x="15763" y="396"/>
                  </a:cubicBezTo>
                  <a:cubicBezTo>
                    <a:pt x="15762" y="451"/>
                    <a:pt x="15747" y="491"/>
                    <a:pt x="15718" y="516"/>
                  </a:cubicBezTo>
                  <a:cubicBezTo>
                    <a:pt x="15689" y="542"/>
                    <a:pt x="15652" y="554"/>
                    <a:pt x="15605" y="554"/>
                  </a:cubicBezTo>
                  <a:cubicBezTo>
                    <a:pt x="15572" y="553"/>
                    <a:pt x="15545" y="551"/>
                    <a:pt x="15524" y="547"/>
                  </a:cubicBezTo>
                  <a:cubicBezTo>
                    <a:pt x="15503" y="543"/>
                    <a:pt x="15488" y="539"/>
                    <a:pt x="15479" y="535"/>
                  </a:cubicBezTo>
                  <a:lnTo>
                    <a:pt x="15489" y="402"/>
                  </a:lnTo>
                  <a:cubicBezTo>
                    <a:pt x="15499" y="406"/>
                    <a:pt x="15512" y="410"/>
                    <a:pt x="15531" y="414"/>
                  </a:cubicBezTo>
                  <a:cubicBezTo>
                    <a:pt x="15550" y="418"/>
                    <a:pt x="15571" y="420"/>
                    <a:pt x="15595" y="420"/>
                  </a:cubicBezTo>
                  <a:cubicBezTo>
                    <a:pt x="15598" y="420"/>
                    <a:pt x="15601" y="420"/>
                    <a:pt x="15603" y="420"/>
                  </a:cubicBezTo>
                  <a:cubicBezTo>
                    <a:pt x="15606" y="420"/>
                    <a:pt x="15609" y="420"/>
                    <a:pt x="15612" y="420"/>
                  </a:cubicBezTo>
                  <a:cubicBezTo>
                    <a:pt x="15613" y="416"/>
                    <a:pt x="15614" y="412"/>
                    <a:pt x="15615" y="407"/>
                  </a:cubicBezTo>
                  <a:cubicBezTo>
                    <a:pt x="15616" y="403"/>
                    <a:pt x="15617" y="398"/>
                    <a:pt x="15617" y="393"/>
                  </a:cubicBezTo>
                  <a:cubicBezTo>
                    <a:pt x="15616" y="384"/>
                    <a:pt x="15615" y="375"/>
                    <a:pt x="15611" y="366"/>
                  </a:cubicBezTo>
                  <a:cubicBezTo>
                    <a:pt x="15607" y="358"/>
                    <a:pt x="15603" y="348"/>
                    <a:pt x="15597" y="336"/>
                  </a:cubicBezTo>
                  <a:lnTo>
                    <a:pt x="15570" y="276"/>
                  </a:lnTo>
                  <a:cubicBezTo>
                    <a:pt x="15562" y="259"/>
                    <a:pt x="15556" y="241"/>
                    <a:pt x="15551" y="223"/>
                  </a:cubicBezTo>
                  <a:cubicBezTo>
                    <a:pt x="15546" y="205"/>
                    <a:pt x="15544" y="188"/>
                    <a:pt x="15544" y="171"/>
                  </a:cubicBezTo>
                  <a:cubicBezTo>
                    <a:pt x="15545" y="116"/>
                    <a:pt x="15560" y="75"/>
                    <a:pt x="15591" y="48"/>
                  </a:cubicBezTo>
                  <a:cubicBezTo>
                    <a:pt x="15622" y="20"/>
                    <a:pt x="15664" y="7"/>
                    <a:pt x="15716" y="7"/>
                  </a:cubicBezTo>
                  <a:close/>
                  <a:moveTo>
                    <a:pt x="13913" y="7"/>
                  </a:moveTo>
                  <a:cubicBezTo>
                    <a:pt x="13968" y="7"/>
                    <a:pt x="14005" y="21"/>
                    <a:pt x="14027" y="47"/>
                  </a:cubicBezTo>
                  <a:cubicBezTo>
                    <a:pt x="14048" y="73"/>
                    <a:pt x="14058" y="108"/>
                    <a:pt x="14057" y="151"/>
                  </a:cubicBezTo>
                  <a:cubicBezTo>
                    <a:pt x="14057" y="175"/>
                    <a:pt x="14055" y="200"/>
                    <a:pt x="14051" y="227"/>
                  </a:cubicBezTo>
                  <a:cubicBezTo>
                    <a:pt x="14047" y="253"/>
                    <a:pt x="14041" y="281"/>
                    <a:pt x="14035" y="310"/>
                  </a:cubicBezTo>
                  <a:cubicBezTo>
                    <a:pt x="14019" y="395"/>
                    <a:pt x="13994" y="457"/>
                    <a:pt x="13959" y="496"/>
                  </a:cubicBezTo>
                  <a:cubicBezTo>
                    <a:pt x="13923" y="535"/>
                    <a:pt x="13870" y="554"/>
                    <a:pt x="13800" y="554"/>
                  </a:cubicBezTo>
                  <a:cubicBezTo>
                    <a:pt x="13745" y="553"/>
                    <a:pt x="13708" y="540"/>
                    <a:pt x="13686" y="514"/>
                  </a:cubicBezTo>
                  <a:cubicBezTo>
                    <a:pt x="13665" y="487"/>
                    <a:pt x="13655" y="453"/>
                    <a:pt x="13656" y="409"/>
                  </a:cubicBezTo>
                  <a:cubicBezTo>
                    <a:pt x="13656" y="385"/>
                    <a:pt x="13659" y="360"/>
                    <a:pt x="13663" y="334"/>
                  </a:cubicBezTo>
                  <a:cubicBezTo>
                    <a:pt x="13667" y="307"/>
                    <a:pt x="13672" y="280"/>
                    <a:pt x="13679" y="251"/>
                  </a:cubicBezTo>
                  <a:cubicBezTo>
                    <a:pt x="13690" y="194"/>
                    <a:pt x="13704" y="148"/>
                    <a:pt x="13723" y="112"/>
                  </a:cubicBezTo>
                  <a:cubicBezTo>
                    <a:pt x="13741" y="76"/>
                    <a:pt x="13766" y="49"/>
                    <a:pt x="13796" y="32"/>
                  </a:cubicBezTo>
                  <a:cubicBezTo>
                    <a:pt x="13827" y="15"/>
                    <a:pt x="13866" y="7"/>
                    <a:pt x="13913" y="7"/>
                  </a:cubicBezTo>
                  <a:close/>
                  <a:moveTo>
                    <a:pt x="13524" y="7"/>
                  </a:moveTo>
                  <a:cubicBezTo>
                    <a:pt x="13553" y="7"/>
                    <a:pt x="13581" y="9"/>
                    <a:pt x="13607" y="13"/>
                  </a:cubicBezTo>
                  <a:cubicBezTo>
                    <a:pt x="13633" y="17"/>
                    <a:pt x="13652" y="21"/>
                    <a:pt x="13663" y="26"/>
                  </a:cubicBezTo>
                  <a:lnTo>
                    <a:pt x="13631" y="153"/>
                  </a:lnTo>
                  <a:cubicBezTo>
                    <a:pt x="13618" y="149"/>
                    <a:pt x="13602" y="146"/>
                    <a:pt x="13584" y="143"/>
                  </a:cubicBezTo>
                  <a:cubicBezTo>
                    <a:pt x="13566" y="140"/>
                    <a:pt x="13545" y="138"/>
                    <a:pt x="13522" y="138"/>
                  </a:cubicBezTo>
                  <a:cubicBezTo>
                    <a:pt x="13494" y="137"/>
                    <a:pt x="13475" y="144"/>
                    <a:pt x="13463" y="160"/>
                  </a:cubicBezTo>
                  <a:cubicBezTo>
                    <a:pt x="13452" y="176"/>
                    <a:pt x="13441" y="207"/>
                    <a:pt x="13431" y="252"/>
                  </a:cubicBezTo>
                  <a:cubicBezTo>
                    <a:pt x="13427" y="268"/>
                    <a:pt x="13424" y="288"/>
                    <a:pt x="13420" y="309"/>
                  </a:cubicBezTo>
                  <a:cubicBezTo>
                    <a:pt x="13416" y="331"/>
                    <a:pt x="13413" y="353"/>
                    <a:pt x="13411" y="374"/>
                  </a:cubicBezTo>
                  <a:cubicBezTo>
                    <a:pt x="13409" y="395"/>
                    <a:pt x="13407" y="413"/>
                    <a:pt x="13407" y="428"/>
                  </a:cubicBezTo>
                  <a:cubicBezTo>
                    <a:pt x="13410" y="429"/>
                    <a:pt x="13414" y="429"/>
                    <a:pt x="13417" y="429"/>
                  </a:cubicBezTo>
                  <a:cubicBezTo>
                    <a:pt x="13420" y="429"/>
                    <a:pt x="13423" y="429"/>
                    <a:pt x="13427" y="429"/>
                  </a:cubicBezTo>
                  <a:cubicBezTo>
                    <a:pt x="13436" y="429"/>
                    <a:pt x="13445" y="429"/>
                    <a:pt x="13454" y="428"/>
                  </a:cubicBezTo>
                  <a:cubicBezTo>
                    <a:pt x="13463" y="427"/>
                    <a:pt x="13472" y="426"/>
                    <a:pt x="13480" y="424"/>
                  </a:cubicBezTo>
                  <a:lnTo>
                    <a:pt x="13494" y="346"/>
                  </a:lnTo>
                  <a:lnTo>
                    <a:pt x="13453" y="346"/>
                  </a:lnTo>
                  <a:lnTo>
                    <a:pt x="13473" y="235"/>
                  </a:lnTo>
                  <a:lnTo>
                    <a:pt x="13637" y="235"/>
                  </a:lnTo>
                  <a:lnTo>
                    <a:pt x="13583" y="526"/>
                  </a:lnTo>
                  <a:cubicBezTo>
                    <a:pt x="13565" y="534"/>
                    <a:pt x="13539" y="541"/>
                    <a:pt x="13506" y="546"/>
                  </a:cubicBezTo>
                  <a:cubicBezTo>
                    <a:pt x="13473" y="551"/>
                    <a:pt x="13441" y="554"/>
                    <a:pt x="13408" y="554"/>
                  </a:cubicBezTo>
                  <a:cubicBezTo>
                    <a:pt x="13369" y="554"/>
                    <a:pt x="13339" y="548"/>
                    <a:pt x="13318" y="536"/>
                  </a:cubicBezTo>
                  <a:cubicBezTo>
                    <a:pt x="13297" y="524"/>
                    <a:pt x="13283" y="507"/>
                    <a:pt x="13275" y="485"/>
                  </a:cubicBezTo>
                  <a:cubicBezTo>
                    <a:pt x="13267" y="464"/>
                    <a:pt x="13264" y="439"/>
                    <a:pt x="13264" y="410"/>
                  </a:cubicBezTo>
                  <a:cubicBezTo>
                    <a:pt x="13264" y="386"/>
                    <a:pt x="13266" y="361"/>
                    <a:pt x="13270" y="334"/>
                  </a:cubicBezTo>
                  <a:cubicBezTo>
                    <a:pt x="13275" y="307"/>
                    <a:pt x="13280" y="280"/>
                    <a:pt x="13286" y="251"/>
                  </a:cubicBezTo>
                  <a:cubicBezTo>
                    <a:pt x="13302" y="166"/>
                    <a:pt x="13328" y="104"/>
                    <a:pt x="13364" y="65"/>
                  </a:cubicBezTo>
                  <a:cubicBezTo>
                    <a:pt x="13400" y="26"/>
                    <a:pt x="13454" y="6"/>
                    <a:pt x="13524" y="7"/>
                  </a:cubicBezTo>
                  <a:close/>
                  <a:moveTo>
                    <a:pt x="13062" y="7"/>
                  </a:moveTo>
                  <a:cubicBezTo>
                    <a:pt x="13093" y="7"/>
                    <a:pt x="13118" y="9"/>
                    <a:pt x="13137" y="13"/>
                  </a:cubicBezTo>
                  <a:cubicBezTo>
                    <a:pt x="13157" y="17"/>
                    <a:pt x="13171" y="21"/>
                    <a:pt x="13180" y="25"/>
                  </a:cubicBezTo>
                  <a:lnTo>
                    <a:pt x="13150" y="151"/>
                  </a:lnTo>
                  <a:cubicBezTo>
                    <a:pt x="13138" y="147"/>
                    <a:pt x="13126" y="143"/>
                    <a:pt x="13114" y="141"/>
                  </a:cubicBezTo>
                  <a:cubicBezTo>
                    <a:pt x="13103" y="139"/>
                    <a:pt x="13090" y="138"/>
                    <a:pt x="13077" y="138"/>
                  </a:cubicBezTo>
                  <a:cubicBezTo>
                    <a:pt x="13064" y="138"/>
                    <a:pt x="13054" y="140"/>
                    <a:pt x="13047" y="145"/>
                  </a:cubicBezTo>
                  <a:cubicBezTo>
                    <a:pt x="13040" y="150"/>
                    <a:pt x="13037" y="158"/>
                    <a:pt x="13037" y="169"/>
                  </a:cubicBezTo>
                  <a:cubicBezTo>
                    <a:pt x="13037" y="177"/>
                    <a:pt x="13038" y="186"/>
                    <a:pt x="13041" y="194"/>
                  </a:cubicBezTo>
                  <a:cubicBezTo>
                    <a:pt x="13044" y="203"/>
                    <a:pt x="13049" y="215"/>
                    <a:pt x="13055" y="230"/>
                  </a:cubicBezTo>
                  <a:lnTo>
                    <a:pt x="13081" y="291"/>
                  </a:lnTo>
                  <a:cubicBezTo>
                    <a:pt x="13088" y="306"/>
                    <a:pt x="13094" y="323"/>
                    <a:pt x="13100" y="341"/>
                  </a:cubicBezTo>
                  <a:cubicBezTo>
                    <a:pt x="13105" y="359"/>
                    <a:pt x="13109" y="377"/>
                    <a:pt x="13109" y="396"/>
                  </a:cubicBezTo>
                  <a:cubicBezTo>
                    <a:pt x="13108" y="451"/>
                    <a:pt x="13093" y="491"/>
                    <a:pt x="13064" y="516"/>
                  </a:cubicBezTo>
                  <a:cubicBezTo>
                    <a:pt x="13035" y="542"/>
                    <a:pt x="12998" y="554"/>
                    <a:pt x="12951" y="554"/>
                  </a:cubicBezTo>
                  <a:cubicBezTo>
                    <a:pt x="12918" y="553"/>
                    <a:pt x="12891" y="551"/>
                    <a:pt x="12870" y="547"/>
                  </a:cubicBezTo>
                  <a:cubicBezTo>
                    <a:pt x="12849" y="543"/>
                    <a:pt x="12834" y="539"/>
                    <a:pt x="12825" y="535"/>
                  </a:cubicBezTo>
                  <a:lnTo>
                    <a:pt x="12835" y="402"/>
                  </a:lnTo>
                  <a:cubicBezTo>
                    <a:pt x="12845" y="406"/>
                    <a:pt x="12858" y="410"/>
                    <a:pt x="12877" y="414"/>
                  </a:cubicBezTo>
                  <a:cubicBezTo>
                    <a:pt x="12896" y="418"/>
                    <a:pt x="12917" y="420"/>
                    <a:pt x="12941" y="420"/>
                  </a:cubicBezTo>
                  <a:cubicBezTo>
                    <a:pt x="12944" y="420"/>
                    <a:pt x="12947" y="420"/>
                    <a:pt x="12949" y="420"/>
                  </a:cubicBezTo>
                  <a:cubicBezTo>
                    <a:pt x="12952" y="420"/>
                    <a:pt x="12955" y="420"/>
                    <a:pt x="12958" y="420"/>
                  </a:cubicBezTo>
                  <a:cubicBezTo>
                    <a:pt x="12959" y="416"/>
                    <a:pt x="12960" y="412"/>
                    <a:pt x="12961" y="407"/>
                  </a:cubicBezTo>
                  <a:cubicBezTo>
                    <a:pt x="12962" y="403"/>
                    <a:pt x="12963" y="398"/>
                    <a:pt x="12963" y="393"/>
                  </a:cubicBezTo>
                  <a:cubicBezTo>
                    <a:pt x="12962" y="384"/>
                    <a:pt x="12961" y="375"/>
                    <a:pt x="12957" y="366"/>
                  </a:cubicBezTo>
                  <a:cubicBezTo>
                    <a:pt x="12953" y="358"/>
                    <a:pt x="12949" y="348"/>
                    <a:pt x="12943" y="336"/>
                  </a:cubicBezTo>
                  <a:lnTo>
                    <a:pt x="12916" y="276"/>
                  </a:lnTo>
                  <a:cubicBezTo>
                    <a:pt x="12908" y="259"/>
                    <a:pt x="12902" y="241"/>
                    <a:pt x="12897" y="223"/>
                  </a:cubicBezTo>
                  <a:cubicBezTo>
                    <a:pt x="12892" y="205"/>
                    <a:pt x="12890" y="188"/>
                    <a:pt x="12890" y="171"/>
                  </a:cubicBezTo>
                  <a:cubicBezTo>
                    <a:pt x="12891" y="116"/>
                    <a:pt x="12906" y="75"/>
                    <a:pt x="12937" y="48"/>
                  </a:cubicBezTo>
                  <a:cubicBezTo>
                    <a:pt x="12968" y="20"/>
                    <a:pt x="13010" y="7"/>
                    <a:pt x="13062" y="7"/>
                  </a:cubicBezTo>
                  <a:close/>
                  <a:moveTo>
                    <a:pt x="11261" y="7"/>
                  </a:moveTo>
                  <a:cubicBezTo>
                    <a:pt x="11316" y="7"/>
                    <a:pt x="11353" y="21"/>
                    <a:pt x="11375" y="47"/>
                  </a:cubicBezTo>
                  <a:cubicBezTo>
                    <a:pt x="11396" y="73"/>
                    <a:pt x="11406" y="108"/>
                    <a:pt x="11405" y="151"/>
                  </a:cubicBezTo>
                  <a:cubicBezTo>
                    <a:pt x="11405" y="175"/>
                    <a:pt x="11403" y="200"/>
                    <a:pt x="11399" y="227"/>
                  </a:cubicBezTo>
                  <a:cubicBezTo>
                    <a:pt x="11395" y="253"/>
                    <a:pt x="11389" y="281"/>
                    <a:pt x="11383" y="310"/>
                  </a:cubicBezTo>
                  <a:cubicBezTo>
                    <a:pt x="11367" y="395"/>
                    <a:pt x="11342" y="457"/>
                    <a:pt x="11307" y="496"/>
                  </a:cubicBezTo>
                  <a:cubicBezTo>
                    <a:pt x="11271" y="535"/>
                    <a:pt x="11218" y="554"/>
                    <a:pt x="11148" y="554"/>
                  </a:cubicBezTo>
                  <a:cubicBezTo>
                    <a:pt x="11093" y="553"/>
                    <a:pt x="11056" y="540"/>
                    <a:pt x="11034" y="514"/>
                  </a:cubicBezTo>
                  <a:cubicBezTo>
                    <a:pt x="11013" y="487"/>
                    <a:pt x="11003" y="453"/>
                    <a:pt x="11004" y="409"/>
                  </a:cubicBezTo>
                  <a:cubicBezTo>
                    <a:pt x="11004" y="385"/>
                    <a:pt x="11007" y="360"/>
                    <a:pt x="11011" y="334"/>
                  </a:cubicBezTo>
                  <a:cubicBezTo>
                    <a:pt x="11015" y="307"/>
                    <a:pt x="11020" y="280"/>
                    <a:pt x="11027" y="251"/>
                  </a:cubicBezTo>
                  <a:cubicBezTo>
                    <a:pt x="11038" y="194"/>
                    <a:pt x="11052" y="148"/>
                    <a:pt x="11071" y="112"/>
                  </a:cubicBezTo>
                  <a:cubicBezTo>
                    <a:pt x="11089" y="76"/>
                    <a:pt x="11114" y="49"/>
                    <a:pt x="11144" y="32"/>
                  </a:cubicBezTo>
                  <a:cubicBezTo>
                    <a:pt x="11175" y="15"/>
                    <a:pt x="11214" y="7"/>
                    <a:pt x="11261" y="7"/>
                  </a:cubicBezTo>
                  <a:close/>
                  <a:moveTo>
                    <a:pt x="10872" y="7"/>
                  </a:moveTo>
                  <a:cubicBezTo>
                    <a:pt x="10901" y="7"/>
                    <a:pt x="10929" y="9"/>
                    <a:pt x="10955" y="13"/>
                  </a:cubicBezTo>
                  <a:cubicBezTo>
                    <a:pt x="10981" y="17"/>
                    <a:pt x="11000" y="21"/>
                    <a:pt x="11011" y="26"/>
                  </a:cubicBezTo>
                  <a:lnTo>
                    <a:pt x="10979" y="153"/>
                  </a:lnTo>
                  <a:cubicBezTo>
                    <a:pt x="10966" y="149"/>
                    <a:pt x="10950" y="146"/>
                    <a:pt x="10932" y="143"/>
                  </a:cubicBezTo>
                  <a:cubicBezTo>
                    <a:pt x="10914" y="140"/>
                    <a:pt x="10893" y="138"/>
                    <a:pt x="10870" y="138"/>
                  </a:cubicBezTo>
                  <a:cubicBezTo>
                    <a:pt x="10842" y="137"/>
                    <a:pt x="10823" y="144"/>
                    <a:pt x="10811" y="160"/>
                  </a:cubicBezTo>
                  <a:cubicBezTo>
                    <a:pt x="10800" y="176"/>
                    <a:pt x="10789" y="207"/>
                    <a:pt x="10779" y="252"/>
                  </a:cubicBezTo>
                  <a:cubicBezTo>
                    <a:pt x="10775" y="268"/>
                    <a:pt x="10772" y="288"/>
                    <a:pt x="10768" y="309"/>
                  </a:cubicBezTo>
                  <a:cubicBezTo>
                    <a:pt x="10764" y="331"/>
                    <a:pt x="10761" y="353"/>
                    <a:pt x="10759" y="374"/>
                  </a:cubicBezTo>
                  <a:cubicBezTo>
                    <a:pt x="10757" y="395"/>
                    <a:pt x="10755" y="413"/>
                    <a:pt x="10755" y="428"/>
                  </a:cubicBezTo>
                  <a:cubicBezTo>
                    <a:pt x="10758" y="429"/>
                    <a:pt x="10762" y="429"/>
                    <a:pt x="10765" y="429"/>
                  </a:cubicBezTo>
                  <a:cubicBezTo>
                    <a:pt x="10768" y="429"/>
                    <a:pt x="10771" y="429"/>
                    <a:pt x="10775" y="429"/>
                  </a:cubicBezTo>
                  <a:cubicBezTo>
                    <a:pt x="10784" y="429"/>
                    <a:pt x="10793" y="429"/>
                    <a:pt x="10802" y="428"/>
                  </a:cubicBezTo>
                  <a:cubicBezTo>
                    <a:pt x="10811" y="427"/>
                    <a:pt x="10820" y="426"/>
                    <a:pt x="10828" y="424"/>
                  </a:cubicBezTo>
                  <a:lnTo>
                    <a:pt x="10842" y="346"/>
                  </a:lnTo>
                  <a:lnTo>
                    <a:pt x="10801" y="346"/>
                  </a:lnTo>
                  <a:lnTo>
                    <a:pt x="10821" y="235"/>
                  </a:lnTo>
                  <a:lnTo>
                    <a:pt x="10985" y="235"/>
                  </a:lnTo>
                  <a:lnTo>
                    <a:pt x="10931" y="526"/>
                  </a:lnTo>
                  <a:cubicBezTo>
                    <a:pt x="10913" y="534"/>
                    <a:pt x="10887" y="541"/>
                    <a:pt x="10854" y="546"/>
                  </a:cubicBezTo>
                  <a:cubicBezTo>
                    <a:pt x="10821" y="551"/>
                    <a:pt x="10789" y="554"/>
                    <a:pt x="10756" y="554"/>
                  </a:cubicBezTo>
                  <a:cubicBezTo>
                    <a:pt x="10717" y="554"/>
                    <a:pt x="10687" y="548"/>
                    <a:pt x="10666" y="536"/>
                  </a:cubicBezTo>
                  <a:cubicBezTo>
                    <a:pt x="10645" y="524"/>
                    <a:pt x="10631" y="507"/>
                    <a:pt x="10623" y="485"/>
                  </a:cubicBezTo>
                  <a:cubicBezTo>
                    <a:pt x="10615" y="464"/>
                    <a:pt x="10612" y="439"/>
                    <a:pt x="10612" y="410"/>
                  </a:cubicBezTo>
                  <a:cubicBezTo>
                    <a:pt x="10612" y="386"/>
                    <a:pt x="10614" y="361"/>
                    <a:pt x="10618" y="334"/>
                  </a:cubicBezTo>
                  <a:cubicBezTo>
                    <a:pt x="10623" y="307"/>
                    <a:pt x="10628" y="280"/>
                    <a:pt x="10634" y="251"/>
                  </a:cubicBezTo>
                  <a:cubicBezTo>
                    <a:pt x="10650" y="166"/>
                    <a:pt x="10676" y="104"/>
                    <a:pt x="10712" y="65"/>
                  </a:cubicBezTo>
                  <a:cubicBezTo>
                    <a:pt x="10748" y="26"/>
                    <a:pt x="10802" y="6"/>
                    <a:pt x="10872" y="7"/>
                  </a:cubicBezTo>
                  <a:close/>
                  <a:moveTo>
                    <a:pt x="10410" y="7"/>
                  </a:moveTo>
                  <a:cubicBezTo>
                    <a:pt x="10441" y="7"/>
                    <a:pt x="10466" y="9"/>
                    <a:pt x="10485" y="13"/>
                  </a:cubicBezTo>
                  <a:cubicBezTo>
                    <a:pt x="10505" y="17"/>
                    <a:pt x="10519" y="21"/>
                    <a:pt x="10528" y="25"/>
                  </a:cubicBezTo>
                  <a:lnTo>
                    <a:pt x="10498" y="151"/>
                  </a:lnTo>
                  <a:cubicBezTo>
                    <a:pt x="10486" y="147"/>
                    <a:pt x="10474" y="143"/>
                    <a:pt x="10462" y="141"/>
                  </a:cubicBezTo>
                  <a:cubicBezTo>
                    <a:pt x="10451" y="139"/>
                    <a:pt x="10438" y="138"/>
                    <a:pt x="10425" y="138"/>
                  </a:cubicBezTo>
                  <a:cubicBezTo>
                    <a:pt x="10412" y="138"/>
                    <a:pt x="10402" y="140"/>
                    <a:pt x="10395" y="145"/>
                  </a:cubicBezTo>
                  <a:cubicBezTo>
                    <a:pt x="10388" y="150"/>
                    <a:pt x="10385" y="158"/>
                    <a:pt x="10385" y="169"/>
                  </a:cubicBezTo>
                  <a:cubicBezTo>
                    <a:pt x="10385" y="177"/>
                    <a:pt x="10386" y="186"/>
                    <a:pt x="10389" y="194"/>
                  </a:cubicBezTo>
                  <a:cubicBezTo>
                    <a:pt x="10392" y="203"/>
                    <a:pt x="10397" y="215"/>
                    <a:pt x="10403" y="230"/>
                  </a:cubicBezTo>
                  <a:lnTo>
                    <a:pt x="10429" y="291"/>
                  </a:lnTo>
                  <a:cubicBezTo>
                    <a:pt x="10436" y="306"/>
                    <a:pt x="10442" y="323"/>
                    <a:pt x="10448" y="341"/>
                  </a:cubicBezTo>
                  <a:cubicBezTo>
                    <a:pt x="10453" y="359"/>
                    <a:pt x="10457" y="377"/>
                    <a:pt x="10457" y="396"/>
                  </a:cubicBezTo>
                  <a:cubicBezTo>
                    <a:pt x="10456" y="451"/>
                    <a:pt x="10441" y="491"/>
                    <a:pt x="10412" y="516"/>
                  </a:cubicBezTo>
                  <a:cubicBezTo>
                    <a:pt x="10383" y="542"/>
                    <a:pt x="10346" y="554"/>
                    <a:pt x="10299" y="554"/>
                  </a:cubicBezTo>
                  <a:cubicBezTo>
                    <a:pt x="10266" y="553"/>
                    <a:pt x="10239" y="551"/>
                    <a:pt x="10218" y="547"/>
                  </a:cubicBezTo>
                  <a:cubicBezTo>
                    <a:pt x="10197" y="543"/>
                    <a:pt x="10182" y="539"/>
                    <a:pt x="10173" y="535"/>
                  </a:cubicBezTo>
                  <a:lnTo>
                    <a:pt x="10183" y="402"/>
                  </a:lnTo>
                  <a:cubicBezTo>
                    <a:pt x="10193" y="406"/>
                    <a:pt x="10206" y="410"/>
                    <a:pt x="10225" y="414"/>
                  </a:cubicBezTo>
                  <a:cubicBezTo>
                    <a:pt x="10244" y="418"/>
                    <a:pt x="10265" y="420"/>
                    <a:pt x="10289" y="420"/>
                  </a:cubicBezTo>
                  <a:cubicBezTo>
                    <a:pt x="10292" y="420"/>
                    <a:pt x="10295" y="420"/>
                    <a:pt x="10297" y="420"/>
                  </a:cubicBezTo>
                  <a:cubicBezTo>
                    <a:pt x="10300" y="420"/>
                    <a:pt x="10303" y="420"/>
                    <a:pt x="10306" y="420"/>
                  </a:cubicBezTo>
                  <a:cubicBezTo>
                    <a:pt x="10307" y="416"/>
                    <a:pt x="10308" y="412"/>
                    <a:pt x="10309" y="407"/>
                  </a:cubicBezTo>
                  <a:cubicBezTo>
                    <a:pt x="10310" y="403"/>
                    <a:pt x="10311" y="398"/>
                    <a:pt x="10311" y="393"/>
                  </a:cubicBezTo>
                  <a:cubicBezTo>
                    <a:pt x="10310" y="384"/>
                    <a:pt x="10309" y="375"/>
                    <a:pt x="10305" y="366"/>
                  </a:cubicBezTo>
                  <a:cubicBezTo>
                    <a:pt x="10301" y="358"/>
                    <a:pt x="10297" y="348"/>
                    <a:pt x="10291" y="336"/>
                  </a:cubicBezTo>
                  <a:lnTo>
                    <a:pt x="10264" y="276"/>
                  </a:lnTo>
                  <a:cubicBezTo>
                    <a:pt x="10256" y="259"/>
                    <a:pt x="10250" y="241"/>
                    <a:pt x="10245" y="223"/>
                  </a:cubicBezTo>
                  <a:cubicBezTo>
                    <a:pt x="10240" y="205"/>
                    <a:pt x="10238" y="188"/>
                    <a:pt x="10238" y="171"/>
                  </a:cubicBezTo>
                  <a:cubicBezTo>
                    <a:pt x="10239" y="116"/>
                    <a:pt x="10254" y="75"/>
                    <a:pt x="10285" y="48"/>
                  </a:cubicBezTo>
                  <a:cubicBezTo>
                    <a:pt x="10316" y="20"/>
                    <a:pt x="10358" y="7"/>
                    <a:pt x="10410" y="7"/>
                  </a:cubicBezTo>
                  <a:close/>
                  <a:moveTo>
                    <a:pt x="8607" y="7"/>
                  </a:moveTo>
                  <a:cubicBezTo>
                    <a:pt x="8662" y="7"/>
                    <a:pt x="8699" y="21"/>
                    <a:pt x="8721" y="47"/>
                  </a:cubicBezTo>
                  <a:cubicBezTo>
                    <a:pt x="8742" y="73"/>
                    <a:pt x="8752" y="108"/>
                    <a:pt x="8751" y="151"/>
                  </a:cubicBezTo>
                  <a:cubicBezTo>
                    <a:pt x="8751" y="175"/>
                    <a:pt x="8749" y="200"/>
                    <a:pt x="8745" y="227"/>
                  </a:cubicBezTo>
                  <a:cubicBezTo>
                    <a:pt x="8741" y="253"/>
                    <a:pt x="8735" y="281"/>
                    <a:pt x="8729" y="310"/>
                  </a:cubicBezTo>
                  <a:cubicBezTo>
                    <a:pt x="8713" y="395"/>
                    <a:pt x="8688" y="457"/>
                    <a:pt x="8653" y="496"/>
                  </a:cubicBezTo>
                  <a:cubicBezTo>
                    <a:pt x="8617" y="535"/>
                    <a:pt x="8564" y="554"/>
                    <a:pt x="8494" y="554"/>
                  </a:cubicBezTo>
                  <a:cubicBezTo>
                    <a:pt x="8439" y="553"/>
                    <a:pt x="8402" y="540"/>
                    <a:pt x="8380" y="514"/>
                  </a:cubicBezTo>
                  <a:cubicBezTo>
                    <a:pt x="8359" y="487"/>
                    <a:pt x="8349" y="453"/>
                    <a:pt x="8350" y="409"/>
                  </a:cubicBezTo>
                  <a:cubicBezTo>
                    <a:pt x="8350" y="385"/>
                    <a:pt x="8353" y="360"/>
                    <a:pt x="8357" y="334"/>
                  </a:cubicBezTo>
                  <a:cubicBezTo>
                    <a:pt x="8361" y="307"/>
                    <a:pt x="8366" y="280"/>
                    <a:pt x="8373" y="251"/>
                  </a:cubicBezTo>
                  <a:cubicBezTo>
                    <a:pt x="8384" y="194"/>
                    <a:pt x="8398" y="148"/>
                    <a:pt x="8417" y="112"/>
                  </a:cubicBezTo>
                  <a:cubicBezTo>
                    <a:pt x="8435" y="76"/>
                    <a:pt x="8460" y="49"/>
                    <a:pt x="8490" y="32"/>
                  </a:cubicBezTo>
                  <a:cubicBezTo>
                    <a:pt x="8521" y="15"/>
                    <a:pt x="8560" y="7"/>
                    <a:pt x="8607" y="7"/>
                  </a:cubicBezTo>
                  <a:close/>
                  <a:moveTo>
                    <a:pt x="8218" y="7"/>
                  </a:moveTo>
                  <a:cubicBezTo>
                    <a:pt x="8247" y="7"/>
                    <a:pt x="8275" y="9"/>
                    <a:pt x="8301" y="13"/>
                  </a:cubicBezTo>
                  <a:cubicBezTo>
                    <a:pt x="8327" y="17"/>
                    <a:pt x="8346" y="21"/>
                    <a:pt x="8357" y="26"/>
                  </a:cubicBezTo>
                  <a:lnTo>
                    <a:pt x="8325" y="153"/>
                  </a:lnTo>
                  <a:cubicBezTo>
                    <a:pt x="8312" y="149"/>
                    <a:pt x="8296" y="146"/>
                    <a:pt x="8278" y="143"/>
                  </a:cubicBezTo>
                  <a:cubicBezTo>
                    <a:pt x="8260" y="140"/>
                    <a:pt x="8239" y="138"/>
                    <a:pt x="8216" y="138"/>
                  </a:cubicBezTo>
                  <a:cubicBezTo>
                    <a:pt x="8188" y="137"/>
                    <a:pt x="8169" y="144"/>
                    <a:pt x="8157" y="160"/>
                  </a:cubicBezTo>
                  <a:cubicBezTo>
                    <a:pt x="8146" y="176"/>
                    <a:pt x="8135" y="207"/>
                    <a:pt x="8125" y="252"/>
                  </a:cubicBezTo>
                  <a:cubicBezTo>
                    <a:pt x="8121" y="268"/>
                    <a:pt x="8118" y="288"/>
                    <a:pt x="8114" y="309"/>
                  </a:cubicBezTo>
                  <a:cubicBezTo>
                    <a:pt x="8110" y="331"/>
                    <a:pt x="8107" y="353"/>
                    <a:pt x="8105" y="374"/>
                  </a:cubicBezTo>
                  <a:cubicBezTo>
                    <a:pt x="8103" y="395"/>
                    <a:pt x="8101" y="413"/>
                    <a:pt x="8101" y="428"/>
                  </a:cubicBezTo>
                  <a:cubicBezTo>
                    <a:pt x="8104" y="429"/>
                    <a:pt x="8108" y="429"/>
                    <a:pt x="8111" y="429"/>
                  </a:cubicBezTo>
                  <a:cubicBezTo>
                    <a:pt x="8114" y="429"/>
                    <a:pt x="8117" y="429"/>
                    <a:pt x="8121" y="429"/>
                  </a:cubicBezTo>
                  <a:cubicBezTo>
                    <a:pt x="8130" y="429"/>
                    <a:pt x="8139" y="429"/>
                    <a:pt x="8148" y="428"/>
                  </a:cubicBezTo>
                  <a:cubicBezTo>
                    <a:pt x="8157" y="427"/>
                    <a:pt x="8166" y="426"/>
                    <a:pt x="8174" y="424"/>
                  </a:cubicBezTo>
                  <a:lnTo>
                    <a:pt x="8188" y="346"/>
                  </a:lnTo>
                  <a:lnTo>
                    <a:pt x="8147" y="346"/>
                  </a:lnTo>
                  <a:lnTo>
                    <a:pt x="8167" y="235"/>
                  </a:lnTo>
                  <a:lnTo>
                    <a:pt x="8331" y="235"/>
                  </a:lnTo>
                  <a:lnTo>
                    <a:pt x="8277" y="526"/>
                  </a:lnTo>
                  <a:cubicBezTo>
                    <a:pt x="8259" y="534"/>
                    <a:pt x="8233" y="541"/>
                    <a:pt x="8200" y="546"/>
                  </a:cubicBezTo>
                  <a:cubicBezTo>
                    <a:pt x="8167" y="551"/>
                    <a:pt x="8135" y="554"/>
                    <a:pt x="8102" y="554"/>
                  </a:cubicBezTo>
                  <a:cubicBezTo>
                    <a:pt x="8063" y="554"/>
                    <a:pt x="8033" y="548"/>
                    <a:pt x="8012" y="536"/>
                  </a:cubicBezTo>
                  <a:cubicBezTo>
                    <a:pt x="7991" y="524"/>
                    <a:pt x="7977" y="507"/>
                    <a:pt x="7969" y="485"/>
                  </a:cubicBezTo>
                  <a:cubicBezTo>
                    <a:pt x="7961" y="464"/>
                    <a:pt x="7958" y="439"/>
                    <a:pt x="7958" y="410"/>
                  </a:cubicBezTo>
                  <a:cubicBezTo>
                    <a:pt x="7958" y="386"/>
                    <a:pt x="7960" y="361"/>
                    <a:pt x="7964" y="334"/>
                  </a:cubicBezTo>
                  <a:cubicBezTo>
                    <a:pt x="7969" y="307"/>
                    <a:pt x="7974" y="280"/>
                    <a:pt x="7980" y="251"/>
                  </a:cubicBezTo>
                  <a:cubicBezTo>
                    <a:pt x="7996" y="166"/>
                    <a:pt x="8022" y="104"/>
                    <a:pt x="8058" y="65"/>
                  </a:cubicBezTo>
                  <a:cubicBezTo>
                    <a:pt x="8094" y="26"/>
                    <a:pt x="8148" y="6"/>
                    <a:pt x="8218" y="7"/>
                  </a:cubicBezTo>
                  <a:close/>
                  <a:moveTo>
                    <a:pt x="7756" y="7"/>
                  </a:moveTo>
                  <a:cubicBezTo>
                    <a:pt x="7787" y="7"/>
                    <a:pt x="7812" y="9"/>
                    <a:pt x="7831" y="13"/>
                  </a:cubicBezTo>
                  <a:cubicBezTo>
                    <a:pt x="7851" y="17"/>
                    <a:pt x="7865" y="21"/>
                    <a:pt x="7874" y="25"/>
                  </a:cubicBezTo>
                  <a:lnTo>
                    <a:pt x="7844" y="151"/>
                  </a:lnTo>
                  <a:cubicBezTo>
                    <a:pt x="7832" y="147"/>
                    <a:pt x="7820" y="143"/>
                    <a:pt x="7808" y="141"/>
                  </a:cubicBezTo>
                  <a:cubicBezTo>
                    <a:pt x="7797" y="139"/>
                    <a:pt x="7784" y="138"/>
                    <a:pt x="7771" y="138"/>
                  </a:cubicBezTo>
                  <a:cubicBezTo>
                    <a:pt x="7758" y="138"/>
                    <a:pt x="7748" y="140"/>
                    <a:pt x="7741" y="145"/>
                  </a:cubicBezTo>
                  <a:cubicBezTo>
                    <a:pt x="7734" y="150"/>
                    <a:pt x="7731" y="158"/>
                    <a:pt x="7731" y="169"/>
                  </a:cubicBezTo>
                  <a:cubicBezTo>
                    <a:pt x="7731" y="177"/>
                    <a:pt x="7732" y="186"/>
                    <a:pt x="7735" y="194"/>
                  </a:cubicBezTo>
                  <a:cubicBezTo>
                    <a:pt x="7738" y="203"/>
                    <a:pt x="7743" y="215"/>
                    <a:pt x="7749" y="230"/>
                  </a:cubicBezTo>
                  <a:lnTo>
                    <a:pt x="7775" y="291"/>
                  </a:lnTo>
                  <a:cubicBezTo>
                    <a:pt x="7782" y="306"/>
                    <a:pt x="7788" y="323"/>
                    <a:pt x="7794" y="341"/>
                  </a:cubicBezTo>
                  <a:cubicBezTo>
                    <a:pt x="7799" y="359"/>
                    <a:pt x="7803" y="377"/>
                    <a:pt x="7803" y="396"/>
                  </a:cubicBezTo>
                  <a:cubicBezTo>
                    <a:pt x="7802" y="451"/>
                    <a:pt x="7787" y="491"/>
                    <a:pt x="7758" y="516"/>
                  </a:cubicBezTo>
                  <a:cubicBezTo>
                    <a:pt x="7729" y="542"/>
                    <a:pt x="7692" y="554"/>
                    <a:pt x="7645" y="554"/>
                  </a:cubicBezTo>
                  <a:cubicBezTo>
                    <a:pt x="7612" y="553"/>
                    <a:pt x="7585" y="551"/>
                    <a:pt x="7564" y="547"/>
                  </a:cubicBezTo>
                  <a:cubicBezTo>
                    <a:pt x="7543" y="543"/>
                    <a:pt x="7528" y="539"/>
                    <a:pt x="7519" y="535"/>
                  </a:cubicBezTo>
                  <a:lnTo>
                    <a:pt x="7529" y="402"/>
                  </a:lnTo>
                  <a:cubicBezTo>
                    <a:pt x="7539" y="406"/>
                    <a:pt x="7552" y="410"/>
                    <a:pt x="7571" y="414"/>
                  </a:cubicBezTo>
                  <a:cubicBezTo>
                    <a:pt x="7590" y="418"/>
                    <a:pt x="7611" y="420"/>
                    <a:pt x="7635" y="420"/>
                  </a:cubicBezTo>
                  <a:cubicBezTo>
                    <a:pt x="7638" y="420"/>
                    <a:pt x="7641" y="420"/>
                    <a:pt x="7643" y="420"/>
                  </a:cubicBezTo>
                  <a:cubicBezTo>
                    <a:pt x="7646" y="420"/>
                    <a:pt x="7649" y="420"/>
                    <a:pt x="7652" y="420"/>
                  </a:cubicBezTo>
                  <a:cubicBezTo>
                    <a:pt x="7653" y="416"/>
                    <a:pt x="7654" y="412"/>
                    <a:pt x="7655" y="407"/>
                  </a:cubicBezTo>
                  <a:cubicBezTo>
                    <a:pt x="7656" y="403"/>
                    <a:pt x="7657" y="398"/>
                    <a:pt x="7657" y="393"/>
                  </a:cubicBezTo>
                  <a:cubicBezTo>
                    <a:pt x="7656" y="384"/>
                    <a:pt x="7655" y="375"/>
                    <a:pt x="7651" y="366"/>
                  </a:cubicBezTo>
                  <a:cubicBezTo>
                    <a:pt x="7647" y="358"/>
                    <a:pt x="7643" y="348"/>
                    <a:pt x="7637" y="336"/>
                  </a:cubicBezTo>
                  <a:lnTo>
                    <a:pt x="7610" y="276"/>
                  </a:lnTo>
                  <a:cubicBezTo>
                    <a:pt x="7602" y="259"/>
                    <a:pt x="7596" y="241"/>
                    <a:pt x="7591" y="223"/>
                  </a:cubicBezTo>
                  <a:cubicBezTo>
                    <a:pt x="7586" y="205"/>
                    <a:pt x="7584" y="188"/>
                    <a:pt x="7584" y="171"/>
                  </a:cubicBezTo>
                  <a:cubicBezTo>
                    <a:pt x="7585" y="116"/>
                    <a:pt x="7600" y="75"/>
                    <a:pt x="7631" y="48"/>
                  </a:cubicBezTo>
                  <a:cubicBezTo>
                    <a:pt x="7662" y="20"/>
                    <a:pt x="7704" y="7"/>
                    <a:pt x="7756" y="7"/>
                  </a:cubicBezTo>
                  <a:close/>
                  <a:moveTo>
                    <a:pt x="5955" y="7"/>
                  </a:moveTo>
                  <a:cubicBezTo>
                    <a:pt x="6010" y="7"/>
                    <a:pt x="6047" y="21"/>
                    <a:pt x="6069" y="47"/>
                  </a:cubicBezTo>
                  <a:cubicBezTo>
                    <a:pt x="6090" y="73"/>
                    <a:pt x="6100" y="108"/>
                    <a:pt x="6099" y="151"/>
                  </a:cubicBezTo>
                  <a:cubicBezTo>
                    <a:pt x="6099" y="175"/>
                    <a:pt x="6097" y="200"/>
                    <a:pt x="6093" y="227"/>
                  </a:cubicBezTo>
                  <a:cubicBezTo>
                    <a:pt x="6089" y="253"/>
                    <a:pt x="6083" y="281"/>
                    <a:pt x="6077" y="310"/>
                  </a:cubicBezTo>
                  <a:cubicBezTo>
                    <a:pt x="6061" y="395"/>
                    <a:pt x="6036" y="457"/>
                    <a:pt x="6001" y="496"/>
                  </a:cubicBezTo>
                  <a:cubicBezTo>
                    <a:pt x="5965" y="535"/>
                    <a:pt x="5912" y="554"/>
                    <a:pt x="5842" y="554"/>
                  </a:cubicBezTo>
                  <a:cubicBezTo>
                    <a:pt x="5787" y="553"/>
                    <a:pt x="5750" y="540"/>
                    <a:pt x="5728" y="514"/>
                  </a:cubicBezTo>
                  <a:cubicBezTo>
                    <a:pt x="5707" y="487"/>
                    <a:pt x="5697" y="453"/>
                    <a:pt x="5698" y="409"/>
                  </a:cubicBezTo>
                  <a:cubicBezTo>
                    <a:pt x="5698" y="385"/>
                    <a:pt x="5701" y="360"/>
                    <a:pt x="5705" y="334"/>
                  </a:cubicBezTo>
                  <a:cubicBezTo>
                    <a:pt x="5709" y="307"/>
                    <a:pt x="5714" y="280"/>
                    <a:pt x="5721" y="251"/>
                  </a:cubicBezTo>
                  <a:cubicBezTo>
                    <a:pt x="5732" y="194"/>
                    <a:pt x="5746" y="148"/>
                    <a:pt x="5765" y="112"/>
                  </a:cubicBezTo>
                  <a:cubicBezTo>
                    <a:pt x="5783" y="76"/>
                    <a:pt x="5808" y="49"/>
                    <a:pt x="5838" y="32"/>
                  </a:cubicBezTo>
                  <a:cubicBezTo>
                    <a:pt x="5869" y="15"/>
                    <a:pt x="5908" y="7"/>
                    <a:pt x="5955" y="7"/>
                  </a:cubicBezTo>
                  <a:close/>
                  <a:moveTo>
                    <a:pt x="5566" y="7"/>
                  </a:moveTo>
                  <a:cubicBezTo>
                    <a:pt x="5595" y="7"/>
                    <a:pt x="5623" y="9"/>
                    <a:pt x="5649" y="13"/>
                  </a:cubicBezTo>
                  <a:cubicBezTo>
                    <a:pt x="5675" y="17"/>
                    <a:pt x="5694" y="21"/>
                    <a:pt x="5705" y="26"/>
                  </a:cubicBezTo>
                  <a:lnTo>
                    <a:pt x="5673" y="153"/>
                  </a:lnTo>
                  <a:cubicBezTo>
                    <a:pt x="5660" y="149"/>
                    <a:pt x="5644" y="146"/>
                    <a:pt x="5626" y="143"/>
                  </a:cubicBezTo>
                  <a:cubicBezTo>
                    <a:pt x="5608" y="140"/>
                    <a:pt x="5587" y="138"/>
                    <a:pt x="5564" y="138"/>
                  </a:cubicBezTo>
                  <a:cubicBezTo>
                    <a:pt x="5536" y="137"/>
                    <a:pt x="5517" y="144"/>
                    <a:pt x="5505" y="160"/>
                  </a:cubicBezTo>
                  <a:cubicBezTo>
                    <a:pt x="5494" y="176"/>
                    <a:pt x="5483" y="207"/>
                    <a:pt x="5473" y="252"/>
                  </a:cubicBezTo>
                  <a:cubicBezTo>
                    <a:pt x="5469" y="268"/>
                    <a:pt x="5466" y="288"/>
                    <a:pt x="5462" y="309"/>
                  </a:cubicBezTo>
                  <a:cubicBezTo>
                    <a:pt x="5458" y="331"/>
                    <a:pt x="5455" y="353"/>
                    <a:pt x="5453" y="374"/>
                  </a:cubicBezTo>
                  <a:cubicBezTo>
                    <a:pt x="5451" y="395"/>
                    <a:pt x="5449" y="413"/>
                    <a:pt x="5449" y="428"/>
                  </a:cubicBezTo>
                  <a:cubicBezTo>
                    <a:pt x="5452" y="429"/>
                    <a:pt x="5456" y="429"/>
                    <a:pt x="5459" y="429"/>
                  </a:cubicBezTo>
                  <a:cubicBezTo>
                    <a:pt x="5462" y="429"/>
                    <a:pt x="5465" y="429"/>
                    <a:pt x="5469" y="429"/>
                  </a:cubicBezTo>
                  <a:cubicBezTo>
                    <a:pt x="5478" y="429"/>
                    <a:pt x="5487" y="429"/>
                    <a:pt x="5496" y="428"/>
                  </a:cubicBezTo>
                  <a:cubicBezTo>
                    <a:pt x="5505" y="427"/>
                    <a:pt x="5514" y="426"/>
                    <a:pt x="5522" y="424"/>
                  </a:cubicBezTo>
                  <a:lnTo>
                    <a:pt x="5536" y="346"/>
                  </a:lnTo>
                  <a:lnTo>
                    <a:pt x="5495" y="346"/>
                  </a:lnTo>
                  <a:lnTo>
                    <a:pt x="5515" y="235"/>
                  </a:lnTo>
                  <a:lnTo>
                    <a:pt x="5679" y="235"/>
                  </a:lnTo>
                  <a:lnTo>
                    <a:pt x="5625" y="526"/>
                  </a:lnTo>
                  <a:cubicBezTo>
                    <a:pt x="5607" y="534"/>
                    <a:pt x="5581" y="541"/>
                    <a:pt x="5548" y="546"/>
                  </a:cubicBezTo>
                  <a:cubicBezTo>
                    <a:pt x="5515" y="551"/>
                    <a:pt x="5483" y="554"/>
                    <a:pt x="5450" y="554"/>
                  </a:cubicBezTo>
                  <a:cubicBezTo>
                    <a:pt x="5411" y="554"/>
                    <a:pt x="5381" y="548"/>
                    <a:pt x="5360" y="536"/>
                  </a:cubicBezTo>
                  <a:cubicBezTo>
                    <a:pt x="5339" y="524"/>
                    <a:pt x="5325" y="507"/>
                    <a:pt x="5317" y="485"/>
                  </a:cubicBezTo>
                  <a:cubicBezTo>
                    <a:pt x="5309" y="464"/>
                    <a:pt x="5306" y="439"/>
                    <a:pt x="5306" y="410"/>
                  </a:cubicBezTo>
                  <a:cubicBezTo>
                    <a:pt x="5306" y="386"/>
                    <a:pt x="5308" y="361"/>
                    <a:pt x="5312" y="334"/>
                  </a:cubicBezTo>
                  <a:cubicBezTo>
                    <a:pt x="5317" y="307"/>
                    <a:pt x="5322" y="280"/>
                    <a:pt x="5328" y="251"/>
                  </a:cubicBezTo>
                  <a:cubicBezTo>
                    <a:pt x="5344" y="166"/>
                    <a:pt x="5370" y="104"/>
                    <a:pt x="5406" y="65"/>
                  </a:cubicBezTo>
                  <a:cubicBezTo>
                    <a:pt x="5442" y="26"/>
                    <a:pt x="5496" y="6"/>
                    <a:pt x="5566" y="7"/>
                  </a:cubicBezTo>
                  <a:close/>
                  <a:moveTo>
                    <a:pt x="5104" y="7"/>
                  </a:moveTo>
                  <a:cubicBezTo>
                    <a:pt x="5135" y="7"/>
                    <a:pt x="5160" y="9"/>
                    <a:pt x="5179" y="13"/>
                  </a:cubicBezTo>
                  <a:cubicBezTo>
                    <a:pt x="5199" y="17"/>
                    <a:pt x="5213" y="21"/>
                    <a:pt x="5222" y="25"/>
                  </a:cubicBezTo>
                  <a:lnTo>
                    <a:pt x="5192" y="151"/>
                  </a:lnTo>
                  <a:cubicBezTo>
                    <a:pt x="5180" y="147"/>
                    <a:pt x="5168" y="143"/>
                    <a:pt x="5156" y="141"/>
                  </a:cubicBezTo>
                  <a:cubicBezTo>
                    <a:pt x="5145" y="139"/>
                    <a:pt x="5132" y="138"/>
                    <a:pt x="5119" y="138"/>
                  </a:cubicBezTo>
                  <a:cubicBezTo>
                    <a:pt x="5106" y="138"/>
                    <a:pt x="5096" y="140"/>
                    <a:pt x="5089" y="145"/>
                  </a:cubicBezTo>
                  <a:cubicBezTo>
                    <a:pt x="5082" y="150"/>
                    <a:pt x="5079" y="158"/>
                    <a:pt x="5079" y="169"/>
                  </a:cubicBezTo>
                  <a:cubicBezTo>
                    <a:pt x="5079" y="177"/>
                    <a:pt x="5080" y="186"/>
                    <a:pt x="5083" y="194"/>
                  </a:cubicBezTo>
                  <a:cubicBezTo>
                    <a:pt x="5086" y="203"/>
                    <a:pt x="5091" y="215"/>
                    <a:pt x="5097" y="230"/>
                  </a:cubicBezTo>
                  <a:lnTo>
                    <a:pt x="5123" y="291"/>
                  </a:lnTo>
                  <a:cubicBezTo>
                    <a:pt x="5130" y="306"/>
                    <a:pt x="5136" y="323"/>
                    <a:pt x="5142" y="341"/>
                  </a:cubicBezTo>
                  <a:cubicBezTo>
                    <a:pt x="5147" y="359"/>
                    <a:pt x="5151" y="377"/>
                    <a:pt x="5151" y="396"/>
                  </a:cubicBezTo>
                  <a:cubicBezTo>
                    <a:pt x="5150" y="451"/>
                    <a:pt x="5135" y="491"/>
                    <a:pt x="5106" y="516"/>
                  </a:cubicBezTo>
                  <a:cubicBezTo>
                    <a:pt x="5077" y="542"/>
                    <a:pt x="5040" y="554"/>
                    <a:pt x="4993" y="554"/>
                  </a:cubicBezTo>
                  <a:cubicBezTo>
                    <a:pt x="4960" y="553"/>
                    <a:pt x="4933" y="551"/>
                    <a:pt x="4912" y="547"/>
                  </a:cubicBezTo>
                  <a:cubicBezTo>
                    <a:pt x="4891" y="543"/>
                    <a:pt x="4876" y="539"/>
                    <a:pt x="4867" y="535"/>
                  </a:cubicBezTo>
                  <a:lnTo>
                    <a:pt x="4877" y="402"/>
                  </a:lnTo>
                  <a:cubicBezTo>
                    <a:pt x="4887" y="406"/>
                    <a:pt x="4900" y="410"/>
                    <a:pt x="4919" y="414"/>
                  </a:cubicBezTo>
                  <a:cubicBezTo>
                    <a:pt x="4938" y="418"/>
                    <a:pt x="4959" y="420"/>
                    <a:pt x="4983" y="420"/>
                  </a:cubicBezTo>
                  <a:cubicBezTo>
                    <a:pt x="4986" y="420"/>
                    <a:pt x="4989" y="420"/>
                    <a:pt x="4991" y="420"/>
                  </a:cubicBezTo>
                  <a:cubicBezTo>
                    <a:pt x="4994" y="420"/>
                    <a:pt x="4997" y="420"/>
                    <a:pt x="5000" y="420"/>
                  </a:cubicBezTo>
                  <a:cubicBezTo>
                    <a:pt x="5001" y="416"/>
                    <a:pt x="5002" y="412"/>
                    <a:pt x="5003" y="407"/>
                  </a:cubicBezTo>
                  <a:cubicBezTo>
                    <a:pt x="5004" y="403"/>
                    <a:pt x="5005" y="398"/>
                    <a:pt x="5005" y="393"/>
                  </a:cubicBezTo>
                  <a:cubicBezTo>
                    <a:pt x="5004" y="384"/>
                    <a:pt x="5003" y="375"/>
                    <a:pt x="4999" y="366"/>
                  </a:cubicBezTo>
                  <a:cubicBezTo>
                    <a:pt x="4995" y="358"/>
                    <a:pt x="4991" y="348"/>
                    <a:pt x="4985" y="336"/>
                  </a:cubicBezTo>
                  <a:lnTo>
                    <a:pt x="4958" y="276"/>
                  </a:lnTo>
                  <a:cubicBezTo>
                    <a:pt x="4950" y="259"/>
                    <a:pt x="4944" y="241"/>
                    <a:pt x="4939" y="223"/>
                  </a:cubicBezTo>
                  <a:cubicBezTo>
                    <a:pt x="4934" y="205"/>
                    <a:pt x="4932" y="188"/>
                    <a:pt x="4932" y="171"/>
                  </a:cubicBezTo>
                  <a:cubicBezTo>
                    <a:pt x="4933" y="116"/>
                    <a:pt x="4948" y="75"/>
                    <a:pt x="4979" y="48"/>
                  </a:cubicBezTo>
                  <a:cubicBezTo>
                    <a:pt x="5010" y="20"/>
                    <a:pt x="5052" y="7"/>
                    <a:pt x="5104" y="7"/>
                  </a:cubicBezTo>
                  <a:close/>
                  <a:moveTo>
                    <a:pt x="3301" y="7"/>
                  </a:moveTo>
                  <a:cubicBezTo>
                    <a:pt x="3356" y="7"/>
                    <a:pt x="3393" y="21"/>
                    <a:pt x="3415" y="47"/>
                  </a:cubicBezTo>
                  <a:cubicBezTo>
                    <a:pt x="3436" y="73"/>
                    <a:pt x="3446" y="108"/>
                    <a:pt x="3445" y="151"/>
                  </a:cubicBezTo>
                  <a:cubicBezTo>
                    <a:pt x="3445" y="175"/>
                    <a:pt x="3443" y="200"/>
                    <a:pt x="3439" y="227"/>
                  </a:cubicBezTo>
                  <a:cubicBezTo>
                    <a:pt x="3435" y="253"/>
                    <a:pt x="3429" y="281"/>
                    <a:pt x="3423" y="310"/>
                  </a:cubicBezTo>
                  <a:cubicBezTo>
                    <a:pt x="3407" y="395"/>
                    <a:pt x="3382" y="457"/>
                    <a:pt x="3347" y="496"/>
                  </a:cubicBezTo>
                  <a:cubicBezTo>
                    <a:pt x="3311" y="535"/>
                    <a:pt x="3258" y="554"/>
                    <a:pt x="3188" y="554"/>
                  </a:cubicBezTo>
                  <a:cubicBezTo>
                    <a:pt x="3133" y="553"/>
                    <a:pt x="3096" y="540"/>
                    <a:pt x="3074" y="514"/>
                  </a:cubicBezTo>
                  <a:cubicBezTo>
                    <a:pt x="3053" y="487"/>
                    <a:pt x="3043" y="453"/>
                    <a:pt x="3044" y="409"/>
                  </a:cubicBezTo>
                  <a:cubicBezTo>
                    <a:pt x="3044" y="385"/>
                    <a:pt x="3047" y="360"/>
                    <a:pt x="3051" y="334"/>
                  </a:cubicBezTo>
                  <a:cubicBezTo>
                    <a:pt x="3055" y="307"/>
                    <a:pt x="3060" y="280"/>
                    <a:pt x="3067" y="251"/>
                  </a:cubicBezTo>
                  <a:cubicBezTo>
                    <a:pt x="3078" y="194"/>
                    <a:pt x="3092" y="148"/>
                    <a:pt x="3111" y="112"/>
                  </a:cubicBezTo>
                  <a:cubicBezTo>
                    <a:pt x="3129" y="76"/>
                    <a:pt x="3154" y="49"/>
                    <a:pt x="3184" y="32"/>
                  </a:cubicBezTo>
                  <a:cubicBezTo>
                    <a:pt x="3215" y="15"/>
                    <a:pt x="3254" y="7"/>
                    <a:pt x="3301" y="7"/>
                  </a:cubicBezTo>
                  <a:close/>
                  <a:moveTo>
                    <a:pt x="2912" y="7"/>
                  </a:moveTo>
                  <a:cubicBezTo>
                    <a:pt x="2941" y="7"/>
                    <a:pt x="2969" y="9"/>
                    <a:pt x="2995" y="13"/>
                  </a:cubicBezTo>
                  <a:cubicBezTo>
                    <a:pt x="3021" y="17"/>
                    <a:pt x="3040" y="21"/>
                    <a:pt x="3051" y="26"/>
                  </a:cubicBezTo>
                  <a:lnTo>
                    <a:pt x="3019" y="153"/>
                  </a:lnTo>
                  <a:cubicBezTo>
                    <a:pt x="3006" y="149"/>
                    <a:pt x="2990" y="146"/>
                    <a:pt x="2972" y="143"/>
                  </a:cubicBezTo>
                  <a:cubicBezTo>
                    <a:pt x="2954" y="140"/>
                    <a:pt x="2933" y="138"/>
                    <a:pt x="2910" y="138"/>
                  </a:cubicBezTo>
                  <a:cubicBezTo>
                    <a:pt x="2882" y="137"/>
                    <a:pt x="2863" y="144"/>
                    <a:pt x="2851" y="160"/>
                  </a:cubicBezTo>
                  <a:cubicBezTo>
                    <a:pt x="2840" y="176"/>
                    <a:pt x="2829" y="207"/>
                    <a:pt x="2819" y="252"/>
                  </a:cubicBezTo>
                  <a:cubicBezTo>
                    <a:pt x="2815" y="268"/>
                    <a:pt x="2812" y="288"/>
                    <a:pt x="2808" y="309"/>
                  </a:cubicBezTo>
                  <a:cubicBezTo>
                    <a:pt x="2804" y="331"/>
                    <a:pt x="2801" y="353"/>
                    <a:pt x="2799" y="374"/>
                  </a:cubicBezTo>
                  <a:cubicBezTo>
                    <a:pt x="2797" y="395"/>
                    <a:pt x="2795" y="413"/>
                    <a:pt x="2795" y="428"/>
                  </a:cubicBezTo>
                  <a:cubicBezTo>
                    <a:pt x="2798" y="429"/>
                    <a:pt x="2802" y="429"/>
                    <a:pt x="2805" y="429"/>
                  </a:cubicBezTo>
                  <a:cubicBezTo>
                    <a:pt x="2808" y="429"/>
                    <a:pt x="2811" y="429"/>
                    <a:pt x="2815" y="429"/>
                  </a:cubicBezTo>
                  <a:cubicBezTo>
                    <a:pt x="2824" y="429"/>
                    <a:pt x="2833" y="429"/>
                    <a:pt x="2842" y="428"/>
                  </a:cubicBezTo>
                  <a:cubicBezTo>
                    <a:pt x="2851" y="427"/>
                    <a:pt x="2860" y="426"/>
                    <a:pt x="2868" y="424"/>
                  </a:cubicBezTo>
                  <a:lnTo>
                    <a:pt x="2882" y="346"/>
                  </a:lnTo>
                  <a:lnTo>
                    <a:pt x="2841" y="346"/>
                  </a:lnTo>
                  <a:lnTo>
                    <a:pt x="2861" y="235"/>
                  </a:lnTo>
                  <a:lnTo>
                    <a:pt x="3025" y="235"/>
                  </a:lnTo>
                  <a:lnTo>
                    <a:pt x="2971" y="526"/>
                  </a:lnTo>
                  <a:cubicBezTo>
                    <a:pt x="2953" y="534"/>
                    <a:pt x="2927" y="541"/>
                    <a:pt x="2894" y="546"/>
                  </a:cubicBezTo>
                  <a:cubicBezTo>
                    <a:pt x="2861" y="551"/>
                    <a:pt x="2829" y="554"/>
                    <a:pt x="2796" y="554"/>
                  </a:cubicBezTo>
                  <a:cubicBezTo>
                    <a:pt x="2757" y="554"/>
                    <a:pt x="2727" y="548"/>
                    <a:pt x="2706" y="536"/>
                  </a:cubicBezTo>
                  <a:cubicBezTo>
                    <a:pt x="2685" y="524"/>
                    <a:pt x="2671" y="507"/>
                    <a:pt x="2663" y="485"/>
                  </a:cubicBezTo>
                  <a:cubicBezTo>
                    <a:pt x="2655" y="464"/>
                    <a:pt x="2652" y="439"/>
                    <a:pt x="2652" y="410"/>
                  </a:cubicBezTo>
                  <a:cubicBezTo>
                    <a:pt x="2652" y="386"/>
                    <a:pt x="2654" y="361"/>
                    <a:pt x="2658" y="334"/>
                  </a:cubicBezTo>
                  <a:cubicBezTo>
                    <a:pt x="2663" y="307"/>
                    <a:pt x="2668" y="280"/>
                    <a:pt x="2674" y="251"/>
                  </a:cubicBezTo>
                  <a:cubicBezTo>
                    <a:pt x="2690" y="166"/>
                    <a:pt x="2716" y="104"/>
                    <a:pt x="2752" y="65"/>
                  </a:cubicBezTo>
                  <a:cubicBezTo>
                    <a:pt x="2788" y="26"/>
                    <a:pt x="2842" y="6"/>
                    <a:pt x="2912" y="7"/>
                  </a:cubicBezTo>
                  <a:close/>
                  <a:moveTo>
                    <a:pt x="2452" y="7"/>
                  </a:moveTo>
                  <a:cubicBezTo>
                    <a:pt x="2483" y="7"/>
                    <a:pt x="2508" y="9"/>
                    <a:pt x="2527" y="13"/>
                  </a:cubicBezTo>
                  <a:cubicBezTo>
                    <a:pt x="2547" y="17"/>
                    <a:pt x="2561" y="21"/>
                    <a:pt x="2570" y="25"/>
                  </a:cubicBezTo>
                  <a:lnTo>
                    <a:pt x="2540" y="151"/>
                  </a:lnTo>
                  <a:cubicBezTo>
                    <a:pt x="2528" y="147"/>
                    <a:pt x="2516" y="143"/>
                    <a:pt x="2504" y="141"/>
                  </a:cubicBezTo>
                  <a:cubicBezTo>
                    <a:pt x="2493" y="139"/>
                    <a:pt x="2480" y="138"/>
                    <a:pt x="2467" y="138"/>
                  </a:cubicBezTo>
                  <a:cubicBezTo>
                    <a:pt x="2454" y="138"/>
                    <a:pt x="2444" y="140"/>
                    <a:pt x="2437" y="145"/>
                  </a:cubicBezTo>
                  <a:cubicBezTo>
                    <a:pt x="2430" y="150"/>
                    <a:pt x="2427" y="158"/>
                    <a:pt x="2427" y="169"/>
                  </a:cubicBezTo>
                  <a:cubicBezTo>
                    <a:pt x="2427" y="177"/>
                    <a:pt x="2428" y="186"/>
                    <a:pt x="2431" y="194"/>
                  </a:cubicBezTo>
                  <a:cubicBezTo>
                    <a:pt x="2434" y="203"/>
                    <a:pt x="2439" y="215"/>
                    <a:pt x="2445" y="230"/>
                  </a:cubicBezTo>
                  <a:lnTo>
                    <a:pt x="2471" y="291"/>
                  </a:lnTo>
                  <a:cubicBezTo>
                    <a:pt x="2478" y="306"/>
                    <a:pt x="2484" y="323"/>
                    <a:pt x="2490" y="341"/>
                  </a:cubicBezTo>
                  <a:cubicBezTo>
                    <a:pt x="2495" y="359"/>
                    <a:pt x="2499" y="377"/>
                    <a:pt x="2499" y="396"/>
                  </a:cubicBezTo>
                  <a:cubicBezTo>
                    <a:pt x="2498" y="451"/>
                    <a:pt x="2483" y="491"/>
                    <a:pt x="2454" y="516"/>
                  </a:cubicBezTo>
                  <a:cubicBezTo>
                    <a:pt x="2425" y="542"/>
                    <a:pt x="2388" y="554"/>
                    <a:pt x="2341" y="554"/>
                  </a:cubicBezTo>
                  <a:cubicBezTo>
                    <a:pt x="2308" y="553"/>
                    <a:pt x="2281" y="551"/>
                    <a:pt x="2260" y="547"/>
                  </a:cubicBezTo>
                  <a:cubicBezTo>
                    <a:pt x="2239" y="543"/>
                    <a:pt x="2224" y="539"/>
                    <a:pt x="2215" y="535"/>
                  </a:cubicBezTo>
                  <a:lnTo>
                    <a:pt x="2225" y="402"/>
                  </a:lnTo>
                  <a:cubicBezTo>
                    <a:pt x="2235" y="406"/>
                    <a:pt x="2248" y="410"/>
                    <a:pt x="2267" y="414"/>
                  </a:cubicBezTo>
                  <a:cubicBezTo>
                    <a:pt x="2286" y="418"/>
                    <a:pt x="2307" y="420"/>
                    <a:pt x="2331" y="420"/>
                  </a:cubicBezTo>
                  <a:cubicBezTo>
                    <a:pt x="2334" y="420"/>
                    <a:pt x="2337" y="420"/>
                    <a:pt x="2339" y="420"/>
                  </a:cubicBezTo>
                  <a:cubicBezTo>
                    <a:pt x="2342" y="420"/>
                    <a:pt x="2345" y="420"/>
                    <a:pt x="2348" y="420"/>
                  </a:cubicBezTo>
                  <a:cubicBezTo>
                    <a:pt x="2349" y="416"/>
                    <a:pt x="2350" y="412"/>
                    <a:pt x="2351" y="407"/>
                  </a:cubicBezTo>
                  <a:cubicBezTo>
                    <a:pt x="2352" y="403"/>
                    <a:pt x="2353" y="398"/>
                    <a:pt x="2353" y="393"/>
                  </a:cubicBezTo>
                  <a:cubicBezTo>
                    <a:pt x="2352" y="384"/>
                    <a:pt x="2351" y="375"/>
                    <a:pt x="2347" y="366"/>
                  </a:cubicBezTo>
                  <a:cubicBezTo>
                    <a:pt x="2343" y="358"/>
                    <a:pt x="2339" y="348"/>
                    <a:pt x="2333" y="336"/>
                  </a:cubicBezTo>
                  <a:lnTo>
                    <a:pt x="2306" y="276"/>
                  </a:lnTo>
                  <a:cubicBezTo>
                    <a:pt x="2298" y="259"/>
                    <a:pt x="2292" y="241"/>
                    <a:pt x="2287" y="223"/>
                  </a:cubicBezTo>
                  <a:cubicBezTo>
                    <a:pt x="2282" y="205"/>
                    <a:pt x="2280" y="188"/>
                    <a:pt x="2280" y="171"/>
                  </a:cubicBezTo>
                  <a:cubicBezTo>
                    <a:pt x="2281" y="116"/>
                    <a:pt x="2296" y="75"/>
                    <a:pt x="2327" y="48"/>
                  </a:cubicBezTo>
                  <a:cubicBezTo>
                    <a:pt x="2358" y="20"/>
                    <a:pt x="2400" y="7"/>
                    <a:pt x="2452" y="7"/>
                  </a:cubicBezTo>
                  <a:close/>
                  <a:moveTo>
                    <a:pt x="649" y="7"/>
                  </a:moveTo>
                  <a:cubicBezTo>
                    <a:pt x="704" y="7"/>
                    <a:pt x="741" y="21"/>
                    <a:pt x="763" y="47"/>
                  </a:cubicBezTo>
                  <a:cubicBezTo>
                    <a:pt x="784" y="73"/>
                    <a:pt x="794" y="108"/>
                    <a:pt x="793" y="151"/>
                  </a:cubicBezTo>
                  <a:cubicBezTo>
                    <a:pt x="793" y="175"/>
                    <a:pt x="791" y="200"/>
                    <a:pt x="787" y="227"/>
                  </a:cubicBezTo>
                  <a:cubicBezTo>
                    <a:pt x="783" y="253"/>
                    <a:pt x="777" y="281"/>
                    <a:pt x="771" y="310"/>
                  </a:cubicBezTo>
                  <a:cubicBezTo>
                    <a:pt x="755" y="395"/>
                    <a:pt x="730" y="457"/>
                    <a:pt x="695" y="496"/>
                  </a:cubicBezTo>
                  <a:cubicBezTo>
                    <a:pt x="659" y="535"/>
                    <a:pt x="606" y="554"/>
                    <a:pt x="536" y="554"/>
                  </a:cubicBezTo>
                  <a:cubicBezTo>
                    <a:pt x="481" y="553"/>
                    <a:pt x="444" y="540"/>
                    <a:pt x="422" y="514"/>
                  </a:cubicBezTo>
                  <a:cubicBezTo>
                    <a:pt x="401" y="487"/>
                    <a:pt x="391" y="453"/>
                    <a:pt x="392" y="409"/>
                  </a:cubicBezTo>
                  <a:cubicBezTo>
                    <a:pt x="392" y="385"/>
                    <a:pt x="395" y="360"/>
                    <a:pt x="399" y="334"/>
                  </a:cubicBezTo>
                  <a:cubicBezTo>
                    <a:pt x="403" y="307"/>
                    <a:pt x="408" y="280"/>
                    <a:pt x="415" y="251"/>
                  </a:cubicBezTo>
                  <a:cubicBezTo>
                    <a:pt x="426" y="194"/>
                    <a:pt x="440" y="148"/>
                    <a:pt x="459" y="112"/>
                  </a:cubicBezTo>
                  <a:cubicBezTo>
                    <a:pt x="477" y="76"/>
                    <a:pt x="502" y="49"/>
                    <a:pt x="532" y="32"/>
                  </a:cubicBezTo>
                  <a:cubicBezTo>
                    <a:pt x="563" y="15"/>
                    <a:pt x="602" y="7"/>
                    <a:pt x="649" y="7"/>
                  </a:cubicBezTo>
                  <a:close/>
                  <a:moveTo>
                    <a:pt x="260" y="7"/>
                  </a:moveTo>
                  <a:cubicBezTo>
                    <a:pt x="289" y="7"/>
                    <a:pt x="317" y="9"/>
                    <a:pt x="343" y="13"/>
                  </a:cubicBezTo>
                  <a:cubicBezTo>
                    <a:pt x="369" y="17"/>
                    <a:pt x="388" y="21"/>
                    <a:pt x="399" y="26"/>
                  </a:cubicBezTo>
                  <a:lnTo>
                    <a:pt x="367" y="153"/>
                  </a:lnTo>
                  <a:cubicBezTo>
                    <a:pt x="354" y="149"/>
                    <a:pt x="338" y="146"/>
                    <a:pt x="320" y="143"/>
                  </a:cubicBezTo>
                  <a:cubicBezTo>
                    <a:pt x="302" y="140"/>
                    <a:pt x="281" y="138"/>
                    <a:pt x="258" y="138"/>
                  </a:cubicBezTo>
                  <a:cubicBezTo>
                    <a:pt x="230" y="137"/>
                    <a:pt x="211" y="144"/>
                    <a:pt x="199" y="160"/>
                  </a:cubicBezTo>
                  <a:cubicBezTo>
                    <a:pt x="188" y="176"/>
                    <a:pt x="177" y="207"/>
                    <a:pt x="167" y="252"/>
                  </a:cubicBezTo>
                  <a:cubicBezTo>
                    <a:pt x="163" y="268"/>
                    <a:pt x="160" y="288"/>
                    <a:pt x="156" y="309"/>
                  </a:cubicBezTo>
                  <a:cubicBezTo>
                    <a:pt x="152" y="331"/>
                    <a:pt x="149" y="353"/>
                    <a:pt x="147" y="374"/>
                  </a:cubicBezTo>
                  <a:cubicBezTo>
                    <a:pt x="145" y="395"/>
                    <a:pt x="143" y="413"/>
                    <a:pt x="143" y="428"/>
                  </a:cubicBezTo>
                  <a:cubicBezTo>
                    <a:pt x="146" y="429"/>
                    <a:pt x="150" y="429"/>
                    <a:pt x="153" y="429"/>
                  </a:cubicBezTo>
                  <a:cubicBezTo>
                    <a:pt x="156" y="429"/>
                    <a:pt x="159" y="429"/>
                    <a:pt x="163" y="429"/>
                  </a:cubicBezTo>
                  <a:cubicBezTo>
                    <a:pt x="172" y="429"/>
                    <a:pt x="181" y="429"/>
                    <a:pt x="190" y="428"/>
                  </a:cubicBezTo>
                  <a:cubicBezTo>
                    <a:pt x="199" y="427"/>
                    <a:pt x="208" y="426"/>
                    <a:pt x="216" y="424"/>
                  </a:cubicBezTo>
                  <a:lnTo>
                    <a:pt x="230" y="346"/>
                  </a:lnTo>
                  <a:lnTo>
                    <a:pt x="189" y="346"/>
                  </a:lnTo>
                  <a:lnTo>
                    <a:pt x="209" y="235"/>
                  </a:lnTo>
                  <a:lnTo>
                    <a:pt x="373" y="235"/>
                  </a:lnTo>
                  <a:lnTo>
                    <a:pt x="319" y="526"/>
                  </a:lnTo>
                  <a:cubicBezTo>
                    <a:pt x="301" y="534"/>
                    <a:pt x="275" y="541"/>
                    <a:pt x="242" y="546"/>
                  </a:cubicBezTo>
                  <a:cubicBezTo>
                    <a:pt x="209" y="551"/>
                    <a:pt x="177" y="554"/>
                    <a:pt x="144" y="554"/>
                  </a:cubicBezTo>
                  <a:cubicBezTo>
                    <a:pt x="105" y="554"/>
                    <a:pt x="75" y="548"/>
                    <a:pt x="54" y="536"/>
                  </a:cubicBezTo>
                  <a:cubicBezTo>
                    <a:pt x="33" y="524"/>
                    <a:pt x="19" y="507"/>
                    <a:pt x="11" y="485"/>
                  </a:cubicBezTo>
                  <a:cubicBezTo>
                    <a:pt x="3" y="464"/>
                    <a:pt x="0" y="439"/>
                    <a:pt x="0" y="410"/>
                  </a:cubicBezTo>
                  <a:cubicBezTo>
                    <a:pt x="0" y="386"/>
                    <a:pt x="2" y="361"/>
                    <a:pt x="6" y="334"/>
                  </a:cubicBezTo>
                  <a:cubicBezTo>
                    <a:pt x="11" y="307"/>
                    <a:pt x="16" y="280"/>
                    <a:pt x="22" y="251"/>
                  </a:cubicBezTo>
                  <a:cubicBezTo>
                    <a:pt x="38" y="166"/>
                    <a:pt x="64" y="104"/>
                    <a:pt x="100" y="65"/>
                  </a:cubicBezTo>
                  <a:cubicBezTo>
                    <a:pt x="136" y="26"/>
                    <a:pt x="190" y="6"/>
                    <a:pt x="260" y="7"/>
                  </a:cubicBezTo>
                  <a:close/>
                  <a:moveTo>
                    <a:pt x="16953" y="0"/>
                  </a:moveTo>
                  <a:lnTo>
                    <a:pt x="16863" y="374"/>
                  </a:lnTo>
                  <a:lnTo>
                    <a:pt x="16744" y="374"/>
                  </a:lnTo>
                  <a:lnTo>
                    <a:pt x="16796" y="16"/>
                  </a:lnTo>
                  <a:lnTo>
                    <a:pt x="16953" y="0"/>
                  </a:lnTo>
                  <a:close/>
                  <a:moveTo>
                    <a:pt x="14299" y="0"/>
                  </a:moveTo>
                  <a:lnTo>
                    <a:pt x="14209" y="374"/>
                  </a:lnTo>
                  <a:lnTo>
                    <a:pt x="14090" y="374"/>
                  </a:lnTo>
                  <a:lnTo>
                    <a:pt x="14142" y="16"/>
                  </a:lnTo>
                  <a:lnTo>
                    <a:pt x="14299" y="0"/>
                  </a:lnTo>
                  <a:close/>
                  <a:moveTo>
                    <a:pt x="11647" y="0"/>
                  </a:moveTo>
                  <a:lnTo>
                    <a:pt x="11557" y="374"/>
                  </a:lnTo>
                  <a:lnTo>
                    <a:pt x="11438" y="374"/>
                  </a:lnTo>
                  <a:lnTo>
                    <a:pt x="11490" y="16"/>
                  </a:lnTo>
                  <a:lnTo>
                    <a:pt x="11647" y="0"/>
                  </a:lnTo>
                  <a:close/>
                  <a:moveTo>
                    <a:pt x="8993" y="0"/>
                  </a:moveTo>
                  <a:lnTo>
                    <a:pt x="8903" y="374"/>
                  </a:lnTo>
                  <a:lnTo>
                    <a:pt x="8784" y="374"/>
                  </a:lnTo>
                  <a:lnTo>
                    <a:pt x="8836" y="16"/>
                  </a:lnTo>
                  <a:lnTo>
                    <a:pt x="8993" y="0"/>
                  </a:lnTo>
                  <a:close/>
                  <a:moveTo>
                    <a:pt x="6341" y="0"/>
                  </a:moveTo>
                  <a:lnTo>
                    <a:pt x="6251" y="374"/>
                  </a:lnTo>
                  <a:lnTo>
                    <a:pt x="6132" y="374"/>
                  </a:lnTo>
                  <a:lnTo>
                    <a:pt x="6184" y="16"/>
                  </a:lnTo>
                  <a:lnTo>
                    <a:pt x="6341" y="0"/>
                  </a:lnTo>
                  <a:close/>
                  <a:moveTo>
                    <a:pt x="3687" y="0"/>
                  </a:moveTo>
                  <a:lnTo>
                    <a:pt x="3597" y="374"/>
                  </a:lnTo>
                  <a:lnTo>
                    <a:pt x="3478" y="374"/>
                  </a:lnTo>
                  <a:lnTo>
                    <a:pt x="3530" y="16"/>
                  </a:lnTo>
                  <a:lnTo>
                    <a:pt x="3687" y="0"/>
                  </a:lnTo>
                  <a:close/>
                  <a:moveTo>
                    <a:pt x="1035" y="0"/>
                  </a:moveTo>
                  <a:lnTo>
                    <a:pt x="945" y="374"/>
                  </a:lnTo>
                  <a:lnTo>
                    <a:pt x="826" y="374"/>
                  </a:lnTo>
                  <a:lnTo>
                    <a:pt x="878" y="16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w="1270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65EC0C9F-708E-7368-744E-48B847A2E68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31" y="2373337"/>
              <a:ext cx="12802442" cy="408031"/>
            </a:xfrm>
            <a:custGeom>
              <a:avLst/>
              <a:gdLst>
                <a:gd name="T0" fmla="*/ 10293 w 17383"/>
                <a:gd name="T1" fmla="*/ 544 h 554"/>
                <a:gd name="T2" fmla="*/ 2472 w 17383"/>
                <a:gd name="T3" fmla="*/ 544 h 554"/>
                <a:gd name="T4" fmla="*/ 15455 w 17383"/>
                <a:gd name="T5" fmla="*/ 132 h 554"/>
                <a:gd name="T6" fmla="*/ 12792 w 17383"/>
                <a:gd name="T7" fmla="*/ 131 h 554"/>
                <a:gd name="T8" fmla="*/ 7486 w 17383"/>
                <a:gd name="T9" fmla="*/ 131 h 554"/>
                <a:gd name="T10" fmla="*/ 4790 w 17383"/>
                <a:gd name="T11" fmla="*/ 157 h 554"/>
                <a:gd name="T12" fmla="*/ 2109 w 17383"/>
                <a:gd name="T13" fmla="*/ 251 h 554"/>
                <a:gd name="T14" fmla="*/ 17006 w 17383"/>
                <a:gd name="T15" fmla="*/ 211 h 554"/>
                <a:gd name="T16" fmla="*/ 16545 w 17383"/>
                <a:gd name="T17" fmla="*/ 145 h 554"/>
                <a:gd name="T18" fmla="*/ 16195 w 17383"/>
                <a:gd name="T19" fmla="*/ 414 h 554"/>
                <a:gd name="T20" fmla="*/ 14088 w 17383"/>
                <a:gd name="T21" fmla="*/ 544 h 554"/>
                <a:gd name="T22" fmla="*/ 13859 w 17383"/>
                <a:gd name="T23" fmla="*/ 414 h 554"/>
                <a:gd name="T24" fmla="*/ 11700 w 17383"/>
                <a:gd name="T25" fmla="*/ 211 h 554"/>
                <a:gd name="T26" fmla="*/ 11239 w 17383"/>
                <a:gd name="T27" fmla="*/ 145 h 554"/>
                <a:gd name="T28" fmla="*/ 10889 w 17383"/>
                <a:gd name="T29" fmla="*/ 414 h 554"/>
                <a:gd name="T30" fmla="*/ 8782 w 17383"/>
                <a:gd name="T31" fmla="*/ 544 h 554"/>
                <a:gd name="T32" fmla="*/ 8553 w 17383"/>
                <a:gd name="T33" fmla="*/ 414 h 554"/>
                <a:gd name="T34" fmla="*/ 6394 w 17383"/>
                <a:gd name="T35" fmla="*/ 211 h 554"/>
                <a:gd name="T36" fmla="*/ 5933 w 17383"/>
                <a:gd name="T37" fmla="*/ 145 h 554"/>
                <a:gd name="T38" fmla="*/ 5583 w 17383"/>
                <a:gd name="T39" fmla="*/ 414 h 554"/>
                <a:gd name="T40" fmla="*/ 3476 w 17383"/>
                <a:gd name="T41" fmla="*/ 544 h 554"/>
                <a:gd name="T42" fmla="*/ 3247 w 17383"/>
                <a:gd name="T43" fmla="*/ 414 h 554"/>
                <a:gd name="T44" fmla="*/ 1088 w 17383"/>
                <a:gd name="T45" fmla="*/ 211 h 554"/>
                <a:gd name="T46" fmla="*/ 627 w 17383"/>
                <a:gd name="T47" fmla="*/ 145 h 554"/>
                <a:gd name="T48" fmla="*/ 277 w 17383"/>
                <a:gd name="T49" fmla="*/ 414 h 554"/>
                <a:gd name="T50" fmla="*/ 17284 w 17383"/>
                <a:gd name="T51" fmla="*/ 291 h 554"/>
                <a:gd name="T52" fmla="*/ 17160 w 17383"/>
                <a:gd name="T53" fmla="*/ 366 h 554"/>
                <a:gd name="T54" fmla="*/ 15235 w 17383"/>
                <a:gd name="T55" fmla="*/ 514 h 554"/>
                <a:gd name="T56" fmla="*/ 14980 w 17383"/>
                <a:gd name="T57" fmla="*/ 252 h 554"/>
                <a:gd name="T58" fmla="*/ 14957 w 17383"/>
                <a:gd name="T59" fmla="*/ 554 h 554"/>
                <a:gd name="T60" fmla="*/ 14596 w 17383"/>
                <a:gd name="T61" fmla="*/ 145 h 554"/>
                <a:gd name="T62" fmla="*/ 14498 w 17383"/>
                <a:gd name="T63" fmla="*/ 420 h 554"/>
                <a:gd name="T64" fmla="*/ 12948 w 17383"/>
                <a:gd name="T65" fmla="*/ 227 h 554"/>
                <a:gd name="T66" fmla="*/ 12528 w 17383"/>
                <a:gd name="T67" fmla="*/ 153 h 554"/>
                <a:gd name="T68" fmla="*/ 12370 w 17383"/>
                <a:gd name="T69" fmla="*/ 235 h 554"/>
                <a:gd name="T70" fmla="*/ 12077 w 17383"/>
                <a:gd name="T71" fmla="*/ 25 h 554"/>
                <a:gd name="T72" fmla="*/ 11722 w 17383"/>
                <a:gd name="T73" fmla="*/ 535 h 554"/>
                <a:gd name="T74" fmla="*/ 11959 w 17383"/>
                <a:gd name="T75" fmla="*/ 7 h 554"/>
                <a:gd name="T76" fmla="*/ 10156 w 17383"/>
                <a:gd name="T77" fmla="*/ 7 h 554"/>
                <a:gd name="T78" fmla="*/ 9697 w 17383"/>
                <a:gd name="T79" fmla="*/ 428 h 554"/>
                <a:gd name="T80" fmla="*/ 9607 w 17383"/>
                <a:gd name="T81" fmla="*/ 65 h 554"/>
                <a:gd name="T82" fmla="*/ 9352 w 17383"/>
                <a:gd name="T83" fmla="*/ 396 h 554"/>
                <a:gd name="T84" fmla="*/ 9159 w 17383"/>
                <a:gd name="T85" fmla="*/ 276 h 554"/>
                <a:gd name="T86" fmla="*/ 7254 w 17383"/>
                <a:gd name="T87" fmla="*/ 334 h 554"/>
                <a:gd name="T88" fmla="*/ 7002 w 17383"/>
                <a:gd name="T89" fmla="*/ 374 h 554"/>
                <a:gd name="T90" fmla="*/ 6866 w 17383"/>
                <a:gd name="T91" fmla="*/ 485 h 554"/>
                <a:gd name="T92" fmla="*/ 6632 w 17383"/>
                <a:gd name="T93" fmla="*/ 194 h 554"/>
                <a:gd name="T94" fmla="*/ 6552 w 17383"/>
                <a:gd name="T95" fmla="*/ 407 h 554"/>
                <a:gd name="T96" fmla="*/ 4896 w 17383"/>
                <a:gd name="T97" fmla="*/ 496 h 554"/>
                <a:gd name="T98" fmla="*/ 4459 w 17383"/>
                <a:gd name="T99" fmla="*/ 138 h 554"/>
                <a:gd name="T100" fmla="*/ 4520 w 17383"/>
                <a:gd name="T101" fmla="*/ 526 h 554"/>
                <a:gd name="T102" fmla="*/ 4051 w 17383"/>
                <a:gd name="T103" fmla="*/ 141 h 554"/>
                <a:gd name="T104" fmla="*/ 3814 w 17383"/>
                <a:gd name="T105" fmla="*/ 414 h 554"/>
                <a:gd name="T106" fmla="*/ 2312 w 17383"/>
                <a:gd name="T107" fmla="*/ 47 h 554"/>
                <a:gd name="T108" fmla="*/ 1892 w 17383"/>
                <a:gd name="T109" fmla="*/ 13 h 554"/>
                <a:gd name="T110" fmla="*/ 1779 w 17383"/>
                <a:gd name="T111" fmla="*/ 346 h 554"/>
                <a:gd name="T112" fmla="*/ 1347 w 17383"/>
                <a:gd name="T113" fmla="*/ 7 h 554"/>
                <a:gd name="T114" fmla="*/ 1236 w 17383"/>
                <a:gd name="T115" fmla="*/ 554 h 554"/>
                <a:gd name="T116" fmla="*/ 1175 w 17383"/>
                <a:gd name="T117" fmla="*/ 171 h 554"/>
                <a:gd name="T118" fmla="*/ 10452 w 17383"/>
                <a:gd name="T119" fmla="*/ 374 h 554"/>
                <a:gd name="T120" fmla="*/ 2584 w 1738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83" h="554">
                  <a:moveTo>
                    <a:pt x="15623" y="419"/>
                  </a:moveTo>
                  <a:lnTo>
                    <a:pt x="15759" y="419"/>
                  </a:lnTo>
                  <a:lnTo>
                    <a:pt x="15736" y="544"/>
                  </a:lnTo>
                  <a:lnTo>
                    <a:pt x="15599" y="544"/>
                  </a:lnTo>
                  <a:lnTo>
                    <a:pt x="15623" y="419"/>
                  </a:lnTo>
                  <a:close/>
                  <a:moveTo>
                    <a:pt x="12971" y="419"/>
                  </a:moveTo>
                  <a:lnTo>
                    <a:pt x="13107" y="419"/>
                  </a:lnTo>
                  <a:lnTo>
                    <a:pt x="13084" y="544"/>
                  </a:lnTo>
                  <a:lnTo>
                    <a:pt x="12947" y="544"/>
                  </a:lnTo>
                  <a:lnTo>
                    <a:pt x="12971" y="419"/>
                  </a:lnTo>
                  <a:close/>
                  <a:moveTo>
                    <a:pt x="10317" y="419"/>
                  </a:moveTo>
                  <a:lnTo>
                    <a:pt x="10453" y="419"/>
                  </a:lnTo>
                  <a:lnTo>
                    <a:pt x="10430" y="544"/>
                  </a:lnTo>
                  <a:lnTo>
                    <a:pt x="10293" y="544"/>
                  </a:lnTo>
                  <a:lnTo>
                    <a:pt x="10317" y="419"/>
                  </a:lnTo>
                  <a:close/>
                  <a:moveTo>
                    <a:pt x="7665" y="419"/>
                  </a:moveTo>
                  <a:lnTo>
                    <a:pt x="7801" y="419"/>
                  </a:lnTo>
                  <a:lnTo>
                    <a:pt x="7778" y="544"/>
                  </a:lnTo>
                  <a:lnTo>
                    <a:pt x="7641" y="544"/>
                  </a:lnTo>
                  <a:lnTo>
                    <a:pt x="7665" y="419"/>
                  </a:lnTo>
                  <a:close/>
                  <a:moveTo>
                    <a:pt x="5011" y="419"/>
                  </a:moveTo>
                  <a:lnTo>
                    <a:pt x="5147" y="419"/>
                  </a:lnTo>
                  <a:lnTo>
                    <a:pt x="5124" y="544"/>
                  </a:lnTo>
                  <a:lnTo>
                    <a:pt x="4987" y="544"/>
                  </a:lnTo>
                  <a:lnTo>
                    <a:pt x="5011" y="419"/>
                  </a:lnTo>
                  <a:close/>
                  <a:moveTo>
                    <a:pt x="2359" y="419"/>
                  </a:moveTo>
                  <a:lnTo>
                    <a:pt x="2495" y="419"/>
                  </a:lnTo>
                  <a:lnTo>
                    <a:pt x="2472" y="544"/>
                  </a:lnTo>
                  <a:lnTo>
                    <a:pt x="2335" y="544"/>
                  </a:lnTo>
                  <a:lnTo>
                    <a:pt x="2359" y="419"/>
                  </a:lnTo>
                  <a:close/>
                  <a:moveTo>
                    <a:pt x="15444" y="131"/>
                  </a:moveTo>
                  <a:cubicBezTo>
                    <a:pt x="15426" y="131"/>
                    <a:pt x="15412" y="139"/>
                    <a:pt x="15402" y="157"/>
                  </a:cubicBezTo>
                  <a:cubicBezTo>
                    <a:pt x="15393" y="175"/>
                    <a:pt x="15383" y="206"/>
                    <a:pt x="15373" y="251"/>
                  </a:cubicBezTo>
                  <a:cubicBezTo>
                    <a:pt x="15367" y="277"/>
                    <a:pt x="15361" y="305"/>
                    <a:pt x="15356" y="336"/>
                  </a:cubicBezTo>
                  <a:cubicBezTo>
                    <a:pt x="15350" y="367"/>
                    <a:pt x="15347" y="398"/>
                    <a:pt x="15345" y="428"/>
                  </a:cubicBezTo>
                  <a:cubicBezTo>
                    <a:pt x="15349" y="428"/>
                    <a:pt x="15352" y="428"/>
                    <a:pt x="15356" y="428"/>
                  </a:cubicBezTo>
                  <a:cubicBezTo>
                    <a:pt x="15360" y="428"/>
                    <a:pt x="15363" y="428"/>
                    <a:pt x="15367" y="428"/>
                  </a:cubicBezTo>
                  <a:cubicBezTo>
                    <a:pt x="15385" y="429"/>
                    <a:pt x="15400" y="421"/>
                    <a:pt x="15409" y="403"/>
                  </a:cubicBezTo>
                  <a:cubicBezTo>
                    <a:pt x="15418" y="386"/>
                    <a:pt x="15428" y="354"/>
                    <a:pt x="15438" y="309"/>
                  </a:cubicBezTo>
                  <a:cubicBezTo>
                    <a:pt x="15444" y="284"/>
                    <a:pt x="15450" y="255"/>
                    <a:pt x="15455" y="224"/>
                  </a:cubicBezTo>
                  <a:cubicBezTo>
                    <a:pt x="15460" y="193"/>
                    <a:pt x="15463" y="162"/>
                    <a:pt x="15465" y="132"/>
                  </a:cubicBezTo>
                  <a:cubicBezTo>
                    <a:pt x="15462" y="132"/>
                    <a:pt x="15459" y="132"/>
                    <a:pt x="15455" y="132"/>
                  </a:cubicBezTo>
                  <a:cubicBezTo>
                    <a:pt x="15452" y="131"/>
                    <a:pt x="15448" y="131"/>
                    <a:pt x="15444" y="131"/>
                  </a:cubicBezTo>
                  <a:close/>
                  <a:moveTo>
                    <a:pt x="12792" y="131"/>
                  </a:moveTo>
                  <a:cubicBezTo>
                    <a:pt x="12774" y="131"/>
                    <a:pt x="12760" y="139"/>
                    <a:pt x="12750" y="157"/>
                  </a:cubicBezTo>
                  <a:cubicBezTo>
                    <a:pt x="12741" y="175"/>
                    <a:pt x="12731" y="206"/>
                    <a:pt x="12721" y="251"/>
                  </a:cubicBezTo>
                  <a:cubicBezTo>
                    <a:pt x="12715" y="277"/>
                    <a:pt x="12709" y="305"/>
                    <a:pt x="12704" y="336"/>
                  </a:cubicBezTo>
                  <a:cubicBezTo>
                    <a:pt x="12698" y="367"/>
                    <a:pt x="12695" y="398"/>
                    <a:pt x="12693" y="428"/>
                  </a:cubicBezTo>
                  <a:cubicBezTo>
                    <a:pt x="12697" y="428"/>
                    <a:pt x="12700" y="428"/>
                    <a:pt x="12704" y="428"/>
                  </a:cubicBezTo>
                  <a:cubicBezTo>
                    <a:pt x="12708" y="428"/>
                    <a:pt x="12711" y="428"/>
                    <a:pt x="12715" y="428"/>
                  </a:cubicBezTo>
                  <a:cubicBezTo>
                    <a:pt x="12733" y="429"/>
                    <a:pt x="12748" y="421"/>
                    <a:pt x="12757" y="403"/>
                  </a:cubicBezTo>
                  <a:cubicBezTo>
                    <a:pt x="12766" y="386"/>
                    <a:pt x="12776" y="354"/>
                    <a:pt x="12786" y="309"/>
                  </a:cubicBezTo>
                  <a:cubicBezTo>
                    <a:pt x="12792" y="284"/>
                    <a:pt x="12798" y="255"/>
                    <a:pt x="12803" y="224"/>
                  </a:cubicBezTo>
                  <a:cubicBezTo>
                    <a:pt x="12808" y="193"/>
                    <a:pt x="12811" y="162"/>
                    <a:pt x="12813" y="132"/>
                  </a:cubicBezTo>
                  <a:cubicBezTo>
                    <a:pt x="12810" y="132"/>
                    <a:pt x="12807" y="132"/>
                    <a:pt x="12803" y="132"/>
                  </a:cubicBezTo>
                  <a:cubicBezTo>
                    <a:pt x="12800" y="131"/>
                    <a:pt x="12796" y="131"/>
                    <a:pt x="12792" y="131"/>
                  </a:cubicBezTo>
                  <a:close/>
                  <a:moveTo>
                    <a:pt x="10138" y="131"/>
                  </a:moveTo>
                  <a:cubicBezTo>
                    <a:pt x="10120" y="131"/>
                    <a:pt x="10106" y="139"/>
                    <a:pt x="10096" y="157"/>
                  </a:cubicBezTo>
                  <a:cubicBezTo>
                    <a:pt x="10087" y="175"/>
                    <a:pt x="10077" y="206"/>
                    <a:pt x="10067" y="251"/>
                  </a:cubicBezTo>
                  <a:cubicBezTo>
                    <a:pt x="10061" y="277"/>
                    <a:pt x="10055" y="305"/>
                    <a:pt x="10050" y="336"/>
                  </a:cubicBezTo>
                  <a:cubicBezTo>
                    <a:pt x="10044" y="367"/>
                    <a:pt x="10041" y="398"/>
                    <a:pt x="10039" y="428"/>
                  </a:cubicBezTo>
                  <a:cubicBezTo>
                    <a:pt x="10043" y="428"/>
                    <a:pt x="10046" y="428"/>
                    <a:pt x="10050" y="428"/>
                  </a:cubicBezTo>
                  <a:cubicBezTo>
                    <a:pt x="10054" y="428"/>
                    <a:pt x="10057" y="428"/>
                    <a:pt x="10061" y="428"/>
                  </a:cubicBezTo>
                  <a:cubicBezTo>
                    <a:pt x="10079" y="429"/>
                    <a:pt x="10094" y="421"/>
                    <a:pt x="10103" y="403"/>
                  </a:cubicBezTo>
                  <a:cubicBezTo>
                    <a:pt x="10112" y="386"/>
                    <a:pt x="10122" y="354"/>
                    <a:pt x="10132" y="309"/>
                  </a:cubicBezTo>
                  <a:cubicBezTo>
                    <a:pt x="10138" y="284"/>
                    <a:pt x="10144" y="255"/>
                    <a:pt x="10149" y="224"/>
                  </a:cubicBezTo>
                  <a:cubicBezTo>
                    <a:pt x="10154" y="193"/>
                    <a:pt x="10157" y="162"/>
                    <a:pt x="10159" y="132"/>
                  </a:cubicBezTo>
                  <a:cubicBezTo>
                    <a:pt x="10156" y="132"/>
                    <a:pt x="10153" y="132"/>
                    <a:pt x="10149" y="132"/>
                  </a:cubicBezTo>
                  <a:cubicBezTo>
                    <a:pt x="10146" y="131"/>
                    <a:pt x="10142" y="131"/>
                    <a:pt x="10138" y="131"/>
                  </a:cubicBezTo>
                  <a:close/>
                  <a:moveTo>
                    <a:pt x="7486" y="131"/>
                  </a:moveTo>
                  <a:cubicBezTo>
                    <a:pt x="7468" y="131"/>
                    <a:pt x="7454" y="139"/>
                    <a:pt x="7444" y="157"/>
                  </a:cubicBezTo>
                  <a:cubicBezTo>
                    <a:pt x="7435" y="175"/>
                    <a:pt x="7425" y="206"/>
                    <a:pt x="7415" y="251"/>
                  </a:cubicBezTo>
                  <a:cubicBezTo>
                    <a:pt x="7409" y="277"/>
                    <a:pt x="7403" y="305"/>
                    <a:pt x="7398" y="336"/>
                  </a:cubicBezTo>
                  <a:cubicBezTo>
                    <a:pt x="7392" y="367"/>
                    <a:pt x="7389" y="398"/>
                    <a:pt x="7387" y="428"/>
                  </a:cubicBezTo>
                  <a:cubicBezTo>
                    <a:pt x="7391" y="428"/>
                    <a:pt x="7394" y="428"/>
                    <a:pt x="7398" y="428"/>
                  </a:cubicBezTo>
                  <a:cubicBezTo>
                    <a:pt x="7402" y="428"/>
                    <a:pt x="7405" y="428"/>
                    <a:pt x="7409" y="428"/>
                  </a:cubicBezTo>
                  <a:cubicBezTo>
                    <a:pt x="7427" y="429"/>
                    <a:pt x="7442" y="421"/>
                    <a:pt x="7451" y="403"/>
                  </a:cubicBezTo>
                  <a:cubicBezTo>
                    <a:pt x="7460" y="386"/>
                    <a:pt x="7470" y="354"/>
                    <a:pt x="7480" y="309"/>
                  </a:cubicBezTo>
                  <a:cubicBezTo>
                    <a:pt x="7486" y="284"/>
                    <a:pt x="7492" y="255"/>
                    <a:pt x="7497" y="224"/>
                  </a:cubicBezTo>
                  <a:cubicBezTo>
                    <a:pt x="7502" y="193"/>
                    <a:pt x="7505" y="162"/>
                    <a:pt x="7507" y="132"/>
                  </a:cubicBezTo>
                  <a:cubicBezTo>
                    <a:pt x="7504" y="132"/>
                    <a:pt x="7501" y="132"/>
                    <a:pt x="7497" y="132"/>
                  </a:cubicBezTo>
                  <a:cubicBezTo>
                    <a:pt x="7494" y="131"/>
                    <a:pt x="7490" y="131"/>
                    <a:pt x="7486" y="131"/>
                  </a:cubicBezTo>
                  <a:close/>
                  <a:moveTo>
                    <a:pt x="4832" y="131"/>
                  </a:moveTo>
                  <a:cubicBezTo>
                    <a:pt x="4814" y="131"/>
                    <a:pt x="4800" y="139"/>
                    <a:pt x="4790" y="157"/>
                  </a:cubicBezTo>
                  <a:cubicBezTo>
                    <a:pt x="4781" y="175"/>
                    <a:pt x="4771" y="206"/>
                    <a:pt x="4761" y="251"/>
                  </a:cubicBezTo>
                  <a:cubicBezTo>
                    <a:pt x="4755" y="277"/>
                    <a:pt x="4749" y="305"/>
                    <a:pt x="4744" y="336"/>
                  </a:cubicBezTo>
                  <a:cubicBezTo>
                    <a:pt x="4738" y="367"/>
                    <a:pt x="4735" y="398"/>
                    <a:pt x="4733" y="428"/>
                  </a:cubicBezTo>
                  <a:cubicBezTo>
                    <a:pt x="4737" y="428"/>
                    <a:pt x="4740" y="428"/>
                    <a:pt x="4744" y="428"/>
                  </a:cubicBezTo>
                  <a:cubicBezTo>
                    <a:pt x="4748" y="428"/>
                    <a:pt x="4751" y="428"/>
                    <a:pt x="4755" y="428"/>
                  </a:cubicBezTo>
                  <a:cubicBezTo>
                    <a:pt x="4773" y="429"/>
                    <a:pt x="4788" y="421"/>
                    <a:pt x="4797" y="403"/>
                  </a:cubicBezTo>
                  <a:cubicBezTo>
                    <a:pt x="4806" y="386"/>
                    <a:pt x="4816" y="354"/>
                    <a:pt x="4826" y="309"/>
                  </a:cubicBezTo>
                  <a:cubicBezTo>
                    <a:pt x="4832" y="284"/>
                    <a:pt x="4838" y="255"/>
                    <a:pt x="4843" y="224"/>
                  </a:cubicBezTo>
                  <a:cubicBezTo>
                    <a:pt x="4848" y="193"/>
                    <a:pt x="4851" y="162"/>
                    <a:pt x="4853" y="132"/>
                  </a:cubicBezTo>
                  <a:cubicBezTo>
                    <a:pt x="4850" y="132"/>
                    <a:pt x="4847" y="132"/>
                    <a:pt x="4843" y="132"/>
                  </a:cubicBezTo>
                  <a:cubicBezTo>
                    <a:pt x="4840" y="131"/>
                    <a:pt x="4836" y="131"/>
                    <a:pt x="4832" y="131"/>
                  </a:cubicBezTo>
                  <a:close/>
                  <a:moveTo>
                    <a:pt x="2180" y="131"/>
                  </a:moveTo>
                  <a:cubicBezTo>
                    <a:pt x="2162" y="131"/>
                    <a:pt x="2148" y="139"/>
                    <a:pt x="2138" y="157"/>
                  </a:cubicBezTo>
                  <a:cubicBezTo>
                    <a:pt x="2129" y="175"/>
                    <a:pt x="2119" y="206"/>
                    <a:pt x="2109" y="251"/>
                  </a:cubicBezTo>
                  <a:cubicBezTo>
                    <a:pt x="2103" y="277"/>
                    <a:pt x="2097" y="305"/>
                    <a:pt x="2092" y="336"/>
                  </a:cubicBezTo>
                  <a:cubicBezTo>
                    <a:pt x="2086" y="367"/>
                    <a:pt x="2083" y="398"/>
                    <a:pt x="2081" y="428"/>
                  </a:cubicBezTo>
                  <a:cubicBezTo>
                    <a:pt x="2085" y="428"/>
                    <a:pt x="2088" y="428"/>
                    <a:pt x="2092" y="428"/>
                  </a:cubicBezTo>
                  <a:cubicBezTo>
                    <a:pt x="2096" y="428"/>
                    <a:pt x="2099" y="428"/>
                    <a:pt x="2103" y="428"/>
                  </a:cubicBezTo>
                  <a:cubicBezTo>
                    <a:pt x="2121" y="429"/>
                    <a:pt x="2136" y="421"/>
                    <a:pt x="2145" y="403"/>
                  </a:cubicBezTo>
                  <a:cubicBezTo>
                    <a:pt x="2154" y="386"/>
                    <a:pt x="2164" y="354"/>
                    <a:pt x="2174" y="309"/>
                  </a:cubicBezTo>
                  <a:cubicBezTo>
                    <a:pt x="2180" y="284"/>
                    <a:pt x="2186" y="255"/>
                    <a:pt x="2191" y="224"/>
                  </a:cubicBezTo>
                  <a:cubicBezTo>
                    <a:pt x="2196" y="193"/>
                    <a:pt x="2199" y="162"/>
                    <a:pt x="2201" y="132"/>
                  </a:cubicBezTo>
                  <a:cubicBezTo>
                    <a:pt x="2198" y="132"/>
                    <a:pt x="2195" y="132"/>
                    <a:pt x="2191" y="132"/>
                  </a:cubicBezTo>
                  <a:cubicBezTo>
                    <a:pt x="2188" y="131"/>
                    <a:pt x="2184" y="131"/>
                    <a:pt x="2180" y="131"/>
                  </a:cubicBezTo>
                  <a:close/>
                  <a:moveTo>
                    <a:pt x="16965" y="16"/>
                  </a:moveTo>
                  <a:lnTo>
                    <a:pt x="17074" y="16"/>
                  </a:lnTo>
                  <a:lnTo>
                    <a:pt x="17056" y="115"/>
                  </a:lnTo>
                  <a:lnTo>
                    <a:pt x="17006" y="211"/>
                  </a:lnTo>
                  <a:lnTo>
                    <a:pt x="16928" y="211"/>
                  </a:lnTo>
                  <a:lnTo>
                    <a:pt x="16965" y="16"/>
                  </a:lnTo>
                  <a:close/>
                  <a:moveTo>
                    <a:pt x="16604" y="16"/>
                  </a:moveTo>
                  <a:lnTo>
                    <a:pt x="16929" y="16"/>
                  </a:lnTo>
                  <a:lnTo>
                    <a:pt x="16896" y="145"/>
                  </a:lnTo>
                  <a:lnTo>
                    <a:pt x="16816" y="145"/>
                  </a:lnTo>
                  <a:lnTo>
                    <a:pt x="16742" y="544"/>
                  </a:lnTo>
                  <a:lnTo>
                    <a:pt x="16597" y="544"/>
                  </a:lnTo>
                  <a:lnTo>
                    <a:pt x="16670" y="145"/>
                  </a:lnTo>
                  <a:lnTo>
                    <a:pt x="16581" y="145"/>
                  </a:lnTo>
                  <a:lnTo>
                    <a:pt x="16604" y="16"/>
                  </a:lnTo>
                  <a:close/>
                  <a:moveTo>
                    <a:pt x="16305" y="16"/>
                  </a:moveTo>
                  <a:lnTo>
                    <a:pt x="16578" y="16"/>
                  </a:lnTo>
                  <a:lnTo>
                    <a:pt x="16545" y="145"/>
                  </a:lnTo>
                  <a:lnTo>
                    <a:pt x="16426" y="145"/>
                  </a:lnTo>
                  <a:lnTo>
                    <a:pt x="16414" y="217"/>
                  </a:lnTo>
                  <a:lnTo>
                    <a:pt x="16531" y="217"/>
                  </a:lnTo>
                  <a:lnTo>
                    <a:pt x="16509" y="338"/>
                  </a:lnTo>
                  <a:lnTo>
                    <a:pt x="16391" y="338"/>
                  </a:lnTo>
                  <a:lnTo>
                    <a:pt x="16378" y="414"/>
                  </a:lnTo>
                  <a:lnTo>
                    <a:pt x="16513" y="414"/>
                  </a:lnTo>
                  <a:lnTo>
                    <a:pt x="16478" y="544"/>
                  </a:lnTo>
                  <a:lnTo>
                    <a:pt x="16208" y="544"/>
                  </a:lnTo>
                  <a:lnTo>
                    <a:pt x="16305" y="16"/>
                  </a:lnTo>
                  <a:close/>
                  <a:moveTo>
                    <a:pt x="16015" y="16"/>
                  </a:moveTo>
                  <a:lnTo>
                    <a:pt x="16160" y="16"/>
                  </a:lnTo>
                  <a:lnTo>
                    <a:pt x="16088" y="414"/>
                  </a:lnTo>
                  <a:lnTo>
                    <a:pt x="16195" y="414"/>
                  </a:lnTo>
                  <a:lnTo>
                    <a:pt x="16160" y="544"/>
                  </a:lnTo>
                  <a:lnTo>
                    <a:pt x="15918" y="544"/>
                  </a:lnTo>
                  <a:lnTo>
                    <a:pt x="16015" y="16"/>
                  </a:lnTo>
                  <a:close/>
                  <a:moveTo>
                    <a:pt x="14311" y="16"/>
                  </a:moveTo>
                  <a:lnTo>
                    <a:pt x="14420" y="16"/>
                  </a:lnTo>
                  <a:lnTo>
                    <a:pt x="14402" y="115"/>
                  </a:lnTo>
                  <a:lnTo>
                    <a:pt x="14352" y="211"/>
                  </a:lnTo>
                  <a:lnTo>
                    <a:pt x="14274" y="211"/>
                  </a:lnTo>
                  <a:lnTo>
                    <a:pt x="14311" y="16"/>
                  </a:lnTo>
                  <a:close/>
                  <a:moveTo>
                    <a:pt x="13950" y="16"/>
                  </a:moveTo>
                  <a:lnTo>
                    <a:pt x="14275" y="16"/>
                  </a:lnTo>
                  <a:lnTo>
                    <a:pt x="14242" y="145"/>
                  </a:lnTo>
                  <a:lnTo>
                    <a:pt x="14162" y="145"/>
                  </a:lnTo>
                  <a:lnTo>
                    <a:pt x="14088" y="544"/>
                  </a:lnTo>
                  <a:lnTo>
                    <a:pt x="13943" y="544"/>
                  </a:lnTo>
                  <a:lnTo>
                    <a:pt x="14016" y="145"/>
                  </a:lnTo>
                  <a:lnTo>
                    <a:pt x="13927" y="145"/>
                  </a:lnTo>
                  <a:lnTo>
                    <a:pt x="13950" y="16"/>
                  </a:lnTo>
                  <a:close/>
                  <a:moveTo>
                    <a:pt x="13651" y="16"/>
                  </a:moveTo>
                  <a:lnTo>
                    <a:pt x="13924" y="16"/>
                  </a:lnTo>
                  <a:lnTo>
                    <a:pt x="13891" y="145"/>
                  </a:lnTo>
                  <a:lnTo>
                    <a:pt x="13772" y="145"/>
                  </a:lnTo>
                  <a:lnTo>
                    <a:pt x="13760" y="217"/>
                  </a:lnTo>
                  <a:lnTo>
                    <a:pt x="13877" y="217"/>
                  </a:lnTo>
                  <a:lnTo>
                    <a:pt x="13855" y="338"/>
                  </a:lnTo>
                  <a:lnTo>
                    <a:pt x="13737" y="338"/>
                  </a:lnTo>
                  <a:lnTo>
                    <a:pt x="13724" y="414"/>
                  </a:lnTo>
                  <a:lnTo>
                    <a:pt x="13859" y="414"/>
                  </a:lnTo>
                  <a:lnTo>
                    <a:pt x="13824" y="544"/>
                  </a:lnTo>
                  <a:lnTo>
                    <a:pt x="13554" y="544"/>
                  </a:lnTo>
                  <a:lnTo>
                    <a:pt x="13651" y="16"/>
                  </a:lnTo>
                  <a:close/>
                  <a:moveTo>
                    <a:pt x="13361" y="16"/>
                  </a:moveTo>
                  <a:lnTo>
                    <a:pt x="13506" y="16"/>
                  </a:lnTo>
                  <a:lnTo>
                    <a:pt x="13434" y="414"/>
                  </a:lnTo>
                  <a:lnTo>
                    <a:pt x="13541" y="414"/>
                  </a:lnTo>
                  <a:lnTo>
                    <a:pt x="13506" y="544"/>
                  </a:lnTo>
                  <a:lnTo>
                    <a:pt x="13264" y="544"/>
                  </a:lnTo>
                  <a:lnTo>
                    <a:pt x="13361" y="16"/>
                  </a:lnTo>
                  <a:close/>
                  <a:moveTo>
                    <a:pt x="11659" y="16"/>
                  </a:moveTo>
                  <a:lnTo>
                    <a:pt x="11768" y="16"/>
                  </a:lnTo>
                  <a:lnTo>
                    <a:pt x="11750" y="115"/>
                  </a:lnTo>
                  <a:lnTo>
                    <a:pt x="11700" y="211"/>
                  </a:lnTo>
                  <a:lnTo>
                    <a:pt x="11622" y="211"/>
                  </a:lnTo>
                  <a:lnTo>
                    <a:pt x="11659" y="16"/>
                  </a:lnTo>
                  <a:close/>
                  <a:moveTo>
                    <a:pt x="11298" y="16"/>
                  </a:moveTo>
                  <a:lnTo>
                    <a:pt x="11623" y="16"/>
                  </a:lnTo>
                  <a:lnTo>
                    <a:pt x="11590" y="145"/>
                  </a:lnTo>
                  <a:lnTo>
                    <a:pt x="11510" y="145"/>
                  </a:lnTo>
                  <a:lnTo>
                    <a:pt x="11436" y="544"/>
                  </a:lnTo>
                  <a:lnTo>
                    <a:pt x="11291" y="544"/>
                  </a:lnTo>
                  <a:lnTo>
                    <a:pt x="11364" y="145"/>
                  </a:lnTo>
                  <a:lnTo>
                    <a:pt x="11275" y="145"/>
                  </a:lnTo>
                  <a:lnTo>
                    <a:pt x="11298" y="16"/>
                  </a:lnTo>
                  <a:close/>
                  <a:moveTo>
                    <a:pt x="10999" y="16"/>
                  </a:moveTo>
                  <a:lnTo>
                    <a:pt x="11272" y="16"/>
                  </a:lnTo>
                  <a:lnTo>
                    <a:pt x="11239" y="145"/>
                  </a:lnTo>
                  <a:lnTo>
                    <a:pt x="11120" y="145"/>
                  </a:lnTo>
                  <a:lnTo>
                    <a:pt x="11108" y="217"/>
                  </a:lnTo>
                  <a:lnTo>
                    <a:pt x="11225" y="217"/>
                  </a:lnTo>
                  <a:lnTo>
                    <a:pt x="11203" y="338"/>
                  </a:lnTo>
                  <a:lnTo>
                    <a:pt x="11085" y="338"/>
                  </a:lnTo>
                  <a:lnTo>
                    <a:pt x="11072" y="414"/>
                  </a:lnTo>
                  <a:lnTo>
                    <a:pt x="11207" y="414"/>
                  </a:lnTo>
                  <a:lnTo>
                    <a:pt x="11172" y="544"/>
                  </a:lnTo>
                  <a:lnTo>
                    <a:pt x="10902" y="544"/>
                  </a:lnTo>
                  <a:lnTo>
                    <a:pt x="10999" y="16"/>
                  </a:lnTo>
                  <a:close/>
                  <a:moveTo>
                    <a:pt x="10709" y="16"/>
                  </a:moveTo>
                  <a:lnTo>
                    <a:pt x="10854" y="16"/>
                  </a:lnTo>
                  <a:lnTo>
                    <a:pt x="10782" y="414"/>
                  </a:lnTo>
                  <a:lnTo>
                    <a:pt x="10889" y="414"/>
                  </a:lnTo>
                  <a:lnTo>
                    <a:pt x="10854" y="544"/>
                  </a:lnTo>
                  <a:lnTo>
                    <a:pt x="10612" y="544"/>
                  </a:lnTo>
                  <a:lnTo>
                    <a:pt x="10709" y="16"/>
                  </a:lnTo>
                  <a:close/>
                  <a:moveTo>
                    <a:pt x="9005" y="16"/>
                  </a:moveTo>
                  <a:lnTo>
                    <a:pt x="9114" y="16"/>
                  </a:lnTo>
                  <a:lnTo>
                    <a:pt x="9096" y="115"/>
                  </a:lnTo>
                  <a:lnTo>
                    <a:pt x="9046" y="211"/>
                  </a:lnTo>
                  <a:lnTo>
                    <a:pt x="8968" y="211"/>
                  </a:lnTo>
                  <a:lnTo>
                    <a:pt x="9005" y="16"/>
                  </a:lnTo>
                  <a:close/>
                  <a:moveTo>
                    <a:pt x="8644" y="16"/>
                  </a:moveTo>
                  <a:lnTo>
                    <a:pt x="8969" y="16"/>
                  </a:lnTo>
                  <a:lnTo>
                    <a:pt x="8936" y="145"/>
                  </a:lnTo>
                  <a:lnTo>
                    <a:pt x="8856" y="145"/>
                  </a:lnTo>
                  <a:lnTo>
                    <a:pt x="8782" y="544"/>
                  </a:lnTo>
                  <a:lnTo>
                    <a:pt x="8637" y="544"/>
                  </a:lnTo>
                  <a:lnTo>
                    <a:pt x="8710" y="145"/>
                  </a:lnTo>
                  <a:lnTo>
                    <a:pt x="8621" y="145"/>
                  </a:lnTo>
                  <a:lnTo>
                    <a:pt x="8644" y="16"/>
                  </a:lnTo>
                  <a:close/>
                  <a:moveTo>
                    <a:pt x="8345" y="16"/>
                  </a:moveTo>
                  <a:lnTo>
                    <a:pt x="8618" y="16"/>
                  </a:lnTo>
                  <a:lnTo>
                    <a:pt x="8585" y="145"/>
                  </a:lnTo>
                  <a:lnTo>
                    <a:pt x="8466" y="145"/>
                  </a:lnTo>
                  <a:lnTo>
                    <a:pt x="8454" y="217"/>
                  </a:lnTo>
                  <a:lnTo>
                    <a:pt x="8571" y="217"/>
                  </a:lnTo>
                  <a:lnTo>
                    <a:pt x="8549" y="338"/>
                  </a:lnTo>
                  <a:lnTo>
                    <a:pt x="8431" y="338"/>
                  </a:lnTo>
                  <a:lnTo>
                    <a:pt x="8418" y="414"/>
                  </a:lnTo>
                  <a:lnTo>
                    <a:pt x="8553" y="414"/>
                  </a:lnTo>
                  <a:lnTo>
                    <a:pt x="8518" y="544"/>
                  </a:lnTo>
                  <a:lnTo>
                    <a:pt x="8248" y="544"/>
                  </a:lnTo>
                  <a:lnTo>
                    <a:pt x="8345" y="16"/>
                  </a:lnTo>
                  <a:close/>
                  <a:moveTo>
                    <a:pt x="8055" y="16"/>
                  </a:moveTo>
                  <a:lnTo>
                    <a:pt x="8200" y="16"/>
                  </a:lnTo>
                  <a:lnTo>
                    <a:pt x="8128" y="414"/>
                  </a:lnTo>
                  <a:lnTo>
                    <a:pt x="8235" y="414"/>
                  </a:lnTo>
                  <a:lnTo>
                    <a:pt x="8200" y="544"/>
                  </a:lnTo>
                  <a:lnTo>
                    <a:pt x="7958" y="544"/>
                  </a:lnTo>
                  <a:lnTo>
                    <a:pt x="8055" y="16"/>
                  </a:lnTo>
                  <a:close/>
                  <a:moveTo>
                    <a:pt x="6353" y="16"/>
                  </a:moveTo>
                  <a:lnTo>
                    <a:pt x="6462" y="16"/>
                  </a:lnTo>
                  <a:lnTo>
                    <a:pt x="6444" y="115"/>
                  </a:lnTo>
                  <a:lnTo>
                    <a:pt x="6394" y="211"/>
                  </a:lnTo>
                  <a:lnTo>
                    <a:pt x="6316" y="211"/>
                  </a:lnTo>
                  <a:lnTo>
                    <a:pt x="6353" y="16"/>
                  </a:lnTo>
                  <a:close/>
                  <a:moveTo>
                    <a:pt x="5992" y="16"/>
                  </a:moveTo>
                  <a:lnTo>
                    <a:pt x="6317" y="16"/>
                  </a:lnTo>
                  <a:lnTo>
                    <a:pt x="6284" y="145"/>
                  </a:lnTo>
                  <a:lnTo>
                    <a:pt x="6204" y="145"/>
                  </a:lnTo>
                  <a:lnTo>
                    <a:pt x="6130" y="544"/>
                  </a:lnTo>
                  <a:lnTo>
                    <a:pt x="5985" y="544"/>
                  </a:lnTo>
                  <a:lnTo>
                    <a:pt x="6058" y="145"/>
                  </a:lnTo>
                  <a:lnTo>
                    <a:pt x="5969" y="145"/>
                  </a:lnTo>
                  <a:lnTo>
                    <a:pt x="5992" y="16"/>
                  </a:lnTo>
                  <a:close/>
                  <a:moveTo>
                    <a:pt x="5693" y="16"/>
                  </a:moveTo>
                  <a:lnTo>
                    <a:pt x="5966" y="16"/>
                  </a:lnTo>
                  <a:lnTo>
                    <a:pt x="5933" y="145"/>
                  </a:lnTo>
                  <a:lnTo>
                    <a:pt x="5814" y="145"/>
                  </a:lnTo>
                  <a:lnTo>
                    <a:pt x="5802" y="217"/>
                  </a:lnTo>
                  <a:lnTo>
                    <a:pt x="5919" y="217"/>
                  </a:lnTo>
                  <a:lnTo>
                    <a:pt x="5897" y="338"/>
                  </a:lnTo>
                  <a:lnTo>
                    <a:pt x="5779" y="338"/>
                  </a:lnTo>
                  <a:lnTo>
                    <a:pt x="5766" y="414"/>
                  </a:lnTo>
                  <a:lnTo>
                    <a:pt x="5901" y="414"/>
                  </a:lnTo>
                  <a:lnTo>
                    <a:pt x="5866" y="544"/>
                  </a:lnTo>
                  <a:lnTo>
                    <a:pt x="5596" y="544"/>
                  </a:lnTo>
                  <a:lnTo>
                    <a:pt x="5693" y="16"/>
                  </a:lnTo>
                  <a:close/>
                  <a:moveTo>
                    <a:pt x="5403" y="16"/>
                  </a:moveTo>
                  <a:lnTo>
                    <a:pt x="5548" y="16"/>
                  </a:lnTo>
                  <a:lnTo>
                    <a:pt x="5476" y="414"/>
                  </a:lnTo>
                  <a:lnTo>
                    <a:pt x="5583" y="414"/>
                  </a:lnTo>
                  <a:lnTo>
                    <a:pt x="5548" y="544"/>
                  </a:lnTo>
                  <a:lnTo>
                    <a:pt x="5306" y="544"/>
                  </a:lnTo>
                  <a:lnTo>
                    <a:pt x="5403" y="16"/>
                  </a:lnTo>
                  <a:close/>
                  <a:moveTo>
                    <a:pt x="3699" y="16"/>
                  </a:moveTo>
                  <a:lnTo>
                    <a:pt x="3808" y="16"/>
                  </a:lnTo>
                  <a:lnTo>
                    <a:pt x="3790" y="115"/>
                  </a:lnTo>
                  <a:lnTo>
                    <a:pt x="3740" y="211"/>
                  </a:lnTo>
                  <a:lnTo>
                    <a:pt x="3662" y="211"/>
                  </a:lnTo>
                  <a:lnTo>
                    <a:pt x="3699" y="16"/>
                  </a:lnTo>
                  <a:close/>
                  <a:moveTo>
                    <a:pt x="3338" y="16"/>
                  </a:moveTo>
                  <a:lnTo>
                    <a:pt x="3663" y="16"/>
                  </a:lnTo>
                  <a:lnTo>
                    <a:pt x="3630" y="145"/>
                  </a:lnTo>
                  <a:lnTo>
                    <a:pt x="3550" y="145"/>
                  </a:lnTo>
                  <a:lnTo>
                    <a:pt x="3476" y="544"/>
                  </a:lnTo>
                  <a:lnTo>
                    <a:pt x="3331" y="544"/>
                  </a:lnTo>
                  <a:lnTo>
                    <a:pt x="3404" y="145"/>
                  </a:lnTo>
                  <a:lnTo>
                    <a:pt x="3315" y="145"/>
                  </a:lnTo>
                  <a:lnTo>
                    <a:pt x="3338" y="16"/>
                  </a:lnTo>
                  <a:close/>
                  <a:moveTo>
                    <a:pt x="3039" y="16"/>
                  </a:moveTo>
                  <a:lnTo>
                    <a:pt x="3312" y="16"/>
                  </a:lnTo>
                  <a:lnTo>
                    <a:pt x="3279" y="145"/>
                  </a:lnTo>
                  <a:lnTo>
                    <a:pt x="3160" y="145"/>
                  </a:lnTo>
                  <a:lnTo>
                    <a:pt x="3148" y="217"/>
                  </a:lnTo>
                  <a:lnTo>
                    <a:pt x="3265" y="217"/>
                  </a:lnTo>
                  <a:lnTo>
                    <a:pt x="3243" y="338"/>
                  </a:lnTo>
                  <a:lnTo>
                    <a:pt x="3125" y="338"/>
                  </a:lnTo>
                  <a:lnTo>
                    <a:pt x="3112" y="414"/>
                  </a:lnTo>
                  <a:lnTo>
                    <a:pt x="3247" y="414"/>
                  </a:lnTo>
                  <a:lnTo>
                    <a:pt x="3212" y="544"/>
                  </a:lnTo>
                  <a:lnTo>
                    <a:pt x="2942" y="544"/>
                  </a:lnTo>
                  <a:lnTo>
                    <a:pt x="3039" y="16"/>
                  </a:lnTo>
                  <a:close/>
                  <a:moveTo>
                    <a:pt x="2749" y="16"/>
                  </a:moveTo>
                  <a:lnTo>
                    <a:pt x="2894" y="16"/>
                  </a:lnTo>
                  <a:lnTo>
                    <a:pt x="2822" y="414"/>
                  </a:lnTo>
                  <a:lnTo>
                    <a:pt x="2929" y="414"/>
                  </a:lnTo>
                  <a:lnTo>
                    <a:pt x="2894" y="544"/>
                  </a:lnTo>
                  <a:lnTo>
                    <a:pt x="2652" y="544"/>
                  </a:lnTo>
                  <a:lnTo>
                    <a:pt x="2749" y="16"/>
                  </a:lnTo>
                  <a:close/>
                  <a:moveTo>
                    <a:pt x="1047" y="16"/>
                  </a:moveTo>
                  <a:lnTo>
                    <a:pt x="1156" y="16"/>
                  </a:lnTo>
                  <a:lnTo>
                    <a:pt x="1138" y="115"/>
                  </a:lnTo>
                  <a:lnTo>
                    <a:pt x="1088" y="211"/>
                  </a:lnTo>
                  <a:lnTo>
                    <a:pt x="1010" y="211"/>
                  </a:lnTo>
                  <a:lnTo>
                    <a:pt x="1047" y="16"/>
                  </a:lnTo>
                  <a:close/>
                  <a:moveTo>
                    <a:pt x="686" y="16"/>
                  </a:moveTo>
                  <a:lnTo>
                    <a:pt x="1011" y="16"/>
                  </a:lnTo>
                  <a:lnTo>
                    <a:pt x="978" y="145"/>
                  </a:lnTo>
                  <a:lnTo>
                    <a:pt x="898" y="145"/>
                  </a:lnTo>
                  <a:lnTo>
                    <a:pt x="824" y="544"/>
                  </a:lnTo>
                  <a:lnTo>
                    <a:pt x="679" y="544"/>
                  </a:lnTo>
                  <a:lnTo>
                    <a:pt x="752" y="145"/>
                  </a:lnTo>
                  <a:lnTo>
                    <a:pt x="663" y="145"/>
                  </a:lnTo>
                  <a:lnTo>
                    <a:pt x="686" y="16"/>
                  </a:lnTo>
                  <a:close/>
                  <a:moveTo>
                    <a:pt x="387" y="16"/>
                  </a:moveTo>
                  <a:lnTo>
                    <a:pt x="660" y="16"/>
                  </a:lnTo>
                  <a:lnTo>
                    <a:pt x="627" y="145"/>
                  </a:lnTo>
                  <a:lnTo>
                    <a:pt x="508" y="145"/>
                  </a:lnTo>
                  <a:lnTo>
                    <a:pt x="496" y="217"/>
                  </a:lnTo>
                  <a:lnTo>
                    <a:pt x="613" y="217"/>
                  </a:lnTo>
                  <a:lnTo>
                    <a:pt x="591" y="338"/>
                  </a:lnTo>
                  <a:lnTo>
                    <a:pt x="473" y="338"/>
                  </a:lnTo>
                  <a:lnTo>
                    <a:pt x="460" y="414"/>
                  </a:lnTo>
                  <a:lnTo>
                    <a:pt x="595" y="414"/>
                  </a:lnTo>
                  <a:lnTo>
                    <a:pt x="560" y="544"/>
                  </a:lnTo>
                  <a:lnTo>
                    <a:pt x="290" y="544"/>
                  </a:lnTo>
                  <a:lnTo>
                    <a:pt x="387" y="16"/>
                  </a:lnTo>
                  <a:close/>
                  <a:moveTo>
                    <a:pt x="97" y="16"/>
                  </a:moveTo>
                  <a:lnTo>
                    <a:pt x="242" y="16"/>
                  </a:lnTo>
                  <a:lnTo>
                    <a:pt x="170" y="414"/>
                  </a:lnTo>
                  <a:lnTo>
                    <a:pt x="277" y="414"/>
                  </a:lnTo>
                  <a:lnTo>
                    <a:pt x="242" y="544"/>
                  </a:lnTo>
                  <a:lnTo>
                    <a:pt x="0" y="544"/>
                  </a:lnTo>
                  <a:lnTo>
                    <a:pt x="97" y="16"/>
                  </a:lnTo>
                  <a:close/>
                  <a:moveTo>
                    <a:pt x="17265" y="7"/>
                  </a:moveTo>
                  <a:cubicBezTo>
                    <a:pt x="17296" y="7"/>
                    <a:pt x="17321" y="9"/>
                    <a:pt x="17340" y="13"/>
                  </a:cubicBezTo>
                  <a:cubicBezTo>
                    <a:pt x="17360" y="17"/>
                    <a:pt x="17374" y="21"/>
                    <a:pt x="17383" y="25"/>
                  </a:cubicBezTo>
                  <a:lnTo>
                    <a:pt x="17353" y="151"/>
                  </a:lnTo>
                  <a:cubicBezTo>
                    <a:pt x="17341" y="147"/>
                    <a:pt x="17329" y="143"/>
                    <a:pt x="17317" y="141"/>
                  </a:cubicBezTo>
                  <a:cubicBezTo>
                    <a:pt x="17306" y="139"/>
                    <a:pt x="17293" y="138"/>
                    <a:pt x="17280" y="138"/>
                  </a:cubicBezTo>
                  <a:cubicBezTo>
                    <a:pt x="17267" y="138"/>
                    <a:pt x="17257" y="140"/>
                    <a:pt x="17250" y="145"/>
                  </a:cubicBezTo>
                  <a:cubicBezTo>
                    <a:pt x="17243" y="150"/>
                    <a:pt x="17240" y="158"/>
                    <a:pt x="17240" y="169"/>
                  </a:cubicBezTo>
                  <a:cubicBezTo>
                    <a:pt x="17240" y="177"/>
                    <a:pt x="17241" y="186"/>
                    <a:pt x="17244" y="194"/>
                  </a:cubicBezTo>
                  <a:cubicBezTo>
                    <a:pt x="17247" y="203"/>
                    <a:pt x="17252" y="215"/>
                    <a:pt x="17258" y="230"/>
                  </a:cubicBezTo>
                  <a:lnTo>
                    <a:pt x="17284" y="291"/>
                  </a:lnTo>
                  <a:cubicBezTo>
                    <a:pt x="17291" y="306"/>
                    <a:pt x="17297" y="323"/>
                    <a:pt x="17303" y="341"/>
                  </a:cubicBezTo>
                  <a:cubicBezTo>
                    <a:pt x="17308" y="359"/>
                    <a:pt x="17312" y="377"/>
                    <a:pt x="17312" y="396"/>
                  </a:cubicBezTo>
                  <a:cubicBezTo>
                    <a:pt x="17311" y="451"/>
                    <a:pt x="17296" y="491"/>
                    <a:pt x="17267" y="516"/>
                  </a:cubicBezTo>
                  <a:cubicBezTo>
                    <a:pt x="17238" y="542"/>
                    <a:pt x="17201" y="554"/>
                    <a:pt x="17154" y="554"/>
                  </a:cubicBezTo>
                  <a:cubicBezTo>
                    <a:pt x="17121" y="553"/>
                    <a:pt x="17094" y="551"/>
                    <a:pt x="17073" y="547"/>
                  </a:cubicBezTo>
                  <a:cubicBezTo>
                    <a:pt x="17052" y="543"/>
                    <a:pt x="17037" y="539"/>
                    <a:pt x="17028" y="535"/>
                  </a:cubicBezTo>
                  <a:lnTo>
                    <a:pt x="17038" y="402"/>
                  </a:lnTo>
                  <a:cubicBezTo>
                    <a:pt x="17048" y="406"/>
                    <a:pt x="17061" y="410"/>
                    <a:pt x="17080" y="414"/>
                  </a:cubicBezTo>
                  <a:cubicBezTo>
                    <a:pt x="17099" y="418"/>
                    <a:pt x="17120" y="420"/>
                    <a:pt x="17144" y="420"/>
                  </a:cubicBezTo>
                  <a:cubicBezTo>
                    <a:pt x="17147" y="420"/>
                    <a:pt x="17150" y="420"/>
                    <a:pt x="17152" y="420"/>
                  </a:cubicBezTo>
                  <a:cubicBezTo>
                    <a:pt x="17155" y="420"/>
                    <a:pt x="17158" y="420"/>
                    <a:pt x="17161" y="420"/>
                  </a:cubicBezTo>
                  <a:cubicBezTo>
                    <a:pt x="17162" y="416"/>
                    <a:pt x="17163" y="412"/>
                    <a:pt x="17164" y="407"/>
                  </a:cubicBezTo>
                  <a:cubicBezTo>
                    <a:pt x="17165" y="403"/>
                    <a:pt x="17166" y="398"/>
                    <a:pt x="17166" y="393"/>
                  </a:cubicBezTo>
                  <a:cubicBezTo>
                    <a:pt x="17165" y="384"/>
                    <a:pt x="17164" y="375"/>
                    <a:pt x="17160" y="366"/>
                  </a:cubicBezTo>
                  <a:cubicBezTo>
                    <a:pt x="17156" y="358"/>
                    <a:pt x="17152" y="348"/>
                    <a:pt x="17146" y="336"/>
                  </a:cubicBezTo>
                  <a:lnTo>
                    <a:pt x="17119" y="276"/>
                  </a:lnTo>
                  <a:cubicBezTo>
                    <a:pt x="17111" y="259"/>
                    <a:pt x="17105" y="241"/>
                    <a:pt x="17100" y="223"/>
                  </a:cubicBezTo>
                  <a:cubicBezTo>
                    <a:pt x="17095" y="205"/>
                    <a:pt x="17093" y="188"/>
                    <a:pt x="17093" y="171"/>
                  </a:cubicBezTo>
                  <a:cubicBezTo>
                    <a:pt x="17094" y="116"/>
                    <a:pt x="17109" y="75"/>
                    <a:pt x="17140" y="48"/>
                  </a:cubicBezTo>
                  <a:cubicBezTo>
                    <a:pt x="17171" y="20"/>
                    <a:pt x="17213" y="7"/>
                    <a:pt x="17265" y="7"/>
                  </a:cubicBezTo>
                  <a:close/>
                  <a:moveTo>
                    <a:pt x="15462" y="7"/>
                  </a:moveTo>
                  <a:cubicBezTo>
                    <a:pt x="15517" y="7"/>
                    <a:pt x="15554" y="21"/>
                    <a:pt x="15576" y="47"/>
                  </a:cubicBezTo>
                  <a:cubicBezTo>
                    <a:pt x="15597" y="73"/>
                    <a:pt x="15607" y="108"/>
                    <a:pt x="15606" y="151"/>
                  </a:cubicBezTo>
                  <a:cubicBezTo>
                    <a:pt x="15606" y="175"/>
                    <a:pt x="15604" y="200"/>
                    <a:pt x="15600" y="227"/>
                  </a:cubicBezTo>
                  <a:cubicBezTo>
                    <a:pt x="15596" y="253"/>
                    <a:pt x="15590" y="281"/>
                    <a:pt x="15584" y="310"/>
                  </a:cubicBezTo>
                  <a:cubicBezTo>
                    <a:pt x="15568" y="395"/>
                    <a:pt x="15543" y="457"/>
                    <a:pt x="15508" y="496"/>
                  </a:cubicBezTo>
                  <a:cubicBezTo>
                    <a:pt x="15472" y="535"/>
                    <a:pt x="15419" y="554"/>
                    <a:pt x="15349" y="554"/>
                  </a:cubicBezTo>
                  <a:cubicBezTo>
                    <a:pt x="15294" y="553"/>
                    <a:pt x="15257" y="540"/>
                    <a:pt x="15235" y="514"/>
                  </a:cubicBezTo>
                  <a:cubicBezTo>
                    <a:pt x="15214" y="487"/>
                    <a:pt x="15204" y="453"/>
                    <a:pt x="15205" y="409"/>
                  </a:cubicBezTo>
                  <a:cubicBezTo>
                    <a:pt x="15205" y="385"/>
                    <a:pt x="15208" y="360"/>
                    <a:pt x="15212" y="334"/>
                  </a:cubicBezTo>
                  <a:cubicBezTo>
                    <a:pt x="15216" y="307"/>
                    <a:pt x="15221" y="280"/>
                    <a:pt x="15228" y="251"/>
                  </a:cubicBezTo>
                  <a:cubicBezTo>
                    <a:pt x="15239" y="194"/>
                    <a:pt x="15253" y="148"/>
                    <a:pt x="15272" y="112"/>
                  </a:cubicBezTo>
                  <a:cubicBezTo>
                    <a:pt x="15290" y="76"/>
                    <a:pt x="15315" y="49"/>
                    <a:pt x="15345" y="32"/>
                  </a:cubicBezTo>
                  <a:cubicBezTo>
                    <a:pt x="15376" y="15"/>
                    <a:pt x="15415" y="7"/>
                    <a:pt x="15462" y="7"/>
                  </a:cubicBezTo>
                  <a:close/>
                  <a:moveTo>
                    <a:pt x="15073" y="7"/>
                  </a:moveTo>
                  <a:cubicBezTo>
                    <a:pt x="15102" y="7"/>
                    <a:pt x="15130" y="9"/>
                    <a:pt x="15156" y="13"/>
                  </a:cubicBezTo>
                  <a:cubicBezTo>
                    <a:pt x="15182" y="17"/>
                    <a:pt x="15201" y="21"/>
                    <a:pt x="15212" y="26"/>
                  </a:cubicBezTo>
                  <a:lnTo>
                    <a:pt x="15180" y="153"/>
                  </a:lnTo>
                  <a:cubicBezTo>
                    <a:pt x="15167" y="149"/>
                    <a:pt x="15151" y="146"/>
                    <a:pt x="15133" y="143"/>
                  </a:cubicBezTo>
                  <a:cubicBezTo>
                    <a:pt x="15115" y="140"/>
                    <a:pt x="15094" y="138"/>
                    <a:pt x="15071" y="138"/>
                  </a:cubicBezTo>
                  <a:cubicBezTo>
                    <a:pt x="15043" y="137"/>
                    <a:pt x="15024" y="144"/>
                    <a:pt x="15012" y="160"/>
                  </a:cubicBezTo>
                  <a:cubicBezTo>
                    <a:pt x="15001" y="176"/>
                    <a:pt x="14990" y="207"/>
                    <a:pt x="14980" y="252"/>
                  </a:cubicBezTo>
                  <a:cubicBezTo>
                    <a:pt x="14976" y="268"/>
                    <a:pt x="14973" y="288"/>
                    <a:pt x="14969" y="309"/>
                  </a:cubicBezTo>
                  <a:cubicBezTo>
                    <a:pt x="14965" y="331"/>
                    <a:pt x="14962" y="353"/>
                    <a:pt x="14960" y="374"/>
                  </a:cubicBezTo>
                  <a:cubicBezTo>
                    <a:pt x="14958" y="395"/>
                    <a:pt x="14956" y="413"/>
                    <a:pt x="14956" y="428"/>
                  </a:cubicBezTo>
                  <a:cubicBezTo>
                    <a:pt x="14959" y="429"/>
                    <a:pt x="14963" y="429"/>
                    <a:pt x="14966" y="429"/>
                  </a:cubicBezTo>
                  <a:cubicBezTo>
                    <a:pt x="14969" y="429"/>
                    <a:pt x="14972" y="429"/>
                    <a:pt x="14976" y="429"/>
                  </a:cubicBezTo>
                  <a:cubicBezTo>
                    <a:pt x="14985" y="429"/>
                    <a:pt x="14994" y="429"/>
                    <a:pt x="15003" y="428"/>
                  </a:cubicBezTo>
                  <a:cubicBezTo>
                    <a:pt x="15012" y="427"/>
                    <a:pt x="15021" y="426"/>
                    <a:pt x="15029" y="424"/>
                  </a:cubicBezTo>
                  <a:lnTo>
                    <a:pt x="15043" y="346"/>
                  </a:lnTo>
                  <a:lnTo>
                    <a:pt x="15002" y="346"/>
                  </a:lnTo>
                  <a:lnTo>
                    <a:pt x="15022" y="235"/>
                  </a:lnTo>
                  <a:lnTo>
                    <a:pt x="15186" y="235"/>
                  </a:lnTo>
                  <a:lnTo>
                    <a:pt x="15132" y="526"/>
                  </a:lnTo>
                  <a:cubicBezTo>
                    <a:pt x="15114" y="534"/>
                    <a:pt x="15088" y="541"/>
                    <a:pt x="15055" y="546"/>
                  </a:cubicBezTo>
                  <a:cubicBezTo>
                    <a:pt x="15022" y="551"/>
                    <a:pt x="14990" y="554"/>
                    <a:pt x="14957" y="554"/>
                  </a:cubicBezTo>
                  <a:cubicBezTo>
                    <a:pt x="14918" y="554"/>
                    <a:pt x="14888" y="548"/>
                    <a:pt x="14867" y="536"/>
                  </a:cubicBezTo>
                  <a:cubicBezTo>
                    <a:pt x="14846" y="524"/>
                    <a:pt x="14832" y="507"/>
                    <a:pt x="14824" y="485"/>
                  </a:cubicBezTo>
                  <a:cubicBezTo>
                    <a:pt x="14816" y="464"/>
                    <a:pt x="14813" y="439"/>
                    <a:pt x="14813" y="410"/>
                  </a:cubicBezTo>
                  <a:cubicBezTo>
                    <a:pt x="14813" y="386"/>
                    <a:pt x="14815" y="361"/>
                    <a:pt x="14819" y="334"/>
                  </a:cubicBezTo>
                  <a:cubicBezTo>
                    <a:pt x="14824" y="307"/>
                    <a:pt x="14829" y="280"/>
                    <a:pt x="14835" y="251"/>
                  </a:cubicBezTo>
                  <a:cubicBezTo>
                    <a:pt x="14851" y="166"/>
                    <a:pt x="14877" y="104"/>
                    <a:pt x="14913" y="65"/>
                  </a:cubicBezTo>
                  <a:cubicBezTo>
                    <a:pt x="14949" y="26"/>
                    <a:pt x="15003" y="6"/>
                    <a:pt x="15073" y="7"/>
                  </a:cubicBezTo>
                  <a:close/>
                  <a:moveTo>
                    <a:pt x="14611" y="7"/>
                  </a:moveTo>
                  <a:cubicBezTo>
                    <a:pt x="14642" y="7"/>
                    <a:pt x="14667" y="9"/>
                    <a:pt x="14686" y="13"/>
                  </a:cubicBezTo>
                  <a:cubicBezTo>
                    <a:pt x="14706" y="17"/>
                    <a:pt x="14720" y="21"/>
                    <a:pt x="14729" y="25"/>
                  </a:cubicBezTo>
                  <a:lnTo>
                    <a:pt x="14699" y="151"/>
                  </a:lnTo>
                  <a:cubicBezTo>
                    <a:pt x="14687" y="147"/>
                    <a:pt x="14675" y="143"/>
                    <a:pt x="14663" y="141"/>
                  </a:cubicBezTo>
                  <a:cubicBezTo>
                    <a:pt x="14652" y="139"/>
                    <a:pt x="14639" y="138"/>
                    <a:pt x="14626" y="138"/>
                  </a:cubicBezTo>
                  <a:cubicBezTo>
                    <a:pt x="14613" y="138"/>
                    <a:pt x="14603" y="140"/>
                    <a:pt x="14596" y="145"/>
                  </a:cubicBezTo>
                  <a:cubicBezTo>
                    <a:pt x="14589" y="150"/>
                    <a:pt x="14586" y="158"/>
                    <a:pt x="14586" y="169"/>
                  </a:cubicBezTo>
                  <a:cubicBezTo>
                    <a:pt x="14586" y="177"/>
                    <a:pt x="14587" y="186"/>
                    <a:pt x="14590" y="194"/>
                  </a:cubicBezTo>
                  <a:cubicBezTo>
                    <a:pt x="14593" y="203"/>
                    <a:pt x="14598" y="215"/>
                    <a:pt x="14604" y="230"/>
                  </a:cubicBezTo>
                  <a:lnTo>
                    <a:pt x="14630" y="291"/>
                  </a:lnTo>
                  <a:cubicBezTo>
                    <a:pt x="14637" y="306"/>
                    <a:pt x="14643" y="323"/>
                    <a:pt x="14649" y="341"/>
                  </a:cubicBezTo>
                  <a:cubicBezTo>
                    <a:pt x="14654" y="359"/>
                    <a:pt x="14658" y="377"/>
                    <a:pt x="14658" y="396"/>
                  </a:cubicBezTo>
                  <a:cubicBezTo>
                    <a:pt x="14657" y="451"/>
                    <a:pt x="14642" y="491"/>
                    <a:pt x="14613" y="516"/>
                  </a:cubicBezTo>
                  <a:cubicBezTo>
                    <a:pt x="14584" y="542"/>
                    <a:pt x="14547" y="554"/>
                    <a:pt x="14500" y="554"/>
                  </a:cubicBezTo>
                  <a:cubicBezTo>
                    <a:pt x="14467" y="553"/>
                    <a:pt x="14440" y="551"/>
                    <a:pt x="14419" y="547"/>
                  </a:cubicBezTo>
                  <a:cubicBezTo>
                    <a:pt x="14398" y="543"/>
                    <a:pt x="14383" y="539"/>
                    <a:pt x="14374" y="535"/>
                  </a:cubicBezTo>
                  <a:lnTo>
                    <a:pt x="14384" y="402"/>
                  </a:lnTo>
                  <a:cubicBezTo>
                    <a:pt x="14394" y="406"/>
                    <a:pt x="14407" y="410"/>
                    <a:pt x="14426" y="414"/>
                  </a:cubicBezTo>
                  <a:cubicBezTo>
                    <a:pt x="14445" y="418"/>
                    <a:pt x="14466" y="420"/>
                    <a:pt x="14490" y="420"/>
                  </a:cubicBezTo>
                  <a:cubicBezTo>
                    <a:pt x="14493" y="420"/>
                    <a:pt x="14496" y="420"/>
                    <a:pt x="14498" y="420"/>
                  </a:cubicBezTo>
                  <a:cubicBezTo>
                    <a:pt x="14501" y="420"/>
                    <a:pt x="14504" y="420"/>
                    <a:pt x="14507" y="420"/>
                  </a:cubicBezTo>
                  <a:cubicBezTo>
                    <a:pt x="14508" y="416"/>
                    <a:pt x="14509" y="412"/>
                    <a:pt x="14510" y="407"/>
                  </a:cubicBezTo>
                  <a:cubicBezTo>
                    <a:pt x="14511" y="403"/>
                    <a:pt x="14512" y="398"/>
                    <a:pt x="14512" y="393"/>
                  </a:cubicBezTo>
                  <a:cubicBezTo>
                    <a:pt x="14511" y="384"/>
                    <a:pt x="14510" y="375"/>
                    <a:pt x="14506" y="366"/>
                  </a:cubicBezTo>
                  <a:cubicBezTo>
                    <a:pt x="14502" y="358"/>
                    <a:pt x="14498" y="348"/>
                    <a:pt x="14492" y="336"/>
                  </a:cubicBezTo>
                  <a:lnTo>
                    <a:pt x="14465" y="276"/>
                  </a:lnTo>
                  <a:cubicBezTo>
                    <a:pt x="14457" y="259"/>
                    <a:pt x="14451" y="241"/>
                    <a:pt x="14446" y="223"/>
                  </a:cubicBezTo>
                  <a:cubicBezTo>
                    <a:pt x="14441" y="205"/>
                    <a:pt x="14439" y="188"/>
                    <a:pt x="14439" y="171"/>
                  </a:cubicBezTo>
                  <a:cubicBezTo>
                    <a:pt x="14440" y="116"/>
                    <a:pt x="14455" y="75"/>
                    <a:pt x="14486" y="48"/>
                  </a:cubicBezTo>
                  <a:cubicBezTo>
                    <a:pt x="14517" y="20"/>
                    <a:pt x="14559" y="7"/>
                    <a:pt x="14611" y="7"/>
                  </a:cubicBezTo>
                  <a:close/>
                  <a:moveTo>
                    <a:pt x="12810" y="7"/>
                  </a:moveTo>
                  <a:cubicBezTo>
                    <a:pt x="12865" y="7"/>
                    <a:pt x="12902" y="21"/>
                    <a:pt x="12924" y="47"/>
                  </a:cubicBezTo>
                  <a:cubicBezTo>
                    <a:pt x="12945" y="73"/>
                    <a:pt x="12955" y="108"/>
                    <a:pt x="12954" y="151"/>
                  </a:cubicBezTo>
                  <a:cubicBezTo>
                    <a:pt x="12954" y="175"/>
                    <a:pt x="12952" y="200"/>
                    <a:pt x="12948" y="227"/>
                  </a:cubicBezTo>
                  <a:cubicBezTo>
                    <a:pt x="12944" y="253"/>
                    <a:pt x="12938" y="281"/>
                    <a:pt x="12932" y="310"/>
                  </a:cubicBezTo>
                  <a:cubicBezTo>
                    <a:pt x="12916" y="395"/>
                    <a:pt x="12891" y="457"/>
                    <a:pt x="12856" y="496"/>
                  </a:cubicBezTo>
                  <a:cubicBezTo>
                    <a:pt x="12820" y="535"/>
                    <a:pt x="12767" y="554"/>
                    <a:pt x="12697" y="554"/>
                  </a:cubicBezTo>
                  <a:cubicBezTo>
                    <a:pt x="12642" y="553"/>
                    <a:pt x="12605" y="540"/>
                    <a:pt x="12583" y="514"/>
                  </a:cubicBezTo>
                  <a:cubicBezTo>
                    <a:pt x="12562" y="487"/>
                    <a:pt x="12552" y="453"/>
                    <a:pt x="12553" y="409"/>
                  </a:cubicBezTo>
                  <a:cubicBezTo>
                    <a:pt x="12553" y="385"/>
                    <a:pt x="12556" y="360"/>
                    <a:pt x="12560" y="334"/>
                  </a:cubicBezTo>
                  <a:cubicBezTo>
                    <a:pt x="12564" y="307"/>
                    <a:pt x="12569" y="280"/>
                    <a:pt x="12576" y="251"/>
                  </a:cubicBezTo>
                  <a:cubicBezTo>
                    <a:pt x="12587" y="194"/>
                    <a:pt x="12601" y="148"/>
                    <a:pt x="12620" y="112"/>
                  </a:cubicBezTo>
                  <a:cubicBezTo>
                    <a:pt x="12638" y="76"/>
                    <a:pt x="12663" y="49"/>
                    <a:pt x="12693" y="32"/>
                  </a:cubicBezTo>
                  <a:cubicBezTo>
                    <a:pt x="12724" y="15"/>
                    <a:pt x="12763" y="7"/>
                    <a:pt x="12810" y="7"/>
                  </a:cubicBezTo>
                  <a:close/>
                  <a:moveTo>
                    <a:pt x="12421" y="7"/>
                  </a:moveTo>
                  <a:cubicBezTo>
                    <a:pt x="12450" y="7"/>
                    <a:pt x="12478" y="9"/>
                    <a:pt x="12504" y="13"/>
                  </a:cubicBezTo>
                  <a:cubicBezTo>
                    <a:pt x="12530" y="17"/>
                    <a:pt x="12549" y="21"/>
                    <a:pt x="12560" y="26"/>
                  </a:cubicBezTo>
                  <a:lnTo>
                    <a:pt x="12528" y="153"/>
                  </a:lnTo>
                  <a:cubicBezTo>
                    <a:pt x="12515" y="149"/>
                    <a:pt x="12499" y="146"/>
                    <a:pt x="12481" y="143"/>
                  </a:cubicBezTo>
                  <a:cubicBezTo>
                    <a:pt x="12463" y="140"/>
                    <a:pt x="12442" y="138"/>
                    <a:pt x="12419" y="138"/>
                  </a:cubicBezTo>
                  <a:cubicBezTo>
                    <a:pt x="12391" y="137"/>
                    <a:pt x="12372" y="144"/>
                    <a:pt x="12360" y="160"/>
                  </a:cubicBezTo>
                  <a:cubicBezTo>
                    <a:pt x="12349" y="176"/>
                    <a:pt x="12338" y="207"/>
                    <a:pt x="12328" y="252"/>
                  </a:cubicBezTo>
                  <a:cubicBezTo>
                    <a:pt x="12324" y="268"/>
                    <a:pt x="12321" y="288"/>
                    <a:pt x="12317" y="309"/>
                  </a:cubicBezTo>
                  <a:cubicBezTo>
                    <a:pt x="12313" y="331"/>
                    <a:pt x="12310" y="353"/>
                    <a:pt x="12308" y="374"/>
                  </a:cubicBezTo>
                  <a:cubicBezTo>
                    <a:pt x="12306" y="395"/>
                    <a:pt x="12304" y="413"/>
                    <a:pt x="12304" y="428"/>
                  </a:cubicBezTo>
                  <a:cubicBezTo>
                    <a:pt x="12307" y="429"/>
                    <a:pt x="12311" y="429"/>
                    <a:pt x="12314" y="429"/>
                  </a:cubicBezTo>
                  <a:cubicBezTo>
                    <a:pt x="12317" y="429"/>
                    <a:pt x="12320" y="429"/>
                    <a:pt x="12324" y="429"/>
                  </a:cubicBezTo>
                  <a:cubicBezTo>
                    <a:pt x="12333" y="429"/>
                    <a:pt x="12342" y="429"/>
                    <a:pt x="12351" y="428"/>
                  </a:cubicBezTo>
                  <a:cubicBezTo>
                    <a:pt x="12360" y="427"/>
                    <a:pt x="12369" y="426"/>
                    <a:pt x="12377" y="424"/>
                  </a:cubicBezTo>
                  <a:lnTo>
                    <a:pt x="12391" y="346"/>
                  </a:lnTo>
                  <a:lnTo>
                    <a:pt x="12350" y="346"/>
                  </a:lnTo>
                  <a:lnTo>
                    <a:pt x="12370" y="235"/>
                  </a:lnTo>
                  <a:lnTo>
                    <a:pt x="12534" y="235"/>
                  </a:lnTo>
                  <a:lnTo>
                    <a:pt x="12480" y="526"/>
                  </a:lnTo>
                  <a:cubicBezTo>
                    <a:pt x="12462" y="534"/>
                    <a:pt x="12436" y="541"/>
                    <a:pt x="12403" y="546"/>
                  </a:cubicBezTo>
                  <a:cubicBezTo>
                    <a:pt x="12370" y="551"/>
                    <a:pt x="12338" y="554"/>
                    <a:pt x="12305" y="554"/>
                  </a:cubicBezTo>
                  <a:cubicBezTo>
                    <a:pt x="12266" y="554"/>
                    <a:pt x="12236" y="548"/>
                    <a:pt x="12215" y="536"/>
                  </a:cubicBezTo>
                  <a:cubicBezTo>
                    <a:pt x="12194" y="524"/>
                    <a:pt x="12180" y="507"/>
                    <a:pt x="12172" y="485"/>
                  </a:cubicBezTo>
                  <a:cubicBezTo>
                    <a:pt x="12164" y="464"/>
                    <a:pt x="12161" y="439"/>
                    <a:pt x="12161" y="410"/>
                  </a:cubicBezTo>
                  <a:cubicBezTo>
                    <a:pt x="12161" y="386"/>
                    <a:pt x="12163" y="361"/>
                    <a:pt x="12167" y="334"/>
                  </a:cubicBezTo>
                  <a:cubicBezTo>
                    <a:pt x="12172" y="307"/>
                    <a:pt x="12177" y="280"/>
                    <a:pt x="12183" y="251"/>
                  </a:cubicBezTo>
                  <a:cubicBezTo>
                    <a:pt x="12199" y="166"/>
                    <a:pt x="12225" y="104"/>
                    <a:pt x="12261" y="65"/>
                  </a:cubicBezTo>
                  <a:cubicBezTo>
                    <a:pt x="12297" y="26"/>
                    <a:pt x="12351" y="6"/>
                    <a:pt x="12421" y="7"/>
                  </a:cubicBezTo>
                  <a:close/>
                  <a:moveTo>
                    <a:pt x="11959" y="7"/>
                  </a:moveTo>
                  <a:cubicBezTo>
                    <a:pt x="11990" y="7"/>
                    <a:pt x="12015" y="9"/>
                    <a:pt x="12034" y="13"/>
                  </a:cubicBezTo>
                  <a:cubicBezTo>
                    <a:pt x="12054" y="17"/>
                    <a:pt x="12068" y="21"/>
                    <a:pt x="12077" y="25"/>
                  </a:cubicBezTo>
                  <a:lnTo>
                    <a:pt x="12047" y="151"/>
                  </a:lnTo>
                  <a:cubicBezTo>
                    <a:pt x="12035" y="147"/>
                    <a:pt x="12023" y="143"/>
                    <a:pt x="12011" y="141"/>
                  </a:cubicBezTo>
                  <a:cubicBezTo>
                    <a:pt x="12000" y="139"/>
                    <a:pt x="11987" y="138"/>
                    <a:pt x="11974" y="138"/>
                  </a:cubicBezTo>
                  <a:cubicBezTo>
                    <a:pt x="11961" y="138"/>
                    <a:pt x="11951" y="140"/>
                    <a:pt x="11944" y="145"/>
                  </a:cubicBezTo>
                  <a:cubicBezTo>
                    <a:pt x="11937" y="150"/>
                    <a:pt x="11934" y="158"/>
                    <a:pt x="11934" y="169"/>
                  </a:cubicBezTo>
                  <a:cubicBezTo>
                    <a:pt x="11934" y="177"/>
                    <a:pt x="11935" y="186"/>
                    <a:pt x="11938" y="194"/>
                  </a:cubicBezTo>
                  <a:cubicBezTo>
                    <a:pt x="11941" y="203"/>
                    <a:pt x="11946" y="215"/>
                    <a:pt x="11952" y="230"/>
                  </a:cubicBezTo>
                  <a:lnTo>
                    <a:pt x="11978" y="291"/>
                  </a:lnTo>
                  <a:cubicBezTo>
                    <a:pt x="11985" y="306"/>
                    <a:pt x="11991" y="323"/>
                    <a:pt x="11997" y="341"/>
                  </a:cubicBezTo>
                  <a:cubicBezTo>
                    <a:pt x="12002" y="359"/>
                    <a:pt x="12006" y="377"/>
                    <a:pt x="12006" y="396"/>
                  </a:cubicBezTo>
                  <a:cubicBezTo>
                    <a:pt x="12005" y="451"/>
                    <a:pt x="11990" y="491"/>
                    <a:pt x="11961" y="516"/>
                  </a:cubicBezTo>
                  <a:cubicBezTo>
                    <a:pt x="11932" y="542"/>
                    <a:pt x="11895" y="554"/>
                    <a:pt x="11848" y="554"/>
                  </a:cubicBezTo>
                  <a:cubicBezTo>
                    <a:pt x="11815" y="553"/>
                    <a:pt x="11788" y="551"/>
                    <a:pt x="11767" y="547"/>
                  </a:cubicBezTo>
                  <a:cubicBezTo>
                    <a:pt x="11746" y="543"/>
                    <a:pt x="11731" y="539"/>
                    <a:pt x="11722" y="535"/>
                  </a:cubicBezTo>
                  <a:lnTo>
                    <a:pt x="11732" y="402"/>
                  </a:lnTo>
                  <a:cubicBezTo>
                    <a:pt x="11742" y="406"/>
                    <a:pt x="11755" y="410"/>
                    <a:pt x="11774" y="414"/>
                  </a:cubicBezTo>
                  <a:cubicBezTo>
                    <a:pt x="11793" y="418"/>
                    <a:pt x="11814" y="420"/>
                    <a:pt x="11838" y="420"/>
                  </a:cubicBezTo>
                  <a:cubicBezTo>
                    <a:pt x="11841" y="420"/>
                    <a:pt x="11844" y="420"/>
                    <a:pt x="11846" y="420"/>
                  </a:cubicBezTo>
                  <a:cubicBezTo>
                    <a:pt x="11849" y="420"/>
                    <a:pt x="11852" y="420"/>
                    <a:pt x="11855" y="420"/>
                  </a:cubicBezTo>
                  <a:cubicBezTo>
                    <a:pt x="11856" y="416"/>
                    <a:pt x="11857" y="412"/>
                    <a:pt x="11858" y="407"/>
                  </a:cubicBezTo>
                  <a:cubicBezTo>
                    <a:pt x="11859" y="403"/>
                    <a:pt x="11860" y="398"/>
                    <a:pt x="11860" y="393"/>
                  </a:cubicBezTo>
                  <a:cubicBezTo>
                    <a:pt x="11859" y="384"/>
                    <a:pt x="11858" y="375"/>
                    <a:pt x="11854" y="366"/>
                  </a:cubicBezTo>
                  <a:cubicBezTo>
                    <a:pt x="11850" y="358"/>
                    <a:pt x="11846" y="348"/>
                    <a:pt x="11840" y="336"/>
                  </a:cubicBezTo>
                  <a:lnTo>
                    <a:pt x="11813" y="276"/>
                  </a:lnTo>
                  <a:cubicBezTo>
                    <a:pt x="11805" y="259"/>
                    <a:pt x="11799" y="241"/>
                    <a:pt x="11794" y="223"/>
                  </a:cubicBezTo>
                  <a:cubicBezTo>
                    <a:pt x="11789" y="205"/>
                    <a:pt x="11787" y="188"/>
                    <a:pt x="11787" y="171"/>
                  </a:cubicBezTo>
                  <a:cubicBezTo>
                    <a:pt x="11788" y="116"/>
                    <a:pt x="11803" y="75"/>
                    <a:pt x="11834" y="48"/>
                  </a:cubicBezTo>
                  <a:cubicBezTo>
                    <a:pt x="11865" y="20"/>
                    <a:pt x="11907" y="7"/>
                    <a:pt x="11959" y="7"/>
                  </a:cubicBezTo>
                  <a:close/>
                  <a:moveTo>
                    <a:pt x="10156" y="7"/>
                  </a:moveTo>
                  <a:cubicBezTo>
                    <a:pt x="10211" y="7"/>
                    <a:pt x="10248" y="21"/>
                    <a:pt x="10270" y="47"/>
                  </a:cubicBezTo>
                  <a:cubicBezTo>
                    <a:pt x="10291" y="73"/>
                    <a:pt x="10301" y="108"/>
                    <a:pt x="10300" y="151"/>
                  </a:cubicBezTo>
                  <a:cubicBezTo>
                    <a:pt x="10300" y="175"/>
                    <a:pt x="10298" y="200"/>
                    <a:pt x="10294" y="227"/>
                  </a:cubicBezTo>
                  <a:cubicBezTo>
                    <a:pt x="10290" y="253"/>
                    <a:pt x="10284" y="281"/>
                    <a:pt x="10278" y="310"/>
                  </a:cubicBezTo>
                  <a:cubicBezTo>
                    <a:pt x="10262" y="395"/>
                    <a:pt x="10237" y="457"/>
                    <a:pt x="10202" y="496"/>
                  </a:cubicBezTo>
                  <a:cubicBezTo>
                    <a:pt x="10166" y="535"/>
                    <a:pt x="10113" y="554"/>
                    <a:pt x="10043" y="554"/>
                  </a:cubicBezTo>
                  <a:cubicBezTo>
                    <a:pt x="9988" y="553"/>
                    <a:pt x="9951" y="540"/>
                    <a:pt x="9929" y="514"/>
                  </a:cubicBezTo>
                  <a:cubicBezTo>
                    <a:pt x="9908" y="487"/>
                    <a:pt x="9898" y="453"/>
                    <a:pt x="9899" y="409"/>
                  </a:cubicBezTo>
                  <a:cubicBezTo>
                    <a:pt x="9899" y="385"/>
                    <a:pt x="9902" y="360"/>
                    <a:pt x="9906" y="334"/>
                  </a:cubicBezTo>
                  <a:cubicBezTo>
                    <a:pt x="9910" y="307"/>
                    <a:pt x="9915" y="280"/>
                    <a:pt x="9922" y="251"/>
                  </a:cubicBezTo>
                  <a:cubicBezTo>
                    <a:pt x="9933" y="194"/>
                    <a:pt x="9947" y="148"/>
                    <a:pt x="9966" y="112"/>
                  </a:cubicBezTo>
                  <a:cubicBezTo>
                    <a:pt x="9984" y="76"/>
                    <a:pt x="10009" y="49"/>
                    <a:pt x="10039" y="32"/>
                  </a:cubicBezTo>
                  <a:cubicBezTo>
                    <a:pt x="10070" y="15"/>
                    <a:pt x="10109" y="7"/>
                    <a:pt x="10156" y="7"/>
                  </a:cubicBezTo>
                  <a:close/>
                  <a:moveTo>
                    <a:pt x="9767" y="7"/>
                  </a:moveTo>
                  <a:cubicBezTo>
                    <a:pt x="9796" y="7"/>
                    <a:pt x="9824" y="9"/>
                    <a:pt x="9850" y="13"/>
                  </a:cubicBezTo>
                  <a:cubicBezTo>
                    <a:pt x="9876" y="17"/>
                    <a:pt x="9895" y="21"/>
                    <a:pt x="9906" y="26"/>
                  </a:cubicBezTo>
                  <a:lnTo>
                    <a:pt x="9874" y="153"/>
                  </a:lnTo>
                  <a:cubicBezTo>
                    <a:pt x="9861" y="149"/>
                    <a:pt x="9845" y="146"/>
                    <a:pt x="9827" y="143"/>
                  </a:cubicBezTo>
                  <a:cubicBezTo>
                    <a:pt x="9809" y="140"/>
                    <a:pt x="9788" y="138"/>
                    <a:pt x="9765" y="138"/>
                  </a:cubicBezTo>
                  <a:cubicBezTo>
                    <a:pt x="9737" y="137"/>
                    <a:pt x="9718" y="144"/>
                    <a:pt x="9706" y="160"/>
                  </a:cubicBezTo>
                  <a:cubicBezTo>
                    <a:pt x="9695" y="176"/>
                    <a:pt x="9684" y="207"/>
                    <a:pt x="9674" y="252"/>
                  </a:cubicBezTo>
                  <a:cubicBezTo>
                    <a:pt x="9670" y="268"/>
                    <a:pt x="9667" y="288"/>
                    <a:pt x="9663" y="309"/>
                  </a:cubicBezTo>
                  <a:cubicBezTo>
                    <a:pt x="9659" y="331"/>
                    <a:pt x="9656" y="353"/>
                    <a:pt x="9654" y="374"/>
                  </a:cubicBezTo>
                  <a:cubicBezTo>
                    <a:pt x="9652" y="395"/>
                    <a:pt x="9650" y="413"/>
                    <a:pt x="9650" y="428"/>
                  </a:cubicBezTo>
                  <a:cubicBezTo>
                    <a:pt x="9653" y="429"/>
                    <a:pt x="9657" y="429"/>
                    <a:pt x="9660" y="429"/>
                  </a:cubicBezTo>
                  <a:cubicBezTo>
                    <a:pt x="9663" y="429"/>
                    <a:pt x="9666" y="429"/>
                    <a:pt x="9670" y="429"/>
                  </a:cubicBezTo>
                  <a:cubicBezTo>
                    <a:pt x="9679" y="429"/>
                    <a:pt x="9688" y="429"/>
                    <a:pt x="9697" y="428"/>
                  </a:cubicBezTo>
                  <a:cubicBezTo>
                    <a:pt x="9706" y="427"/>
                    <a:pt x="9715" y="426"/>
                    <a:pt x="9723" y="424"/>
                  </a:cubicBezTo>
                  <a:lnTo>
                    <a:pt x="9737" y="346"/>
                  </a:lnTo>
                  <a:lnTo>
                    <a:pt x="9696" y="346"/>
                  </a:lnTo>
                  <a:lnTo>
                    <a:pt x="9716" y="235"/>
                  </a:lnTo>
                  <a:lnTo>
                    <a:pt x="9880" y="235"/>
                  </a:lnTo>
                  <a:lnTo>
                    <a:pt x="9826" y="526"/>
                  </a:lnTo>
                  <a:cubicBezTo>
                    <a:pt x="9808" y="534"/>
                    <a:pt x="9782" y="541"/>
                    <a:pt x="9749" y="546"/>
                  </a:cubicBezTo>
                  <a:cubicBezTo>
                    <a:pt x="9716" y="551"/>
                    <a:pt x="9684" y="554"/>
                    <a:pt x="9651" y="554"/>
                  </a:cubicBezTo>
                  <a:cubicBezTo>
                    <a:pt x="9612" y="554"/>
                    <a:pt x="9582" y="548"/>
                    <a:pt x="9561" y="536"/>
                  </a:cubicBezTo>
                  <a:cubicBezTo>
                    <a:pt x="9540" y="524"/>
                    <a:pt x="9526" y="507"/>
                    <a:pt x="9518" y="485"/>
                  </a:cubicBezTo>
                  <a:cubicBezTo>
                    <a:pt x="9510" y="464"/>
                    <a:pt x="9507" y="439"/>
                    <a:pt x="9507" y="410"/>
                  </a:cubicBezTo>
                  <a:cubicBezTo>
                    <a:pt x="9507" y="386"/>
                    <a:pt x="9509" y="361"/>
                    <a:pt x="9513" y="334"/>
                  </a:cubicBezTo>
                  <a:cubicBezTo>
                    <a:pt x="9518" y="307"/>
                    <a:pt x="9523" y="280"/>
                    <a:pt x="9529" y="251"/>
                  </a:cubicBezTo>
                  <a:cubicBezTo>
                    <a:pt x="9545" y="166"/>
                    <a:pt x="9571" y="104"/>
                    <a:pt x="9607" y="65"/>
                  </a:cubicBezTo>
                  <a:cubicBezTo>
                    <a:pt x="9643" y="26"/>
                    <a:pt x="9697" y="6"/>
                    <a:pt x="9767" y="7"/>
                  </a:cubicBezTo>
                  <a:close/>
                  <a:moveTo>
                    <a:pt x="9305" y="7"/>
                  </a:moveTo>
                  <a:cubicBezTo>
                    <a:pt x="9336" y="7"/>
                    <a:pt x="9361" y="9"/>
                    <a:pt x="9380" y="13"/>
                  </a:cubicBezTo>
                  <a:cubicBezTo>
                    <a:pt x="9400" y="17"/>
                    <a:pt x="9414" y="21"/>
                    <a:pt x="9423" y="25"/>
                  </a:cubicBezTo>
                  <a:lnTo>
                    <a:pt x="9393" y="151"/>
                  </a:lnTo>
                  <a:cubicBezTo>
                    <a:pt x="9381" y="147"/>
                    <a:pt x="9369" y="143"/>
                    <a:pt x="9357" y="141"/>
                  </a:cubicBezTo>
                  <a:cubicBezTo>
                    <a:pt x="9346" y="139"/>
                    <a:pt x="9333" y="138"/>
                    <a:pt x="9320" y="138"/>
                  </a:cubicBezTo>
                  <a:cubicBezTo>
                    <a:pt x="9307" y="138"/>
                    <a:pt x="9297" y="140"/>
                    <a:pt x="9290" y="145"/>
                  </a:cubicBezTo>
                  <a:cubicBezTo>
                    <a:pt x="9283" y="150"/>
                    <a:pt x="9280" y="158"/>
                    <a:pt x="9280" y="169"/>
                  </a:cubicBezTo>
                  <a:cubicBezTo>
                    <a:pt x="9280" y="177"/>
                    <a:pt x="9281" y="186"/>
                    <a:pt x="9284" y="194"/>
                  </a:cubicBezTo>
                  <a:cubicBezTo>
                    <a:pt x="9287" y="203"/>
                    <a:pt x="9292" y="215"/>
                    <a:pt x="9298" y="230"/>
                  </a:cubicBezTo>
                  <a:lnTo>
                    <a:pt x="9324" y="291"/>
                  </a:lnTo>
                  <a:cubicBezTo>
                    <a:pt x="9331" y="306"/>
                    <a:pt x="9337" y="323"/>
                    <a:pt x="9343" y="341"/>
                  </a:cubicBezTo>
                  <a:cubicBezTo>
                    <a:pt x="9348" y="359"/>
                    <a:pt x="9352" y="377"/>
                    <a:pt x="9352" y="396"/>
                  </a:cubicBezTo>
                  <a:cubicBezTo>
                    <a:pt x="9351" y="451"/>
                    <a:pt x="9336" y="491"/>
                    <a:pt x="9307" y="516"/>
                  </a:cubicBezTo>
                  <a:cubicBezTo>
                    <a:pt x="9278" y="542"/>
                    <a:pt x="9241" y="554"/>
                    <a:pt x="9194" y="554"/>
                  </a:cubicBezTo>
                  <a:cubicBezTo>
                    <a:pt x="9161" y="553"/>
                    <a:pt x="9134" y="551"/>
                    <a:pt x="9113" y="547"/>
                  </a:cubicBezTo>
                  <a:cubicBezTo>
                    <a:pt x="9092" y="543"/>
                    <a:pt x="9077" y="539"/>
                    <a:pt x="9068" y="535"/>
                  </a:cubicBezTo>
                  <a:lnTo>
                    <a:pt x="9078" y="402"/>
                  </a:lnTo>
                  <a:cubicBezTo>
                    <a:pt x="9088" y="406"/>
                    <a:pt x="9101" y="410"/>
                    <a:pt x="9120" y="414"/>
                  </a:cubicBezTo>
                  <a:cubicBezTo>
                    <a:pt x="9139" y="418"/>
                    <a:pt x="9160" y="420"/>
                    <a:pt x="9184" y="420"/>
                  </a:cubicBezTo>
                  <a:cubicBezTo>
                    <a:pt x="9187" y="420"/>
                    <a:pt x="9190" y="420"/>
                    <a:pt x="9192" y="420"/>
                  </a:cubicBezTo>
                  <a:cubicBezTo>
                    <a:pt x="9195" y="420"/>
                    <a:pt x="9198" y="420"/>
                    <a:pt x="9201" y="420"/>
                  </a:cubicBezTo>
                  <a:cubicBezTo>
                    <a:pt x="9202" y="416"/>
                    <a:pt x="9203" y="412"/>
                    <a:pt x="9204" y="407"/>
                  </a:cubicBezTo>
                  <a:cubicBezTo>
                    <a:pt x="9205" y="403"/>
                    <a:pt x="9206" y="398"/>
                    <a:pt x="9206" y="393"/>
                  </a:cubicBezTo>
                  <a:cubicBezTo>
                    <a:pt x="9205" y="384"/>
                    <a:pt x="9204" y="375"/>
                    <a:pt x="9200" y="366"/>
                  </a:cubicBezTo>
                  <a:cubicBezTo>
                    <a:pt x="9196" y="358"/>
                    <a:pt x="9192" y="348"/>
                    <a:pt x="9186" y="336"/>
                  </a:cubicBezTo>
                  <a:lnTo>
                    <a:pt x="9159" y="276"/>
                  </a:lnTo>
                  <a:cubicBezTo>
                    <a:pt x="9151" y="259"/>
                    <a:pt x="9145" y="241"/>
                    <a:pt x="9140" y="223"/>
                  </a:cubicBezTo>
                  <a:cubicBezTo>
                    <a:pt x="9135" y="205"/>
                    <a:pt x="9133" y="188"/>
                    <a:pt x="9133" y="171"/>
                  </a:cubicBezTo>
                  <a:cubicBezTo>
                    <a:pt x="9134" y="116"/>
                    <a:pt x="9149" y="75"/>
                    <a:pt x="9180" y="48"/>
                  </a:cubicBezTo>
                  <a:cubicBezTo>
                    <a:pt x="9211" y="20"/>
                    <a:pt x="9253" y="7"/>
                    <a:pt x="9305" y="7"/>
                  </a:cubicBezTo>
                  <a:close/>
                  <a:moveTo>
                    <a:pt x="7504" y="7"/>
                  </a:moveTo>
                  <a:cubicBezTo>
                    <a:pt x="7559" y="7"/>
                    <a:pt x="7596" y="21"/>
                    <a:pt x="7618" y="47"/>
                  </a:cubicBezTo>
                  <a:cubicBezTo>
                    <a:pt x="7639" y="73"/>
                    <a:pt x="7649" y="108"/>
                    <a:pt x="7648" y="151"/>
                  </a:cubicBezTo>
                  <a:cubicBezTo>
                    <a:pt x="7648" y="175"/>
                    <a:pt x="7646" y="200"/>
                    <a:pt x="7642" y="227"/>
                  </a:cubicBezTo>
                  <a:cubicBezTo>
                    <a:pt x="7638" y="253"/>
                    <a:pt x="7632" y="281"/>
                    <a:pt x="7626" y="310"/>
                  </a:cubicBezTo>
                  <a:cubicBezTo>
                    <a:pt x="7610" y="395"/>
                    <a:pt x="7585" y="457"/>
                    <a:pt x="7550" y="496"/>
                  </a:cubicBezTo>
                  <a:cubicBezTo>
                    <a:pt x="7514" y="535"/>
                    <a:pt x="7461" y="554"/>
                    <a:pt x="7391" y="554"/>
                  </a:cubicBezTo>
                  <a:cubicBezTo>
                    <a:pt x="7336" y="553"/>
                    <a:pt x="7299" y="540"/>
                    <a:pt x="7277" y="514"/>
                  </a:cubicBezTo>
                  <a:cubicBezTo>
                    <a:pt x="7256" y="487"/>
                    <a:pt x="7246" y="453"/>
                    <a:pt x="7247" y="409"/>
                  </a:cubicBezTo>
                  <a:cubicBezTo>
                    <a:pt x="7247" y="385"/>
                    <a:pt x="7250" y="360"/>
                    <a:pt x="7254" y="334"/>
                  </a:cubicBezTo>
                  <a:cubicBezTo>
                    <a:pt x="7258" y="307"/>
                    <a:pt x="7263" y="280"/>
                    <a:pt x="7270" y="251"/>
                  </a:cubicBezTo>
                  <a:cubicBezTo>
                    <a:pt x="7281" y="194"/>
                    <a:pt x="7295" y="148"/>
                    <a:pt x="7314" y="112"/>
                  </a:cubicBezTo>
                  <a:cubicBezTo>
                    <a:pt x="7332" y="76"/>
                    <a:pt x="7357" y="49"/>
                    <a:pt x="7387" y="32"/>
                  </a:cubicBezTo>
                  <a:cubicBezTo>
                    <a:pt x="7418" y="15"/>
                    <a:pt x="7457" y="7"/>
                    <a:pt x="7504" y="7"/>
                  </a:cubicBezTo>
                  <a:close/>
                  <a:moveTo>
                    <a:pt x="7115" y="7"/>
                  </a:moveTo>
                  <a:cubicBezTo>
                    <a:pt x="7144" y="7"/>
                    <a:pt x="7172" y="9"/>
                    <a:pt x="7198" y="13"/>
                  </a:cubicBezTo>
                  <a:cubicBezTo>
                    <a:pt x="7224" y="17"/>
                    <a:pt x="7243" y="21"/>
                    <a:pt x="7254" y="26"/>
                  </a:cubicBezTo>
                  <a:lnTo>
                    <a:pt x="7222" y="153"/>
                  </a:lnTo>
                  <a:cubicBezTo>
                    <a:pt x="7209" y="149"/>
                    <a:pt x="7193" y="146"/>
                    <a:pt x="7175" y="143"/>
                  </a:cubicBezTo>
                  <a:cubicBezTo>
                    <a:pt x="7157" y="140"/>
                    <a:pt x="7136" y="138"/>
                    <a:pt x="7113" y="138"/>
                  </a:cubicBezTo>
                  <a:cubicBezTo>
                    <a:pt x="7085" y="137"/>
                    <a:pt x="7066" y="144"/>
                    <a:pt x="7054" y="160"/>
                  </a:cubicBezTo>
                  <a:cubicBezTo>
                    <a:pt x="7043" y="176"/>
                    <a:pt x="7032" y="207"/>
                    <a:pt x="7022" y="252"/>
                  </a:cubicBezTo>
                  <a:cubicBezTo>
                    <a:pt x="7018" y="268"/>
                    <a:pt x="7015" y="288"/>
                    <a:pt x="7011" y="309"/>
                  </a:cubicBezTo>
                  <a:cubicBezTo>
                    <a:pt x="7007" y="331"/>
                    <a:pt x="7004" y="353"/>
                    <a:pt x="7002" y="374"/>
                  </a:cubicBezTo>
                  <a:cubicBezTo>
                    <a:pt x="7000" y="395"/>
                    <a:pt x="6998" y="413"/>
                    <a:pt x="6998" y="428"/>
                  </a:cubicBezTo>
                  <a:cubicBezTo>
                    <a:pt x="7001" y="429"/>
                    <a:pt x="7005" y="429"/>
                    <a:pt x="7008" y="429"/>
                  </a:cubicBezTo>
                  <a:cubicBezTo>
                    <a:pt x="7011" y="429"/>
                    <a:pt x="7014" y="429"/>
                    <a:pt x="7018" y="429"/>
                  </a:cubicBezTo>
                  <a:cubicBezTo>
                    <a:pt x="7027" y="429"/>
                    <a:pt x="7036" y="429"/>
                    <a:pt x="7045" y="428"/>
                  </a:cubicBezTo>
                  <a:cubicBezTo>
                    <a:pt x="7054" y="427"/>
                    <a:pt x="7063" y="426"/>
                    <a:pt x="7071" y="424"/>
                  </a:cubicBezTo>
                  <a:lnTo>
                    <a:pt x="7085" y="346"/>
                  </a:lnTo>
                  <a:lnTo>
                    <a:pt x="7044" y="346"/>
                  </a:lnTo>
                  <a:lnTo>
                    <a:pt x="7064" y="235"/>
                  </a:lnTo>
                  <a:lnTo>
                    <a:pt x="7228" y="235"/>
                  </a:lnTo>
                  <a:lnTo>
                    <a:pt x="7174" y="526"/>
                  </a:lnTo>
                  <a:cubicBezTo>
                    <a:pt x="7156" y="534"/>
                    <a:pt x="7130" y="541"/>
                    <a:pt x="7097" y="546"/>
                  </a:cubicBezTo>
                  <a:cubicBezTo>
                    <a:pt x="7064" y="551"/>
                    <a:pt x="7032" y="554"/>
                    <a:pt x="6999" y="554"/>
                  </a:cubicBezTo>
                  <a:cubicBezTo>
                    <a:pt x="6960" y="554"/>
                    <a:pt x="6930" y="548"/>
                    <a:pt x="6909" y="536"/>
                  </a:cubicBezTo>
                  <a:cubicBezTo>
                    <a:pt x="6888" y="524"/>
                    <a:pt x="6874" y="507"/>
                    <a:pt x="6866" y="485"/>
                  </a:cubicBezTo>
                  <a:cubicBezTo>
                    <a:pt x="6858" y="464"/>
                    <a:pt x="6855" y="439"/>
                    <a:pt x="6855" y="410"/>
                  </a:cubicBezTo>
                  <a:cubicBezTo>
                    <a:pt x="6855" y="386"/>
                    <a:pt x="6857" y="361"/>
                    <a:pt x="6861" y="334"/>
                  </a:cubicBezTo>
                  <a:cubicBezTo>
                    <a:pt x="6866" y="307"/>
                    <a:pt x="6871" y="280"/>
                    <a:pt x="6877" y="251"/>
                  </a:cubicBezTo>
                  <a:cubicBezTo>
                    <a:pt x="6893" y="166"/>
                    <a:pt x="6919" y="104"/>
                    <a:pt x="6955" y="65"/>
                  </a:cubicBezTo>
                  <a:cubicBezTo>
                    <a:pt x="6991" y="26"/>
                    <a:pt x="7045" y="6"/>
                    <a:pt x="7115" y="7"/>
                  </a:cubicBezTo>
                  <a:close/>
                  <a:moveTo>
                    <a:pt x="6653" y="7"/>
                  </a:moveTo>
                  <a:cubicBezTo>
                    <a:pt x="6684" y="7"/>
                    <a:pt x="6709" y="9"/>
                    <a:pt x="6728" y="13"/>
                  </a:cubicBezTo>
                  <a:cubicBezTo>
                    <a:pt x="6748" y="17"/>
                    <a:pt x="6762" y="21"/>
                    <a:pt x="6771" y="25"/>
                  </a:cubicBezTo>
                  <a:lnTo>
                    <a:pt x="6741" y="151"/>
                  </a:lnTo>
                  <a:cubicBezTo>
                    <a:pt x="6729" y="147"/>
                    <a:pt x="6717" y="143"/>
                    <a:pt x="6705" y="141"/>
                  </a:cubicBezTo>
                  <a:cubicBezTo>
                    <a:pt x="6694" y="139"/>
                    <a:pt x="6681" y="138"/>
                    <a:pt x="6668" y="138"/>
                  </a:cubicBezTo>
                  <a:cubicBezTo>
                    <a:pt x="6655" y="138"/>
                    <a:pt x="6645" y="140"/>
                    <a:pt x="6638" y="145"/>
                  </a:cubicBezTo>
                  <a:cubicBezTo>
                    <a:pt x="6631" y="150"/>
                    <a:pt x="6628" y="158"/>
                    <a:pt x="6628" y="169"/>
                  </a:cubicBezTo>
                  <a:cubicBezTo>
                    <a:pt x="6628" y="177"/>
                    <a:pt x="6629" y="186"/>
                    <a:pt x="6632" y="194"/>
                  </a:cubicBezTo>
                  <a:cubicBezTo>
                    <a:pt x="6635" y="203"/>
                    <a:pt x="6640" y="215"/>
                    <a:pt x="6646" y="230"/>
                  </a:cubicBezTo>
                  <a:lnTo>
                    <a:pt x="6672" y="291"/>
                  </a:lnTo>
                  <a:cubicBezTo>
                    <a:pt x="6679" y="306"/>
                    <a:pt x="6685" y="323"/>
                    <a:pt x="6691" y="341"/>
                  </a:cubicBezTo>
                  <a:cubicBezTo>
                    <a:pt x="6696" y="359"/>
                    <a:pt x="6700" y="377"/>
                    <a:pt x="6700" y="396"/>
                  </a:cubicBezTo>
                  <a:cubicBezTo>
                    <a:pt x="6699" y="451"/>
                    <a:pt x="6684" y="491"/>
                    <a:pt x="6655" y="516"/>
                  </a:cubicBezTo>
                  <a:cubicBezTo>
                    <a:pt x="6626" y="542"/>
                    <a:pt x="6589" y="554"/>
                    <a:pt x="6542" y="554"/>
                  </a:cubicBezTo>
                  <a:cubicBezTo>
                    <a:pt x="6509" y="553"/>
                    <a:pt x="6482" y="551"/>
                    <a:pt x="6461" y="547"/>
                  </a:cubicBezTo>
                  <a:cubicBezTo>
                    <a:pt x="6440" y="543"/>
                    <a:pt x="6425" y="539"/>
                    <a:pt x="6416" y="535"/>
                  </a:cubicBezTo>
                  <a:lnTo>
                    <a:pt x="6426" y="402"/>
                  </a:lnTo>
                  <a:cubicBezTo>
                    <a:pt x="6436" y="406"/>
                    <a:pt x="6449" y="410"/>
                    <a:pt x="6468" y="414"/>
                  </a:cubicBezTo>
                  <a:cubicBezTo>
                    <a:pt x="6487" y="418"/>
                    <a:pt x="6508" y="420"/>
                    <a:pt x="6532" y="420"/>
                  </a:cubicBezTo>
                  <a:cubicBezTo>
                    <a:pt x="6535" y="420"/>
                    <a:pt x="6538" y="420"/>
                    <a:pt x="6540" y="420"/>
                  </a:cubicBezTo>
                  <a:cubicBezTo>
                    <a:pt x="6543" y="420"/>
                    <a:pt x="6546" y="420"/>
                    <a:pt x="6549" y="420"/>
                  </a:cubicBezTo>
                  <a:cubicBezTo>
                    <a:pt x="6550" y="416"/>
                    <a:pt x="6551" y="412"/>
                    <a:pt x="6552" y="407"/>
                  </a:cubicBezTo>
                  <a:cubicBezTo>
                    <a:pt x="6553" y="403"/>
                    <a:pt x="6554" y="398"/>
                    <a:pt x="6554" y="393"/>
                  </a:cubicBezTo>
                  <a:cubicBezTo>
                    <a:pt x="6553" y="384"/>
                    <a:pt x="6552" y="375"/>
                    <a:pt x="6548" y="366"/>
                  </a:cubicBezTo>
                  <a:cubicBezTo>
                    <a:pt x="6544" y="358"/>
                    <a:pt x="6540" y="348"/>
                    <a:pt x="6534" y="336"/>
                  </a:cubicBezTo>
                  <a:lnTo>
                    <a:pt x="6507" y="276"/>
                  </a:lnTo>
                  <a:cubicBezTo>
                    <a:pt x="6499" y="259"/>
                    <a:pt x="6493" y="241"/>
                    <a:pt x="6488" y="223"/>
                  </a:cubicBezTo>
                  <a:cubicBezTo>
                    <a:pt x="6483" y="205"/>
                    <a:pt x="6481" y="188"/>
                    <a:pt x="6481" y="171"/>
                  </a:cubicBezTo>
                  <a:cubicBezTo>
                    <a:pt x="6482" y="116"/>
                    <a:pt x="6497" y="75"/>
                    <a:pt x="6528" y="48"/>
                  </a:cubicBezTo>
                  <a:cubicBezTo>
                    <a:pt x="6559" y="20"/>
                    <a:pt x="6601" y="7"/>
                    <a:pt x="6653" y="7"/>
                  </a:cubicBezTo>
                  <a:close/>
                  <a:moveTo>
                    <a:pt x="4850" y="7"/>
                  </a:moveTo>
                  <a:cubicBezTo>
                    <a:pt x="4905" y="7"/>
                    <a:pt x="4942" y="21"/>
                    <a:pt x="4964" y="47"/>
                  </a:cubicBezTo>
                  <a:cubicBezTo>
                    <a:pt x="4985" y="73"/>
                    <a:pt x="4995" y="108"/>
                    <a:pt x="4994" y="151"/>
                  </a:cubicBezTo>
                  <a:cubicBezTo>
                    <a:pt x="4994" y="175"/>
                    <a:pt x="4992" y="200"/>
                    <a:pt x="4988" y="227"/>
                  </a:cubicBezTo>
                  <a:cubicBezTo>
                    <a:pt x="4984" y="253"/>
                    <a:pt x="4978" y="281"/>
                    <a:pt x="4972" y="310"/>
                  </a:cubicBezTo>
                  <a:cubicBezTo>
                    <a:pt x="4956" y="395"/>
                    <a:pt x="4931" y="457"/>
                    <a:pt x="4896" y="496"/>
                  </a:cubicBezTo>
                  <a:cubicBezTo>
                    <a:pt x="4860" y="535"/>
                    <a:pt x="4807" y="554"/>
                    <a:pt x="4737" y="554"/>
                  </a:cubicBezTo>
                  <a:cubicBezTo>
                    <a:pt x="4682" y="553"/>
                    <a:pt x="4645" y="540"/>
                    <a:pt x="4623" y="514"/>
                  </a:cubicBezTo>
                  <a:cubicBezTo>
                    <a:pt x="4602" y="487"/>
                    <a:pt x="4592" y="453"/>
                    <a:pt x="4593" y="409"/>
                  </a:cubicBezTo>
                  <a:cubicBezTo>
                    <a:pt x="4593" y="385"/>
                    <a:pt x="4596" y="360"/>
                    <a:pt x="4600" y="334"/>
                  </a:cubicBezTo>
                  <a:cubicBezTo>
                    <a:pt x="4604" y="307"/>
                    <a:pt x="4609" y="280"/>
                    <a:pt x="4616" y="251"/>
                  </a:cubicBezTo>
                  <a:cubicBezTo>
                    <a:pt x="4627" y="194"/>
                    <a:pt x="4641" y="148"/>
                    <a:pt x="4660" y="112"/>
                  </a:cubicBezTo>
                  <a:cubicBezTo>
                    <a:pt x="4678" y="76"/>
                    <a:pt x="4703" y="49"/>
                    <a:pt x="4733" y="32"/>
                  </a:cubicBezTo>
                  <a:cubicBezTo>
                    <a:pt x="4764" y="15"/>
                    <a:pt x="4803" y="7"/>
                    <a:pt x="4850" y="7"/>
                  </a:cubicBezTo>
                  <a:close/>
                  <a:moveTo>
                    <a:pt x="4461" y="7"/>
                  </a:moveTo>
                  <a:cubicBezTo>
                    <a:pt x="4490" y="7"/>
                    <a:pt x="4518" y="9"/>
                    <a:pt x="4544" y="13"/>
                  </a:cubicBezTo>
                  <a:cubicBezTo>
                    <a:pt x="4570" y="17"/>
                    <a:pt x="4589" y="21"/>
                    <a:pt x="4600" y="26"/>
                  </a:cubicBezTo>
                  <a:lnTo>
                    <a:pt x="4568" y="153"/>
                  </a:lnTo>
                  <a:cubicBezTo>
                    <a:pt x="4555" y="149"/>
                    <a:pt x="4539" y="146"/>
                    <a:pt x="4521" y="143"/>
                  </a:cubicBezTo>
                  <a:cubicBezTo>
                    <a:pt x="4503" y="140"/>
                    <a:pt x="4482" y="138"/>
                    <a:pt x="4459" y="138"/>
                  </a:cubicBezTo>
                  <a:cubicBezTo>
                    <a:pt x="4431" y="137"/>
                    <a:pt x="4412" y="144"/>
                    <a:pt x="4400" y="160"/>
                  </a:cubicBezTo>
                  <a:cubicBezTo>
                    <a:pt x="4389" y="176"/>
                    <a:pt x="4378" y="207"/>
                    <a:pt x="4368" y="252"/>
                  </a:cubicBezTo>
                  <a:cubicBezTo>
                    <a:pt x="4364" y="268"/>
                    <a:pt x="4361" y="288"/>
                    <a:pt x="4357" y="309"/>
                  </a:cubicBezTo>
                  <a:cubicBezTo>
                    <a:pt x="4353" y="331"/>
                    <a:pt x="4350" y="353"/>
                    <a:pt x="4348" y="374"/>
                  </a:cubicBezTo>
                  <a:cubicBezTo>
                    <a:pt x="4346" y="395"/>
                    <a:pt x="4344" y="413"/>
                    <a:pt x="4344" y="428"/>
                  </a:cubicBezTo>
                  <a:cubicBezTo>
                    <a:pt x="4347" y="429"/>
                    <a:pt x="4351" y="429"/>
                    <a:pt x="4354" y="429"/>
                  </a:cubicBezTo>
                  <a:cubicBezTo>
                    <a:pt x="4357" y="429"/>
                    <a:pt x="4360" y="429"/>
                    <a:pt x="4364" y="429"/>
                  </a:cubicBezTo>
                  <a:cubicBezTo>
                    <a:pt x="4373" y="429"/>
                    <a:pt x="4382" y="429"/>
                    <a:pt x="4391" y="428"/>
                  </a:cubicBezTo>
                  <a:cubicBezTo>
                    <a:pt x="4400" y="427"/>
                    <a:pt x="4409" y="426"/>
                    <a:pt x="4417" y="424"/>
                  </a:cubicBezTo>
                  <a:lnTo>
                    <a:pt x="4431" y="346"/>
                  </a:lnTo>
                  <a:lnTo>
                    <a:pt x="4390" y="346"/>
                  </a:lnTo>
                  <a:lnTo>
                    <a:pt x="4410" y="235"/>
                  </a:lnTo>
                  <a:lnTo>
                    <a:pt x="4574" y="235"/>
                  </a:lnTo>
                  <a:lnTo>
                    <a:pt x="4520" y="526"/>
                  </a:lnTo>
                  <a:cubicBezTo>
                    <a:pt x="4502" y="534"/>
                    <a:pt x="4476" y="541"/>
                    <a:pt x="4443" y="546"/>
                  </a:cubicBezTo>
                  <a:cubicBezTo>
                    <a:pt x="4410" y="551"/>
                    <a:pt x="4378" y="554"/>
                    <a:pt x="4345" y="554"/>
                  </a:cubicBezTo>
                  <a:cubicBezTo>
                    <a:pt x="4306" y="554"/>
                    <a:pt x="4276" y="548"/>
                    <a:pt x="4255" y="536"/>
                  </a:cubicBezTo>
                  <a:cubicBezTo>
                    <a:pt x="4234" y="524"/>
                    <a:pt x="4220" y="507"/>
                    <a:pt x="4212" y="485"/>
                  </a:cubicBezTo>
                  <a:cubicBezTo>
                    <a:pt x="4204" y="464"/>
                    <a:pt x="4201" y="439"/>
                    <a:pt x="4201" y="410"/>
                  </a:cubicBezTo>
                  <a:cubicBezTo>
                    <a:pt x="4201" y="386"/>
                    <a:pt x="4203" y="361"/>
                    <a:pt x="4207" y="334"/>
                  </a:cubicBezTo>
                  <a:cubicBezTo>
                    <a:pt x="4212" y="307"/>
                    <a:pt x="4217" y="280"/>
                    <a:pt x="4223" y="251"/>
                  </a:cubicBezTo>
                  <a:cubicBezTo>
                    <a:pt x="4239" y="166"/>
                    <a:pt x="4265" y="104"/>
                    <a:pt x="4301" y="65"/>
                  </a:cubicBezTo>
                  <a:cubicBezTo>
                    <a:pt x="4337" y="26"/>
                    <a:pt x="4391" y="6"/>
                    <a:pt x="4461" y="7"/>
                  </a:cubicBezTo>
                  <a:close/>
                  <a:moveTo>
                    <a:pt x="3999" y="7"/>
                  </a:moveTo>
                  <a:cubicBezTo>
                    <a:pt x="4030" y="7"/>
                    <a:pt x="4055" y="9"/>
                    <a:pt x="4074" y="13"/>
                  </a:cubicBezTo>
                  <a:cubicBezTo>
                    <a:pt x="4094" y="17"/>
                    <a:pt x="4108" y="21"/>
                    <a:pt x="4117" y="25"/>
                  </a:cubicBezTo>
                  <a:lnTo>
                    <a:pt x="4087" y="151"/>
                  </a:lnTo>
                  <a:cubicBezTo>
                    <a:pt x="4075" y="147"/>
                    <a:pt x="4063" y="143"/>
                    <a:pt x="4051" y="141"/>
                  </a:cubicBezTo>
                  <a:cubicBezTo>
                    <a:pt x="4040" y="139"/>
                    <a:pt x="4027" y="138"/>
                    <a:pt x="4014" y="138"/>
                  </a:cubicBezTo>
                  <a:cubicBezTo>
                    <a:pt x="4001" y="138"/>
                    <a:pt x="3991" y="140"/>
                    <a:pt x="3984" y="145"/>
                  </a:cubicBezTo>
                  <a:cubicBezTo>
                    <a:pt x="3977" y="150"/>
                    <a:pt x="3974" y="158"/>
                    <a:pt x="3974" y="169"/>
                  </a:cubicBezTo>
                  <a:cubicBezTo>
                    <a:pt x="3974" y="177"/>
                    <a:pt x="3975" y="186"/>
                    <a:pt x="3978" y="194"/>
                  </a:cubicBezTo>
                  <a:cubicBezTo>
                    <a:pt x="3981" y="203"/>
                    <a:pt x="3986" y="215"/>
                    <a:pt x="3992" y="230"/>
                  </a:cubicBezTo>
                  <a:lnTo>
                    <a:pt x="4018" y="291"/>
                  </a:lnTo>
                  <a:cubicBezTo>
                    <a:pt x="4025" y="306"/>
                    <a:pt x="4031" y="323"/>
                    <a:pt x="4037" y="341"/>
                  </a:cubicBezTo>
                  <a:cubicBezTo>
                    <a:pt x="4042" y="359"/>
                    <a:pt x="4046" y="377"/>
                    <a:pt x="4046" y="396"/>
                  </a:cubicBezTo>
                  <a:cubicBezTo>
                    <a:pt x="4045" y="451"/>
                    <a:pt x="4030" y="491"/>
                    <a:pt x="4001" y="516"/>
                  </a:cubicBezTo>
                  <a:cubicBezTo>
                    <a:pt x="3972" y="542"/>
                    <a:pt x="3935" y="554"/>
                    <a:pt x="3888" y="554"/>
                  </a:cubicBezTo>
                  <a:cubicBezTo>
                    <a:pt x="3855" y="553"/>
                    <a:pt x="3828" y="551"/>
                    <a:pt x="3807" y="547"/>
                  </a:cubicBezTo>
                  <a:cubicBezTo>
                    <a:pt x="3786" y="543"/>
                    <a:pt x="3771" y="539"/>
                    <a:pt x="3762" y="535"/>
                  </a:cubicBezTo>
                  <a:lnTo>
                    <a:pt x="3772" y="402"/>
                  </a:lnTo>
                  <a:cubicBezTo>
                    <a:pt x="3782" y="406"/>
                    <a:pt x="3795" y="410"/>
                    <a:pt x="3814" y="414"/>
                  </a:cubicBezTo>
                  <a:cubicBezTo>
                    <a:pt x="3833" y="418"/>
                    <a:pt x="3854" y="420"/>
                    <a:pt x="3878" y="420"/>
                  </a:cubicBezTo>
                  <a:cubicBezTo>
                    <a:pt x="3881" y="420"/>
                    <a:pt x="3884" y="420"/>
                    <a:pt x="3886" y="420"/>
                  </a:cubicBezTo>
                  <a:cubicBezTo>
                    <a:pt x="3889" y="420"/>
                    <a:pt x="3892" y="420"/>
                    <a:pt x="3895" y="420"/>
                  </a:cubicBezTo>
                  <a:cubicBezTo>
                    <a:pt x="3896" y="416"/>
                    <a:pt x="3897" y="412"/>
                    <a:pt x="3898" y="407"/>
                  </a:cubicBezTo>
                  <a:cubicBezTo>
                    <a:pt x="3899" y="403"/>
                    <a:pt x="3900" y="398"/>
                    <a:pt x="3900" y="393"/>
                  </a:cubicBezTo>
                  <a:cubicBezTo>
                    <a:pt x="3899" y="384"/>
                    <a:pt x="3898" y="375"/>
                    <a:pt x="3894" y="366"/>
                  </a:cubicBezTo>
                  <a:cubicBezTo>
                    <a:pt x="3890" y="358"/>
                    <a:pt x="3886" y="348"/>
                    <a:pt x="3880" y="336"/>
                  </a:cubicBezTo>
                  <a:lnTo>
                    <a:pt x="3853" y="276"/>
                  </a:lnTo>
                  <a:cubicBezTo>
                    <a:pt x="3845" y="259"/>
                    <a:pt x="3839" y="241"/>
                    <a:pt x="3834" y="223"/>
                  </a:cubicBezTo>
                  <a:cubicBezTo>
                    <a:pt x="3829" y="205"/>
                    <a:pt x="3827" y="188"/>
                    <a:pt x="3827" y="171"/>
                  </a:cubicBezTo>
                  <a:cubicBezTo>
                    <a:pt x="3828" y="116"/>
                    <a:pt x="3843" y="75"/>
                    <a:pt x="3874" y="48"/>
                  </a:cubicBezTo>
                  <a:cubicBezTo>
                    <a:pt x="3905" y="20"/>
                    <a:pt x="3947" y="7"/>
                    <a:pt x="3999" y="7"/>
                  </a:cubicBezTo>
                  <a:close/>
                  <a:moveTo>
                    <a:pt x="2198" y="7"/>
                  </a:moveTo>
                  <a:cubicBezTo>
                    <a:pt x="2253" y="7"/>
                    <a:pt x="2290" y="21"/>
                    <a:pt x="2312" y="47"/>
                  </a:cubicBezTo>
                  <a:cubicBezTo>
                    <a:pt x="2333" y="73"/>
                    <a:pt x="2343" y="108"/>
                    <a:pt x="2342" y="151"/>
                  </a:cubicBezTo>
                  <a:cubicBezTo>
                    <a:pt x="2342" y="175"/>
                    <a:pt x="2340" y="200"/>
                    <a:pt x="2336" y="227"/>
                  </a:cubicBezTo>
                  <a:cubicBezTo>
                    <a:pt x="2332" y="253"/>
                    <a:pt x="2326" y="281"/>
                    <a:pt x="2320" y="310"/>
                  </a:cubicBezTo>
                  <a:cubicBezTo>
                    <a:pt x="2304" y="395"/>
                    <a:pt x="2279" y="457"/>
                    <a:pt x="2244" y="496"/>
                  </a:cubicBezTo>
                  <a:cubicBezTo>
                    <a:pt x="2208" y="535"/>
                    <a:pt x="2155" y="554"/>
                    <a:pt x="2085" y="554"/>
                  </a:cubicBezTo>
                  <a:cubicBezTo>
                    <a:pt x="2030" y="553"/>
                    <a:pt x="1993" y="540"/>
                    <a:pt x="1971" y="514"/>
                  </a:cubicBezTo>
                  <a:cubicBezTo>
                    <a:pt x="1950" y="487"/>
                    <a:pt x="1940" y="453"/>
                    <a:pt x="1941" y="409"/>
                  </a:cubicBezTo>
                  <a:cubicBezTo>
                    <a:pt x="1941" y="385"/>
                    <a:pt x="1944" y="360"/>
                    <a:pt x="1948" y="334"/>
                  </a:cubicBezTo>
                  <a:cubicBezTo>
                    <a:pt x="1952" y="307"/>
                    <a:pt x="1957" y="280"/>
                    <a:pt x="1964" y="251"/>
                  </a:cubicBezTo>
                  <a:cubicBezTo>
                    <a:pt x="1975" y="194"/>
                    <a:pt x="1989" y="148"/>
                    <a:pt x="2008" y="112"/>
                  </a:cubicBezTo>
                  <a:cubicBezTo>
                    <a:pt x="2026" y="76"/>
                    <a:pt x="2051" y="49"/>
                    <a:pt x="2081" y="32"/>
                  </a:cubicBezTo>
                  <a:cubicBezTo>
                    <a:pt x="2112" y="15"/>
                    <a:pt x="2151" y="7"/>
                    <a:pt x="2198" y="7"/>
                  </a:cubicBezTo>
                  <a:close/>
                  <a:moveTo>
                    <a:pt x="1809" y="7"/>
                  </a:moveTo>
                  <a:cubicBezTo>
                    <a:pt x="1838" y="7"/>
                    <a:pt x="1866" y="9"/>
                    <a:pt x="1892" y="13"/>
                  </a:cubicBezTo>
                  <a:cubicBezTo>
                    <a:pt x="1918" y="17"/>
                    <a:pt x="1937" y="21"/>
                    <a:pt x="1948" y="26"/>
                  </a:cubicBezTo>
                  <a:lnTo>
                    <a:pt x="1916" y="153"/>
                  </a:lnTo>
                  <a:cubicBezTo>
                    <a:pt x="1903" y="149"/>
                    <a:pt x="1887" y="146"/>
                    <a:pt x="1869" y="143"/>
                  </a:cubicBezTo>
                  <a:cubicBezTo>
                    <a:pt x="1851" y="140"/>
                    <a:pt x="1830" y="138"/>
                    <a:pt x="1807" y="138"/>
                  </a:cubicBezTo>
                  <a:cubicBezTo>
                    <a:pt x="1779" y="137"/>
                    <a:pt x="1760" y="144"/>
                    <a:pt x="1748" y="160"/>
                  </a:cubicBezTo>
                  <a:cubicBezTo>
                    <a:pt x="1737" y="176"/>
                    <a:pt x="1726" y="207"/>
                    <a:pt x="1716" y="252"/>
                  </a:cubicBezTo>
                  <a:cubicBezTo>
                    <a:pt x="1712" y="268"/>
                    <a:pt x="1709" y="288"/>
                    <a:pt x="1705" y="309"/>
                  </a:cubicBezTo>
                  <a:cubicBezTo>
                    <a:pt x="1701" y="331"/>
                    <a:pt x="1698" y="353"/>
                    <a:pt x="1696" y="374"/>
                  </a:cubicBezTo>
                  <a:cubicBezTo>
                    <a:pt x="1694" y="395"/>
                    <a:pt x="1692" y="413"/>
                    <a:pt x="1692" y="428"/>
                  </a:cubicBezTo>
                  <a:cubicBezTo>
                    <a:pt x="1695" y="429"/>
                    <a:pt x="1699" y="429"/>
                    <a:pt x="1702" y="429"/>
                  </a:cubicBezTo>
                  <a:cubicBezTo>
                    <a:pt x="1705" y="429"/>
                    <a:pt x="1708" y="429"/>
                    <a:pt x="1712" y="429"/>
                  </a:cubicBezTo>
                  <a:cubicBezTo>
                    <a:pt x="1721" y="429"/>
                    <a:pt x="1730" y="429"/>
                    <a:pt x="1739" y="428"/>
                  </a:cubicBezTo>
                  <a:cubicBezTo>
                    <a:pt x="1748" y="427"/>
                    <a:pt x="1757" y="426"/>
                    <a:pt x="1765" y="424"/>
                  </a:cubicBezTo>
                  <a:lnTo>
                    <a:pt x="1779" y="346"/>
                  </a:lnTo>
                  <a:lnTo>
                    <a:pt x="1738" y="346"/>
                  </a:lnTo>
                  <a:lnTo>
                    <a:pt x="1758" y="235"/>
                  </a:lnTo>
                  <a:lnTo>
                    <a:pt x="1922" y="235"/>
                  </a:lnTo>
                  <a:lnTo>
                    <a:pt x="1868" y="526"/>
                  </a:lnTo>
                  <a:cubicBezTo>
                    <a:pt x="1850" y="534"/>
                    <a:pt x="1824" y="541"/>
                    <a:pt x="1791" y="546"/>
                  </a:cubicBezTo>
                  <a:cubicBezTo>
                    <a:pt x="1758" y="551"/>
                    <a:pt x="1726" y="554"/>
                    <a:pt x="1693" y="554"/>
                  </a:cubicBezTo>
                  <a:cubicBezTo>
                    <a:pt x="1654" y="554"/>
                    <a:pt x="1624" y="548"/>
                    <a:pt x="1603" y="536"/>
                  </a:cubicBezTo>
                  <a:cubicBezTo>
                    <a:pt x="1582" y="524"/>
                    <a:pt x="1568" y="507"/>
                    <a:pt x="1560" y="485"/>
                  </a:cubicBezTo>
                  <a:cubicBezTo>
                    <a:pt x="1552" y="464"/>
                    <a:pt x="1549" y="439"/>
                    <a:pt x="1549" y="410"/>
                  </a:cubicBezTo>
                  <a:cubicBezTo>
                    <a:pt x="1549" y="386"/>
                    <a:pt x="1551" y="361"/>
                    <a:pt x="1555" y="334"/>
                  </a:cubicBezTo>
                  <a:cubicBezTo>
                    <a:pt x="1560" y="307"/>
                    <a:pt x="1565" y="280"/>
                    <a:pt x="1571" y="251"/>
                  </a:cubicBezTo>
                  <a:cubicBezTo>
                    <a:pt x="1587" y="166"/>
                    <a:pt x="1613" y="104"/>
                    <a:pt x="1649" y="65"/>
                  </a:cubicBezTo>
                  <a:cubicBezTo>
                    <a:pt x="1685" y="26"/>
                    <a:pt x="1739" y="6"/>
                    <a:pt x="1809" y="7"/>
                  </a:cubicBezTo>
                  <a:close/>
                  <a:moveTo>
                    <a:pt x="1347" y="7"/>
                  </a:moveTo>
                  <a:cubicBezTo>
                    <a:pt x="1378" y="7"/>
                    <a:pt x="1403" y="9"/>
                    <a:pt x="1422" y="13"/>
                  </a:cubicBezTo>
                  <a:cubicBezTo>
                    <a:pt x="1442" y="17"/>
                    <a:pt x="1456" y="21"/>
                    <a:pt x="1465" y="25"/>
                  </a:cubicBezTo>
                  <a:lnTo>
                    <a:pt x="1435" y="151"/>
                  </a:lnTo>
                  <a:cubicBezTo>
                    <a:pt x="1423" y="147"/>
                    <a:pt x="1411" y="143"/>
                    <a:pt x="1399" y="141"/>
                  </a:cubicBezTo>
                  <a:cubicBezTo>
                    <a:pt x="1388" y="139"/>
                    <a:pt x="1375" y="138"/>
                    <a:pt x="1362" y="138"/>
                  </a:cubicBezTo>
                  <a:cubicBezTo>
                    <a:pt x="1349" y="138"/>
                    <a:pt x="1339" y="140"/>
                    <a:pt x="1332" y="145"/>
                  </a:cubicBezTo>
                  <a:cubicBezTo>
                    <a:pt x="1325" y="150"/>
                    <a:pt x="1322" y="158"/>
                    <a:pt x="1322" y="169"/>
                  </a:cubicBezTo>
                  <a:cubicBezTo>
                    <a:pt x="1322" y="177"/>
                    <a:pt x="1323" y="186"/>
                    <a:pt x="1326" y="194"/>
                  </a:cubicBezTo>
                  <a:cubicBezTo>
                    <a:pt x="1329" y="203"/>
                    <a:pt x="1334" y="215"/>
                    <a:pt x="1340" y="230"/>
                  </a:cubicBezTo>
                  <a:lnTo>
                    <a:pt x="1366" y="291"/>
                  </a:lnTo>
                  <a:cubicBezTo>
                    <a:pt x="1373" y="306"/>
                    <a:pt x="1379" y="323"/>
                    <a:pt x="1385" y="341"/>
                  </a:cubicBezTo>
                  <a:cubicBezTo>
                    <a:pt x="1390" y="359"/>
                    <a:pt x="1394" y="377"/>
                    <a:pt x="1394" y="396"/>
                  </a:cubicBezTo>
                  <a:cubicBezTo>
                    <a:pt x="1393" y="451"/>
                    <a:pt x="1378" y="491"/>
                    <a:pt x="1349" y="516"/>
                  </a:cubicBezTo>
                  <a:cubicBezTo>
                    <a:pt x="1320" y="542"/>
                    <a:pt x="1283" y="554"/>
                    <a:pt x="1236" y="554"/>
                  </a:cubicBezTo>
                  <a:cubicBezTo>
                    <a:pt x="1203" y="553"/>
                    <a:pt x="1176" y="551"/>
                    <a:pt x="1155" y="547"/>
                  </a:cubicBezTo>
                  <a:cubicBezTo>
                    <a:pt x="1134" y="543"/>
                    <a:pt x="1119" y="539"/>
                    <a:pt x="1110" y="535"/>
                  </a:cubicBezTo>
                  <a:lnTo>
                    <a:pt x="1120" y="402"/>
                  </a:lnTo>
                  <a:cubicBezTo>
                    <a:pt x="1130" y="406"/>
                    <a:pt x="1143" y="410"/>
                    <a:pt x="1162" y="414"/>
                  </a:cubicBezTo>
                  <a:cubicBezTo>
                    <a:pt x="1181" y="418"/>
                    <a:pt x="1202" y="420"/>
                    <a:pt x="1226" y="420"/>
                  </a:cubicBezTo>
                  <a:cubicBezTo>
                    <a:pt x="1229" y="420"/>
                    <a:pt x="1232" y="420"/>
                    <a:pt x="1234" y="420"/>
                  </a:cubicBezTo>
                  <a:cubicBezTo>
                    <a:pt x="1237" y="420"/>
                    <a:pt x="1240" y="420"/>
                    <a:pt x="1243" y="420"/>
                  </a:cubicBezTo>
                  <a:cubicBezTo>
                    <a:pt x="1244" y="416"/>
                    <a:pt x="1245" y="412"/>
                    <a:pt x="1246" y="407"/>
                  </a:cubicBezTo>
                  <a:cubicBezTo>
                    <a:pt x="1247" y="403"/>
                    <a:pt x="1248" y="398"/>
                    <a:pt x="1248" y="393"/>
                  </a:cubicBezTo>
                  <a:cubicBezTo>
                    <a:pt x="1247" y="384"/>
                    <a:pt x="1246" y="375"/>
                    <a:pt x="1242" y="366"/>
                  </a:cubicBezTo>
                  <a:cubicBezTo>
                    <a:pt x="1238" y="358"/>
                    <a:pt x="1234" y="348"/>
                    <a:pt x="1228" y="336"/>
                  </a:cubicBezTo>
                  <a:lnTo>
                    <a:pt x="1201" y="276"/>
                  </a:lnTo>
                  <a:cubicBezTo>
                    <a:pt x="1193" y="259"/>
                    <a:pt x="1187" y="241"/>
                    <a:pt x="1182" y="223"/>
                  </a:cubicBezTo>
                  <a:cubicBezTo>
                    <a:pt x="1177" y="205"/>
                    <a:pt x="1175" y="188"/>
                    <a:pt x="1175" y="171"/>
                  </a:cubicBezTo>
                  <a:cubicBezTo>
                    <a:pt x="1176" y="116"/>
                    <a:pt x="1191" y="75"/>
                    <a:pt x="1222" y="48"/>
                  </a:cubicBezTo>
                  <a:cubicBezTo>
                    <a:pt x="1253" y="20"/>
                    <a:pt x="1295" y="7"/>
                    <a:pt x="1347" y="7"/>
                  </a:cubicBezTo>
                  <a:close/>
                  <a:moveTo>
                    <a:pt x="15848" y="0"/>
                  </a:moveTo>
                  <a:lnTo>
                    <a:pt x="15758" y="374"/>
                  </a:lnTo>
                  <a:lnTo>
                    <a:pt x="15639" y="374"/>
                  </a:lnTo>
                  <a:lnTo>
                    <a:pt x="15691" y="16"/>
                  </a:lnTo>
                  <a:lnTo>
                    <a:pt x="15848" y="0"/>
                  </a:lnTo>
                  <a:close/>
                  <a:moveTo>
                    <a:pt x="13196" y="0"/>
                  </a:moveTo>
                  <a:lnTo>
                    <a:pt x="13106" y="374"/>
                  </a:lnTo>
                  <a:lnTo>
                    <a:pt x="12987" y="374"/>
                  </a:lnTo>
                  <a:lnTo>
                    <a:pt x="13039" y="16"/>
                  </a:lnTo>
                  <a:lnTo>
                    <a:pt x="13196" y="0"/>
                  </a:lnTo>
                  <a:close/>
                  <a:moveTo>
                    <a:pt x="10542" y="0"/>
                  </a:moveTo>
                  <a:lnTo>
                    <a:pt x="10452" y="374"/>
                  </a:lnTo>
                  <a:lnTo>
                    <a:pt x="10333" y="374"/>
                  </a:lnTo>
                  <a:lnTo>
                    <a:pt x="10385" y="16"/>
                  </a:lnTo>
                  <a:lnTo>
                    <a:pt x="10542" y="0"/>
                  </a:lnTo>
                  <a:close/>
                  <a:moveTo>
                    <a:pt x="7890" y="0"/>
                  </a:moveTo>
                  <a:lnTo>
                    <a:pt x="7800" y="374"/>
                  </a:lnTo>
                  <a:lnTo>
                    <a:pt x="7681" y="374"/>
                  </a:lnTo>
                  <a:lnTo>
                    <a:pt x="7733" y="16"/>
                  </a:lnTo>
                  <a:lnTo>
                    <a:pt x="7890" y="0"/>
                  </a:lnTo>
                  <a:close/>
                  <a:moveTo>
                    <a:pt x="5236" y="0"/>
                  </a:moveTo>
                  <a:lnTo>
                    <a:pt x="5146" y="374"/>
                  </a:lnTo>
                  <a:lnTo>
                    <a:pt x="5027" y="374"/>
                  </a:lnTo>
                  <a:lnTo>
                    <a:pt x="5079" y="16"/>
                  </a:lnTo>
                  <a:lnTo>
                    <a:pt x="5236" y="0"/>
                  </a:lnTo>
                  <a:close/>
                  <a:moveTo>
                    <a:pt x="2584" y="0"/>
                  </a:moveTo>
                  <a:lnTo>
                    <a:pt x="2494" y="374"/>
                  </a:lnTo>
                  <a:lnTo>
                    <a:pt x="2375" y="374"/>
                  </a:lnTo>
                  <a:lnTo>
                    <a:pt x="2427" y="16"/>
                  </a:lnTo>
                  <a:lnTo>
                    <a:pt x="2584" y="0"/>
                  </a:lnTo>
                  <a:close/>
                </a:path>
              </a:pathLst>
            </a:custGeom>
            <a:noFill/>
            <a:ln w="1270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B363CDB0-297E-39EE-D08F-E54F9F53CF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086" y="2950779"/>
              <a:ext cx="12484683" cy="408031"/>
            </a:xfrm>
            <a:custGeom>
              <a:avLst/>
              <a:gdLst>
                <a:gd name="T0" fmla="*/ 11398 w 16953"/>
                <a:gd name="T1" fmla="*/ 544 h 554"/>
                <a:gd name="T2" fmla="*/ 3575 w 16953"/>
                <a:gd name="T3" fmla="*/ 544 h 554"/>
                <a:gd name="T4" fmla="*/ 16472 w 16953"/>
                <a:gd name="T5" fmla="*/ 428 h 554"/>
                <a:gd name="T6" fmla="*/ 13860 w 16953"/>
                <a:gd name="T7" fmla="*/ 403 h 554"/>
                <a:gd name="T8" fmla="*/ 11237 w 16953"/>
                <a:gd name="T9" fmla="*/ 309 h 554"/>
                <a:gd name="T10" fmla="*/ 8600 w 16953"/>
                <a:gd name="T11" fmla="*/ 224 h 554"/>
                <a:gd name="T12" fmla="*/ 5958 w 16953"/>
                <a:gd name="T13" fmla="*/ 132 h 554"/>
                <a:gd name="T14" fmla="*/ 3294 w 16953"/>
                <a:gd name="T15" fmla="*/ 132 h 554"/>
                <a:gd name="T16" fmla="*/ 631 w 16953"/>
                <a:gd name="T17" fmla="*/ 131 h 554"/>
                <a:gd name="T18" fmla="*/ 15032 w 16953"/>
                <a:gd name="T19" fmla="*/ 145 h 554"/>
                <a:gd name="T20" fmla="*/ 14756 w 16953"/>
                <a:gd name="T21" fmla="*/ 16 h 554"/>
                <a:gd name="T22" fmla="*/ 12401 w 16953"/>
                <a:gd name="T23" fmla="*/ 16 h 554"/>
                <a:gd name="T24" fmla="*/ 12328 w 16953"/>
                <a:gd name="T25" fmla="*/ 217 h 554"/>
                <a:gd name="T26" fmla="*/ 11812 w 16953"/>
                <a:gd name="T27" fmla="*/ 16 h 554"/>
                <a:gd name="T28" fmla="*/ 9726 w 16953"/>
                <a:gd name="T29" fmla="*/ 145 h 554"/>
                <a:gd name="T30" fmla="*/ 9450 w 16953"/>
                <a:gd name="T31" fmla="*/ 16 h 554"/>
                <a:gd name="T32" fmla="*/ 7095 w 16953"/>
                <a:gd name="T33" fmla="*/ 16 h 554"/>
                <a:gd name="T34" fmla="*/ 7022 w 16953"/>
                <a:gd name="T35" fmla="*/ 217 h 554"/>
                <a:gd name="T36" fmla="*/ 6506 w 16953"/>
                <a:gd name="T37" fmla="*/ 16 h 554"/>
                <a:gd name="T38" fmla="*/ 4420 w 16953"/>
                <a:gd name="T39" fmla="*/ 145 h 554"/>
                <a:gd name="T40" fmla="*/ 4144 w 16953"/>
                <a:gd name="T41" fmla="*/ 16 h 554"/>
                <a:gd name="T42" fmla="*/ 1791 w 16953"/>
                <a:gd name="T43" fmla="*/ 16 h 554"/>
                <a:gd name="T44" fmla="*/ 1718 w 16953"/>
                <a:gd name="T45" fmla="*/ 217 h 554"/>
                <a:gd name="T46" fmla="*/ 1202 w 16953"/>
                <a:gd name="T47" fmla="*/ 16 h 554"/>
                <a:gd name="T48" fmla="*/ 16567 w 16953"/>
                <a:gd name="T49" fmla="*/ 7 h 554"/>
                <a:gd name="T50" fmla="*/ 16108 w 16953"/>
                <a:gd name="T51" fmla="*/ 428 h 554"/>
                <a:gd name="T52" fmla="*/ 16018 w 16953"/>
                <a:gd name="T53" fmla="*/ 65 h 554"/>
                <a:gd name="T54" fmla="*/ 15763 w 16953"/>
                <a:gd name="T55" fmla="*/ 396 h 554"/>
                <a:gd name="T56" fmla="*/ 15570 w 16953"/>
                <a:gd name="T57" fmla="*/ 276 h 554"/>
                <a:gd name="T58" fmla="*/ 13663 w 16953"/>
                <a:gd name="T59" fmla="*/ 334 h 554"/>
                <a:gd name="T60" fmla="*/ 13411 w 16953"/>
                <a:gd name="T61" fmla="*/ 374 h 554"/>
                <a:gd name="T62" fmla="*/ 13275 w 16953"/>
                <a:gd name="T63" fmla="*/ 485 h 554"/>
                <a:gd name="T64" fmla="*/ 13041 w 16953"/>
                <a:gd name="T65" fmla="*/ 194 h 554"/>
                <a:gd name="T66" fmla="*/ 12961 w 16953"/>
                <a:gd name="T67" fmla="*/ 407 h 554"/>
                <a:gd name="T68" fmla="*/ 11307 w 16953"/>
                <a:gd name="T69" fmla="*/ 496 h 554"/>
                <a:gd name="T70" fmla="*/ 10870 w 16953"/>
                <a:gd name="T71" fmla="*/ 138 h 554"/>
                <a:gd name="T72" fmla="*/ 10931 w 16953"/>
                <a:gd name="T73" fmla="*/ 526 h 554"/>
                <a:gd name="T74" fmla="*/ 10462 w 16953"/>
                <a:gd name="T75" fmla="*/ 141 h 554"/>
                <a:gd name="T76" fmla="*/ 10225 w 16953"/>
                <a:gd name="T77" fmla="*/ 414 h 554"/>
                <a:gd name="T78" fmla="*/ 8721 w 16953"/>
                <a:gd name="T79" fmla="*/ 47 h 554"/>
                <a:gd name="T80" fmla="*/ 8301 w 16953"/>
                <a:gd name="T81" fmla="*/ 13 h 554"/>
                <a:gd name="T82" fmla="*/ 8188 w 16953"/>
                <a:gd name="T83" fmla="*/ 346 h 554"/>
                <a:gd name="T84" fmla="*/ 7756 w 16953"/>
                <a:gd name="T85" fmla="*/ 7 h 554"/>
                <a:gd name="T86" fmla="*/ 7645 w 16953"/>
                <a:gd name="T87" fmla="*/ 554 h 554"/>
                <a:gd name="T88" fmla="*/ 7584 w 16953"/>
                <a:gd name="T89" fmla="*/ 171 h 554"/>
                <a:gd name="T90" fmla="*/ 5765 w 16953"/>
                <a:gd name="T91" fmla="*/ 112 h 554"/>
                <a:gd name="T92" fmla="*/ 5459 w 16953"/>
                <a:gd name="T93" fmla="*/ 429 h 554"/>
                <a:gd name="T94" fmla="*/ 5312 w 16953"/>
                <a:gd name="T95" fmla="*/ 334 h 554"/>
                <a:gd name="T96" fmla="*/ 5123 w 16953"/>
                <a:gd name="T97" fmla="*/ 291 h 554"/>
                <a:gd name="T98" fmla="*/ 4999 w 16953"/>
                <a:gd name="T99" fmla="*/ 366 h 554"/>
                <a:gd name="T100" fmla="*/ 3074 w 16953"/>
                <a:gd name="T101" fmla="*/ 514 h 554"/>
                <a:gd name="T102" fmla="*/ 2819 w 16953"/>
                <a:gd name="T103" fmla="*/ 252 h 554"/>
                <a:gd name="T104" fmla="*/ 2796 w 16953"/>
                <a:gd name="T105" fmla="*/ 554 h 554"/>
                <a:gd name="T106" fmla="*/ 2437 w 16953"/>
                <a:gd name="T107" fmla="*/ 145 h 554"/>
                <a:gd name="T108" fmla="*/ 2339 w 16953"/>
                <a:gd name="T109" fmla="*/ 420 h 554"/>
                <a:gd name="T110" fmla="*/ 787 w 16953"/>
                <a:gd name="T111" fmla="*/ 227 h 554"/>
                <a:gd name="T112" fmla="*/ 367 w 16953"/>
                <a:gd name="T113" fmla="*/ 153 h 554"/>
                <a:gd name="T114" fmla="*/ 209 w 16953"/>
                <a:gd name="T115" fmla="*/ 235 h 554"/>
                <a:gd name="T116" fmla="*/ 16744 w 16953"/>
                <a:gd name="T117" fmla="*/ 374 h 554"/>
                <a:gd name="T118" fmla="*/ 8903 w 16953"/>
                <a:gd name="T119" fmla="*/ 374 h 554"/>
                <a:gd name="T120" fmla="*/ 1035 w 1695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953" h="554">
                  <a:moveTo>
                    <a:pt x="16728" y="419"/>
                  </a:moveTo>
                  <a:lnTo>
                    <a:pt x="16864" y="419"/>
                  </a:lnTo>
                  <a:lnTo>
                    <a:pt x="16841" y="544"/>
                  </a:lnTo>
                  <a:lnTo>
                    <a:pt x="16704" y="544"/>
                  </a:lnTo>
                  <a:lnTo>
                    <a:pt x="16728" y="419"/>
                  </a:lnTo>
                  <a:close/>
                  <a:moveTo>
                    <a:pt x="14074" y="419"/>
                  </a:moveTo>
                  <a:lnTo>
                    <a:pt x="14210" y="419"/>
                  </a:lnTo>
                  <a:lnTo>
                    <a:pt x="14187" y="544"/>
                  </a:lnTo>
                  <a:lnTo>
                    <a:pt x="14050" y="544"/>
                  </a:lnTo>
                  <a:lnTo>
                    <a:pt x="14074" y="419"/>
                  </a:lnTo>
                  <a:close/>
                  <a:moveTo>
                    <a:pt x="11422" y="419"/>
                  </a:moveTo>
                  <a:lnTo>
                    <a:pt x="11558" y="419"/>
                  </a:lnTo>
                  <a:lnTo>
                    <a:pt x="11535" y="544"/>
                  </a:lnTo>
                  <a:lnTo>
                    <a:pt x="11398" y="544"/>
                  </a:lnTo>
                  <a:lnTo>
                    <a:pt x="11422" y="419"/>
                  </a:lnTo>
                  <a:close/>
                  <a:moveTo>
                    <a:pt x="8768" y="419"/>
                  </a:moveTo>
                  <a:lnTo>
                    <a:pt x="8904" y="419"/>
                  </a:lnTo>
                  <a:lnTo>
                    <a:pt x="8881" y="544"/>
                  </a:lnTo>
                  <a:lnTo>
                    <a:pt x="8744" y="544"/>
                  </a:lnTo>
                  <a:lnTo>
                    <a:pt x="8768" y="419"/>
                  </a:lnTo>
                  <a:close/>
                  <a:moveTo>
                    <a:pt x="6116" y="419"/>
                  </a:moveTo>
                  <a:lnTo>
                    <a:pt x="6252" y="419"/>
                  </a:lnTo>
                  <a:lnTo>
                    <a:pt x="6229" y="544"/>
                  </a:lnTo>
                  <a:lnTo>
                    <a:pt x="6092" y="544"/>
                  </a:lnTo>
                  <a:lnTo>
                    <a:pt x="6116" y="419"/>
                  </a:lnTo>
                  <a:close/>
                  <a:moveTo>
                    <a:pt x="3462" y="419"/>
                  </a:moveTo>
                  <a:lnTo>
                    <a:pt x="3598" y="419"/>
                  </a:lnTo>
                  <a:lnTo>
                    <a:pt x="3575" y="544"/>
                  </a:lnTo>
                  <a:lnTo>
                    <a:pt x="3438" y="544"/>
                  </a:lnTo>
                  <a:lnTo>
                    <a:pt x="3462" y="419"/>
                  </a:lnTo>
                  <a:close/>
                  <a:moveTo>
                    <a:pt x="810" y="419"/>
                  </a:moveTo>
                  <a:lnTo>
                    <a:pt x="946" y="419"/>
                  </a:lnTo>
                  <a:lnTo>
                    <a:pt x="923" y="544"/>
                  </a:lnTo>
                  <a:lnTo>
                    <a:pt x="786" y="544"/>
                  </a:lnTo>
                  <a:lnTo>
                    <a:pt x="810" y="419"/>
                  </a:lnTo>
                  <a:close/>
                  <a:moveTo>
                    <a:pt x="16549" y="131"/>
                  </a:moveTo>
                  <a:cubicBezTo>
                    <a:pt x="16531" y="131"/>
                    <a:pt x="16517" y="139"/>
                    <a:pt x="16507" y="157"/>
                  </a:cubicBezTo>
                  <a:cubicBezTo>
                    <a:pt x="16498" y="175"/>
                    <a:pt x="16488" y="206"/>
                    <a:pt x="16478" y="251"/>
                  </a:cubicBezTo>
                  <a:cubicBezTo>
                    <a:pt x="16472" y="277"/>
                    <a:pt x="16466" y="305"/>
                    <a:pt x="16461" y="336"/>
                  </a:cubicBezTo>
                  <a:cubicBezTo>
                    <a:pt x="16455" y="367"/>
                    <a:pt x="16452" y="398"/>
                    <a:pt x="16450" y="428"/>
                  </a:cubicBezTo>
                  <a:cubicBezTo>
                    <a:pt x="16454" y="428"/>
                    <a:pt x="16457" y="428"/>
                    <a:pt x="16461" y="428"/>
                  </a:cubicBezTo>
                  <a:cubicBezTo>
                    <a:pt x="16465" y="428"/>
                    <a:pt x="16468" y="428"/>
                    <a:pt x="16472" y="428"/>
                  </a:cubicBezTo>
                  <a:cubicBezTo>
                    <a:pt x="16490" y="429"/>
                    <a:pt x="16505" y="421"/>
                    <a:pt x="16514" y="403"/>
                  </a:cubicBezTo>
                  <a:cubicBezTo>
                    <a:pt x="16523" y="386"/>
                    <a:pt x="16533" y="354"/>
                    <a:pt x="16543" y="309"/>
                  </a:cubicBezTo>
                  <a:cubicBezTo>
                    <a:pt x="16549" y="284"/>
                    <a:pt x="16555" y="255"/>
                    <a:pt x="16560" y="224"/>
                  </a:cubicBezTo>
                  <a:cubicBezTo>
                    <a:pt x="16565" y="193"/>
                    <a:pt x="16568" y="162"/>
                    <a:pt x="16570" y="132"/>
                  </a:cubicBezTo>
                  <a:cubicBezTo>
                    <a:pt x="16567" y="132"/>
                    <a:pt x="16564" y="132"/>
                    <a:pt x="16560" y="132"/>
                  </a:cubicBezTo>
                  <a:cubicBezTo>
                    <a:pt x="16557" y="131"/>
                    <a:pt x="16553" y="131"/>
                    <a:pt x="16549" y="131"/>
                  </a:cubicBezTo>
                  <a:close/>
                  <a:moveTo>
                    <a:pt x="13895" y="131"/>
                  </a:moveTo>
                  <a:cubicBezTo>
                    <a:pt x="13877" y="131"/>
                    <a:pt x="13863" y="139"/>
                    <a:pt x="13853" y="157"/>
                  </a:cubicBezTo>
                  <a:cubicBezTo>
                    <a:pt x="13844" y="175"/>
                    <a:pt x="13834" y="206"/>
                    <a:pt x="13824" y="251"/>
                  </a:cubicBezTo>
                  <a:cubicBezTo>
                    <a:pt x="13818" y="277"/>
                    <a:pt x="13812" y="305"/>
                    <a:pt x="13807" y="336"/>
                  </a:cubicBezTo>
                  <a:cubicBezTo>
                    <a:pt x="13801" y="367"/>
                    <a:pt x="13798" y="398"/>
                    <a:pt x="13796" y="428"/>
                  </a:cubicBezTo>
                  <a:cubicBezTo>
                    <a:pt x="13800" y="428"/>
                    <a:pt x="13803" y="428"/>
                    <a:pt x="13807" y="428"/>
                  </a:cubicBezTo>
                  <a:cubicBezTo>
                    <a:pt x="13811" y="428"/>
                    <a:pt x="13814" y="428"/>
                    <a:pt x="13818" y="428"/>
                  </a:cubicBezTo>
                  <a:cubicBezTo>
                    <a:pt x="13836" y="429"/>
                    <a:pt x="13851" y="421"/>
                    <a:pt x="13860" y="403"/>
                  </a:cubicBezTo>
                  <a:cubicBezTo>
                    <a:pt x="13869" y="386"/>
                    <a:pt x="13879" y="354"/>
                    <a:pt x="13889" y="309"/>
                  </a:cubicBezTo>
                  <a:cubicBezTo>
                    <a:pt x="13895" y="284"/>
                    <a:pt x="13901" y="255"/>
                    <a:pt x="13906" y="224"/>
                  </a:cubicBezTo>
                  <a:cubicBezTo>
                    <a:pt x="13911" y="193"/>
                    <a:pt x="13914" y="162"/>
                    <a:pt x="13916" y="132"/>
                  </a:cubicBezTo>
                  <a:cubicBezTo>
                    <a:pt x="13913" y="132"/>
                    <a:pt x="13910" y="132"/>
                    <a:pt x="13906" y="132"/>
                  </a:cubicBezTo>
                  <a:cubicBezTo>
                    <a:pt x="13903" y="131"/>
                    <a:pt x="13899" y="131"/>
                    <a:pt x="13895" y="131"/>
                  </a:cubicBezTo>
                  <a:close/>
                  <a:moveTo>
                    <a:pt x="11243" y="131"/>
                  </a:moveTo>
                  <a:cubicBezTo>
                    <a:pt x="11225" y="131"/>
                    <a:pt x="11211" y="139"/>
                    <a:pt x="11201" y="157"/>
                  </a:cubicBezTo>
                  <a:cubicBezTo>
                    <a:pt x="11192" y="175"/>
                    <a:pt x="11182" y="206"/>
                    <a:pt x="11172" y="251"/>
                  </a:cubicBezTo>
                  <a:cubicBezTo>
                    <a:pt x="11166" y="277"/>
                    <a:pt x="11160" y="305"/>
                    <a:pt x="11155" y="336"/>
                  </a:cubicBezTo>
                  <a:cubicBezTo>
                    <a:pt x="11149" y="367"/>
                    <a:pt x="11146" y="398"/>
                    <a:pt x="11144" y="428"/>
                  </a:cubicBezTo>
                  <a:cubicBezTo>
                    <a:pt x="11148" y="428"/>
                    <a:pt x="11151" y="428"/>
                    <a:pt x="11155" y="428"/>
                  </a:cubicBezTo>
                  <a:cubicBezTo>
                    <a:pt x="11159" y="428"/>
                    <a:pt x="11162" y="428"/>
                    <a:pt x="11166" y="428"/>
                  </a:cubicBezTo>
                  <a:cubicBezTo>
                    <a:pt x="11184" y="429"/>
                    <a:pt x="11199" y="421"/>
                    <a:pt x="11208" y="403"/>
                  </a:cubicBezTo>
                  <a:cubicBezTo>
                    <a:pt x="11217" y="386"/>
                    <a:pt x="11227" y="354"/>
                    <a:pt x="11237" y="309"/>
                  </a:cubicBezTo>
                  <a:cubicBezTo>
                    <a:pt x="11243" y="284"/>
                    <a:pt x="11249" y="255"/>
                    <a:pt x="11254" y="224"/>
                  </a:cubicBezTo>
                  <a:cubicBezTo>
                    <a:pt x="11259" y="193"/>
                    <a:pt x="11262" y="162"/>
                    <a:pt x="11264" y="132"/>
                  </a:cubicBezTo>
                  <a:cubicBezTo>
                    <a:pt x="11261" y="132"/>
                    <a:pt x="11258" y="132"/>
                    <a:pt x="11254" y="132"/>
                  </a:cubicBezTo>
                  <a:cubicBezTo>
                    <a:pt x="11251" y="131"/>
                    <a:pt x="11247" y="131"/>
                    <a:pt x="11243" y="131"/>
                  </a:cubicBezTo>
                  <a:close/>
                  <a:moveTo>
                    <a:pt x="8589" y="131"/>
                  </a:moveTo>
                  <a:cubicBezTo>
                    <a:pt x="8571" y="131"/>
                    <a:pt x="8557" y="139"/>
                    <a:pt x="8547" y="157"/>
                  </a:cubicBezTo>
                  <a:cubicBezTo>
                    <a:pt x="8538" y="175"/>
                    <a:pt x="8528" y="206"/>
                    <a:pt x="8518" y="251"/>
                  </a:cubicBezTo>
                  <a:cubicBezTo>
                    <a:pt x="8512" y="277"/>
                    <a:pt x="8506" y="305"/>
                    <a:pt x="8501" y="336"/>
                  </a:cubicBezTo>
                  <a:cubicBezTo>
                    <a:pt x="8495" y="367"/>
                    <a:pt x="8492" y="398"/>
                    <a:pt x="8490" y="428"/>
                  </a:cubicBezTo>
                  <a:cubicBezTo>
                    <a:pt x="8494" y="428"/>
                    <a:pt x="8497" y="428"/>
                    <a:pt x="8501" y="428"/>
                  </a:cubicBezTo>
                  <a:cubicBezTo>
                    <a:pt x="8505" y="428"/>
                    <a:pt x="8508" y="428"/>
                    <a:pt x="8512" y="428"/>
                  </a:cubicBezTo>
                  <a:cubicBezTo>
                    <a:pt x="8530" y="429"/>
                    <a:pt x="8545" y="421"/>
                    <a:pt x="8554" y="403"/>
                  </a:cubicBezTo>
                  <a:cubicBezTo>
                    <a:pt x="8563" y="386"/>
                    <a:pt x="8573" y="354"/>
                    <a:pt x="8583" y="309"/>
                  </a:cubicBezTo>
                  <a:cubicBezTo>
                    <a:pt x="8589" y="284"/>
                    <a:pt x="8595" y="255"/>
                    <a:pt x="8600" y="224"/>
                  </a:cubicBezTo>
                  <a:cubicBezTo>
                    <a:pt x="8605" y="193"/>
                    <a:pt x="8608" y="162"/>
                    <a:pt x="8610" y="132"/>
                  </a:cubicBezTo>
                  <a:cubicBezTo>
                    <a:pt x="8607" y="132"/>
                    <a:pt x="8604" y="132"/>
                    <a:pt x="8600" y="132"/>
                  </a:cubicBezTo>
                  <a:cubicBezTo>
                    <a:pt x="8597" y="131"/>
                    <a:pt x="8593" y="131"/>
                    <a:pt x="8589" y="131"/>
                  </a:cubicBezTo>
                  <a:close/>
                  <a:moveTo>
                    <a:pt x="5937" y="131"/>
                  </a:moveTo>
                  <a:cubicBezTo>
                    <a:pt x="5919" y="131"/>
                    <a:pt x="5905" y="139"/>
                    <a:pt x="5895" y="157"/>
                  </a:cubicBezTo>
                  <a:cubicBezTo>
                    <a:pt x="5886" y="175"/>
                    <a:pt x="5876" y="206"/>
                    <a:pt x="5866" y="251"/>
                  </a:cubicBezTo>
                  <a:cubicBezTo>
                    <a:pt x="5860" y="277"/>
                    <a:pt x="5854" y="305"/>
                    <a:pt x="5849" y="336"/>
                  </a:cubicBezTo>
                  <a:cubicBezTo>
                    <a:pt x="5843" y="367"/>
                    <a:pt x="5840" y="398"/>
                    <a:pt x="5838" y="428"/>
                  </a:cubicBezTo>
                  <a:cubicBezTo>
                    <a:pt x="5842" y="428"/>
                    <a:pt x="5845" y="428"/>
                    <a:pt x="5849" y="428"/>
                  </a:cubicBezTo>
                  <a:cubicBezTo>
                    <a:pt x="5853" y="428"/>
                    <a:pt x="5856" y="428"/>
                    <a:pt x="5860" y="428"/>
                  </a:cubicBezTo>
                  <a:cubicBezTo>
                    <a:pt x="5878" y="429"/>
                    <a:pt x="5893" y="421"/>
                    <a:pt x="5902" y="403"/>
                  </a:cubicBezTo>
                  <a:cubicBezTo>
                    <a:pt x="5911" y="386"/>
                    <a:pt x="5921" y="354"/>
                    <a:pt x="5931" y="309"/>
                  </a:cubicBezTo>
                  <a:cubicBezTo>
                    <a:pt x="5937" y="284"/>
                    <a:pt x="5943" y="255"/>
                    <a:pt x="5948" y="224"/>
                  </a:cubicBezTo>
                  <a:cubicBezTo>
                    <a:pt x="5953" y="193"/>
                    <a:pt x="5956" y="162"/>
                    <a:pt x="5958" y="132"/>
                  </a:cubicBezTo>
                  <a:cubicBezTo>
                    <a:pt x="5955" y="132"/>
                    <a:pt x="5952" y="132"/>
                    <a:pt x="5948" y="132"/>
                  </a:cubicBezTo>
                  <a:cubicBezTo>
                    <a:pt x="5945" y="131"/>
                    <a:pt x="5941" y="131"/>
                    <a:pt x="5937" y="131"/>
                  </a:cubicBezTo>
                  <a:close/>
                  <a:moveTo>
                    <a:pt x="3283" y="131"/>
                  </a:moveTo>
                  <a:cubicBezTo>
                    <a:pt x="3265" y="131"/>
                    <a:pt x="3251" y="139"/>
                    <a:pt x="3241" y="157"/>
                  </a:cubicBezTo>
                  <a:cubicBezTo>
                    <a:pt x="3232" y="175"/>
                    <a:pt x="3222" y="206"/>
                    <a:pt x="3212" y="251"/>
                  </a:cubicBezTo>
                  <a:cubicBezTo>
                    <a:pt x="3206" y="277"/>
                    <a:pt x="3200" y="305"/>
                    <a:pt x="3195" y="336"/>
                  </a:cubicBezTo>
                  <a:cubicBezTo>
                    <a:pt x="3189" y="367"/>
                    <a:pt x="3186" y="398"/>
                    <a:pt x="3184" y="428"/>
                  </a:cubicBezTo>
                  <a:cubicBezTo>
                    <a:pt x="3188" y="428"/>
                    <a:pt x="3191" y="428"/>
                    <a:pt x="3195" y="428"/>
                  </a:cubicBezTo>
                  <a:cubicBezTo>
                    <a:pt x="3199" y="428"/>
                    <a:pt x="3202" y="428"/>
                    <a:pt x="3206" y="428"/>
                  </a:cubicBezTo>
                  <a:cubicBezTo>
                    <a:pt x="3224" y="429"/>
                    <a:pt x="3239" y="421"/>
                    <a:pt x="3248" y="403"/>
                  </a:cubicBezTo>
                  <a:cubicBezTo>
                    <a:pt x="3257" y="386"/>
                    <a:pt x="3267" y="354"/>
                    <a:pt x="3277" y="309"/>
                  </a:cubicBezTo>
                  <a:cubicBezTo>
                    <a:pt x="3283" y="284"/>
                    <a:pt x="3289" y="255"/>
                    <a:pt x="3294" y="224"/>
                  </a:cubicBezTo>
                  <a:cubicBezTo>
                    <a:pt x="3299" y="193"/>
                    <a:pt x="3302" y="162"/>
                    <a:pt x="3304" y="132"/>
                  </a:cubicBezTo>
                  <a:cubicBezTo>
                    <a:pt x="3301" y="132"/>
                    <a:pt x="3298" y="132"/>
                    <a:pt x="3294" y="132"/>
                  </a:cubicBezTo>
                  <a:cubicBezTo>
                    <a:pt x="3291" y="131"/>
                    <a:pt x="3287" y="131"/>
                    <a:pt x="3283" y="131"/>
                  </a:cubicBezTo>
                  <a:close/>
                  <a:moveTo>
                    <a:pt x="631" y="131"/>
                  </a:moveTo>
                  <a:cubicBezTo>
                    <a:pt x="613" y="131"/>
                    <a:pt x="599" y="139"/>
                    <a:pt x="589" y="157"/>
                  </a:cubicBezTo>
                  <a:cubicBezTo>
                    <a:pt x="580" y="175"/>
                    <a:pt x="570" y="206"/>
                    <a:pt x="560" y="251"/>
                  </a:cubicBezTo>
                  <a:cubicBezTo>
                    <a:pt x="554" y="277"/>
                    <a:pt x="548" y="305"/>
                    <a:pt x="543" y="336"/>
                  </a:cubicBezTo>
                  <a:cubicBezTo>
                    <a:pt x="537" y="367"/>
                    <a:pt x="534" y="398"/>
                    <a:pt x="532" y="428"/>
                  </a:cubicBezTo>
                  <a:cubicBezTo>
                    <a:pt x="536" y="428"/>
                    <a:pt x="539" y="428"/>
                    <a:pt x="543" y="428"/>
                  </a:cubicBezTo>
                  <a:cubicBezTo>
                    <a:pt x="547" y="428"/>
                    <a:pt x="550" y="428"/>
                    <a:pt x="554" y="428"/>
                  </a:cubicBezTo>
                  <a:cubicBezTo>
                    <a:pt x="572" y="429"/>
                    <a:pt x="587" y="421"/>
                    <a:pt x="596" y="403"/>
                  </a:cubicBezTo>
                  <a:cubicBezTo>
                    <a:pt x="605" y="386"/>
                    <a:pt x="615" y="354"/>
                    <a:pt x="625" y="309"/>
                  </a:cubicBezTo>
                  <a:cubicBezTo>
                    <a:pt x="631" y="284"/>
                    <a:pt x="637" y="255"/>
                    <a:pt x="642" y="224"/>
                  </a:cubicBezTo>
                  <a:cubicBezTo>
                    <a:pt x="647" y="193"/>
                    <a:pt x="650" y="162"/>
                    <a:pt x="652" y="132"/>
                  </a:cubicBezTo>
                  <a:cubicBezTo>
                    <a:pt x="649" y="132"/>
                    <a:pt x="646" y="132"/>
                    <a:pt x="642" y="132"/>
                  </a:cubicBezTo>
                  <a:cubicBezTo>
                    <a:pt x="639" y="131"/>
                    <a:pt x="635" y="131"/>
                    <a:pt x="631" y="131"/>
                  </a:cubicBezTo>
                  <a:close/>
                  <a:moveTo>
                    <a:pt x="15416" y="16"/>
                  </a:moveTo>
                  <a:lnTo>
                    <a:pt x="15525" y="16"/>
                  </a:lnTo>
                  <a:lnTo>
                    <a:pt x="15507" y="115"/>
                  </a:lnTo>
                  <a:lnTo>
                    <a:pt x="15457" y="211"/>
                  </a:lnTo>
                  <a:lnTo>
                    <a:pt x="15379" y="211"/>
                  </a:lnTo>
                  <a:lnTo>
                    <a:pt x="15416" y="16"/>
                  </a:lnTo>
                  <a:close/>
                  <a:moveTo>
                    <a:pt x="15055" y="16"/>
                  </a:moveTo>
                  <a:lnTo>
                    <a:pt x="15380" y="16"/>
                  </a:lnTo>
                  <a:lnTo>
                    <a:pt x="15347" y="145"/>
                  </a:lnTo>
                  <a:lnTo>
                    <a:pt x="15267" y="145"/>
                  </a:lnTo>
                  <a:lnTo>
                    <a:pt x="15193" y="544"/>
                  </a:lnTo>
                  <a:lnTo>
                    <a:pt x="15048" y="544"/>
                  </a:lnTo>
                  <a:lnTo>
                    <a:pt x="15121" y="145"/>
                  </a:lnTo>
                  <a:lnTo>
                    <a:pt x="15032" y="145"/>
                  </a:lnTo>
                  <a:lnTo>
                    <a:pt x="15055" y="16"/>
                  </a:lnTo>
                  <a:close/>
                  <a:moveTo>
                    <a:pt x="14756" y="16"/>
                  </a:moveTo>
                  <a:lnTo>
                    <a:pt x="15029" y="16"/>
                  </a:lnTo>
                  <a:lnTo>
                    <a:pt x="14996" y="145"/>
                  </a:lnTo>
                  <a:lnTo>
                    <a:pt x="14877" y="145"/>
                  </a:lnTo>
                  <a:lnTo>
                    <a:pt x="14865" y="217"/>
                  </a:lnTo>
                  <a:lnTo>
                    <a:pt x="14982" y="217"/>
                  </a:lnTo>
                  <a:lnTo>
                    <a:pt x="14960" y="338"/>
                  </a:lnTo>
                  <a:lnTo>
                    <a:pt x="14842" y="338"/>
                  </a:lnTo>
                  <a:lnTo>
                    <a:pt x="14829" y="414"/>
                  </a:lnTo>
                  <a:lnTo>
                    <a:pt x="14964" y="414"/>
                  </a:lnTo>
                  <a:lnTo>
                    <a:pt x="14929" y="544"/>
                  </a:lnTo>
                  <a:lnTo>
                    <a:pt x="14659" y="544"/>
                  </a:lnTo>
                  <a:lnTo>
                    <a:pt x="14756" y="16"/>
                  </a:lnTo>
                  <a:close/>
                  <a:moveTo>
                    <a:pt x="14466" y="16"/>
                  </a:moveTo>
                  <a:lnTo>
                    <a:pt x="14611" y="16"/>
                  </a:lnTo>
                  <a:lnTo>
                    <a:pt x="14539" y="414"/>
                  </a:lnTo>
                  <a:lnTo>
                    <a:pt x="14646" y="414"/>
                  </a:lnTo>
                  <a:lnTo>
                    <a:pt x="14611" y="544"/>
                  </a:lnTo>
                  <a:lnTo>
                    <a:pt x="14369" y="544"/>
                  </a:lnTo>
                  <a:lnTo>
                    <a:pt x="14466" y="16"/>
                  </a:lnTo>
                  <a:close/>
                  <a:moveTo>
                    <a:pt x="12762" y="16"/>
                  </a:moveTo>
                  <a:lnTo>
                    <a:pt x="12871" y="16"/>
                  </a:lnTo>
                  <a:lnTo>
                    <a:pt x="12853" y="115"/>
                  </a:lnTo>
                  <a:lnTo>
                    <a:pt x="12803" y="211"/>
                  </a:lnTo>
                  <a:lnTo>
                    <a:pt x="12725" y="211"/>
                  </a:lnTo>
                  <a:lnTo>
                    <a:pt x="12762" y="16"/>
                  </a:lnTo>
                  <a:close/>
                  <a:moveTo>
                    <a:pt x="12401" y="16"/>
                  </a:moveTo>
                  <a:lnTo>
                    <a:pt x="12726" y="16"/>
                  </a:lnTo>
                  <a:lnTo>
                    <a:pt x="12693" y="145"/>
                  </a:lnTo>
                  <a:lnTo>
                    <a:pt x="12613" y="145"/>
                  </a:lnTo>
                  <a:lnTo>
                    <a:pt x="12539" y="544"/>
                  </a:lnTo>
                  <a:lnTo>
                    <a:pt x="12394" y="544"/>
                  </a:lnTo>
                  <a:lnTo>
                    <a:pt x="12467" y="145"/>
                  </a:lnTo>
                  <a:lnTo>
                    <a:pt x="12378" y="145"/>
                  </a:lnTo>
                  <a:lnTo>
                    <a:pt x="12401" y="16"/>
                  </a:lnTo>
                  <a:close/>
                  <a:moveTo>
                    <a:pt x="12102" y="16"/>
                  </a:moveTo>
                  <a:lnTo>
                    <a:pt x="12375" y="16"/>
                  </a:lnTo>
                  <a:lnTo>
                    <a:pt x="12342" y="145"/>
                  </a:lnTo>
                  <a:lnTo>
                    <a:pt x="12223" y="145"/>
                  </a:lnTo>
                  <a:lnTo>
                    <a:pt x="12211" y="217"/>
                  </a:lnTo>
                  <a:lnTo>
                    <a:pt x="12328" y="217"/>
                  </a:lnTo>
                  <a:lnTo>
                    <a:pt x="12306" y="338"/>
                  </a:lnTo>
                  <a:lnTo>
                    <a:pt x="12188" y="338"/>
                  </a:lnTo>
                  <a:lnTo>
                    <a:pt x="12175" y="414"/>
                  </a:lnTo>
                  <a:lnTo>
                    <a:pt x="12310" y="414"/>
                  </a:lnTo>
                  <a:lnTo>
                    <a:pt x="12275" y="544"/>
                  </a:lnTo>
                  <a:lnTo>
                    <a:pt x="12005" y="544"/>
                  </a:lnTo>
                  <a:lnTo>
                    <a:pt x="12102" y="16"/>
                  </a:lnTo>
                  <a:close/>
                  <a:moveTo>
                    <a:pt x="11812" y="16"/>
                  </a:moveTo>
                  <a:lnTo>
                    <a:pt x="11957" y="16"/>
                  </a:lnTo>
                  <a:lnTo>
                    <a:pt x="11885" y="414"/>
                  </a:lnTo>
                  <a:lnTo>
                    <a:pt x="11992" y="414"/>
                  </a:lnTo>
                  <a:lnTo>
                    <a:pt x="11957" y="544"/>
                  </a:lnTo>
                  <a:lnTo>
                    <a:pt x="11715" y="544"/>
                  </a:lnTo>
                  <a:lnTo>
                    <a:pt x="11812" y="16"/>
                  </a:lnTo>
                  <a:close/>
                  <a:moveTo>
                    <a:pt x="10110" y="16"/>
                  </a:moveTo>
                  <a:lnTo>
                    <a:pt x="10219" y="16"/>
                  </a:lnTo>
                  <a:lnTo>
                    <a:pt x="10201" y="115"/>
                  </a:lnTo>
                  <a:lnTo>
                    <a:pt x="10151" y="211"/>
                  </a:lnTo>
                  <a:lnTo>
                    <a:pt x="10073" y="211"/>
                  </a:lnTo>
                  <a:lnTo>
                    <a:pt x="10110" y="16"/>
                  </a:lnTo>
                  <a:close/>
                  <a:moveTo>
                    <a:pt x="9749" y="16"/>
                  </a:moveTo>
                  <a:lnTo>
                    <a:pt x="10074" y="16"/>
                  </a:lnTo>
                  <a:lnTo>
                    <a:pt x="10041" y="145"/>
                  </a:lnTo>
                  <a:lnTo>
                    <a:pt x="9961" y="145"/>
                  </a:lnTo>
                  <a:lnTo>
                    <a:pt x="9887" y="544"/>
                  </a:lnTo>
                  <a:lnTo>
                    <a:pt x="9742" y="544"/>
                  </a:lnTo>
                  <a:lnTo>
                    <a:pt x="9815" y="145"/>
                  </a:lnTo>
                  <a:lnTo>
                    <a:pt x="9726" y="145"/>
                  </a:lnTo>
                  <a:lnTo>
                    <a:pt x="9749" y="16"/>
                  </a:lnTo>
                  <a:close/>
                  <a:moveTo>
                    <a:pt x="9450" y="16"/>
                  </a:moveTo>
                  <a:lnTo>
                    <a:pt x="9723" y="16"/>
                  </a:lnTo>
                  <a:lnTo>
                    <a:pt x="9690" y="145"/>
                  </a:lnTo>
                  <a:lnTo>
                    <a:pt x="9571" y="145"/>
                  </a:lnTo>
                  <a:lnTo>
                    <a:pt x="9559" y="217"/>
                  </a:lnTo>
                  <a:lnTo>
                    <a:pt x="9676" y="217"/>
                  </a:lnTo>
                  <a:lnTo>
                    <a:pt x="9654" y="338"/>
                  </a:lnTo>
                  <a:lnTo>
                    <a:pt x="9536" y="338"/>
                  </a:lnTo>
                  <a:lnTo>
                    <a:pt x="9523" y="414"/>
                  </a:lnTo>
                  <a:lnTo>
                    <a:pt x="9658" y="414"/>
                  </a:lnTo>
                  <a:lnTo>
                    <a:pt x="9623" y="544"/>
                  </a:lnTo>
                  <a:lnTo>
                    <a:pt x="9353" y="544"/>
                  </a:lnTo>
                  <a:lnTo>
                    <a:pt x="9450" y="16"/>
                  </a:lnTo>
                  <a:close/>
                  <a:moveTo>
                    <a:pt x="9160" y="16"/>
                  </a:moveTo>
                  <a:lnTo>
                    <a:pt x="9305" y="16"/>
                  </a:lnTo>
                  <a:lnTo>
                    <a:pt x="9233" y="414"/>
                  </a:lnTo>
                  <a:lnTo>
                    <a:pt x="9340" y="414"/>
                  </a:lnTo>
                  <a:lnTo>
                    <a:pt x="9305" y="544"/>
                  </a:lnTo>
                  <a:lnTo>
                    <a:pt x="9063" y="544"/>
                  </a:lnTo>
                  <a:lnTo>
                    <a:pt x="9160" y="16"/>
                  </a:lnTo>
                  <a:close/>
                  <a:moveTo>
                    <a:pt x="7456" y="16"/>
                  </a:moveTo>
                  <a:lnTo>
                    <a:pt x="7565" y="16"/>
                  </a:lnTo>
                  <a:lnTo>
                    <a:pt x="7547" y="115"/>
                  </a:lnTo>
                  <a:lnTo>
                    <a:pt x="7497" y="211"/>
                  </a:lnTo>
                  <a:lnTo>
                    <a:pt x="7419" y="211"/>
                  </a:lnTo>
                  <a:lnTo>
                    <a:pt x="7456" y="16"/>
                  </a:lnTo>
                  <a:close/>
                  <a:moveTo>
                    <a:pt x="7095" y="16"/>
                  </a:moveTo>
                  <a:lnTo>
                    <a:pt x="7420" y="16"/>
                  </a:lnTo>
                  <a:lnTo>
                    <a:pt x="7387" y="145"/>
                  </a:lnTo>
                  <a:lnTo>
                    <a:pt x="7307" y="145"/>
                  </a:lnTo>
                  <a:lnTo>
                    <a:pt x="7233" y="544"/>
                  </a:lnTo>
                  <a:lnTo>
                    <a:pt x="7088" y="544"/>
                  </a:lnTo>
                  <a:lnTo>
                    <a:pt x="7161" y="145"/>
                  </a:lnTo>
                  <a:lnTo>
                    <a:pt x="7072" y="145"/>
                  </a:lnTo>
                  <a:lnTo>
                    <a:pt x="7095" y="16"/>
                  </a:lnTo>
                  <a:close/>
                  <a:moveTo>
                    <a:pt x="6796" y="16"/>
                  </a:moveTo>
                  <a:lnTo>
                    <a:pt x="7069" y="16"/>
                  </a:lnTo>
                  <a:lnTo>
                    <a:pt x="7036" y="145"/>
                  </a:lnTo>
                  <a:lnTo>
                    <a:pt x="6917" y="145"/>
                  </a:lnTo>
                  <a:lnTo>
                    <a:pt x="6905" y="217"/>
                  </a:lnTo>
                  <a:lnTo>
                    <a:pt x="7022" y="217"/>
                  </a:lnTo>
                  <a:lnTo>
                    <a:pt x="7000" y="338"/>
                  </a:lnTo>
                  <a:lnTo>
                    <a:pt x="6882" y="338"/>
                  </a:lnTo>
                  <a:lnTo>
                    <a:pt x="6869" y="414"/>
                  </a:lnTo>
                  <a:lnTo>
                    <a:pt x="7004" y="414"/>
                  </a:lnTo>
                  <a:lnTo>
                    <a:pt x="6969" y="544"/>
                  </a:lnTo>
                  <a:lnTo>
                    <a:pt x="6699" y="544"/>
                  </a:lnTo>
                  <a:lnTo>
                    <a:pt x="6796" y="16"/>
                  </a:lnTo>
                  <a:close/>
                  <a:moveTo>
                    <a:pt x="6506" y="16"/>
                  </a:moveTo>
                  <a:lnTo>
                    <a:pt x="6651" y="16"/>
                  </a:lnTo>
                  <a:lnTo>
                    <a:pt x="6579" y="414"/>
                  </a:lnTo>
                  <a:lnTo>
                    <a:pt x="6686" y="414"/>
                  </a:lnTo>
                  <a:lnTo>
                    <a:pt x="6651" y="544"/>
                  </a:lnTo>
                  <a:lnTo>
                    <a:pt x="6409" y="544"/>
                  </a:lnTo>
                  <a:lnTo>
                    <a:pt x="6506" y="16"/>
                  </a:lnTo>
                  <a:close/>
                  <a:moveTo>
                    <a:pt x="4804" y="16"/>
                  </a:moveTo>
                  <a:lnTo>
                    <a:pt x="4913" y="16"/>
                  </a:lnTo>
                  <a:lnTo>
                    <a:pt x="4895" y="115"/>
                  </a:lnTo>
                  <a:lnTo>
                    <a:pt x="4845" y="211"/>
                  </a:lnTo>
                  <a:lnTo>
                    <a:pt x="4767" y="211"/>
                  </a:lnTo>
                  <a:lnTo>
                    <a:pt x="4804" y="16"/>
                  </a:lnTo>
                  <a:close/>
                  <a:moveTo>
                    <a:pt x="4443" y="16"/>
                  </a:moveTo>
                  <a:lnTo>
                    <a:pt x="4768" y="16"/>
                  </a:lnTo>
                  <a:lnTo>
                    <a:pt x="4735" y="145"/>
                  </a:lnTo>
                  <a:lnTo>
                    <a:pt x="4655" y="145"/>
                  </a:lnTo>
                  <a:lnTo>
                    <a:pt x="4581" y="544"/>
                  </a:lnTo>
                  <a:lnTo>
                    <a:pt x="4436" y="544"/>
                  </a:lnTo>
                  <a:lnTo>
                    <a:pt x="4509" y="145"/>
                  </a:lnTo>
                  <a:lnTo>
                    <a:pt x="4420" y="145"/>
                  </a:lnTo>
                  <a:lnTo>
                    <a:pt x="4443" y="16"/>
                  </a:lnTo>
                  <a:close/>
                  <a:moveTo>
                    <a:pt x="4144" y="16"/>
                  </a:moveTo>
                  <a:lnTo>
                    <a:pt x="4417" y="16"/>
                  </a:lnTo>
                  <a:lnTo>
                    <a:pt x="4384" y="145"/>
                  </a:lnTo>
                  <a:lnTo>
                    <a:pt x="4265" y="145"/>
                  </a:lnTo>
                  <a:lnTo>
                    <a:pt x="4253" y="217"/>
                  </a:lnTo>
                  <a:lnTo>
                    <a:pt x="4370" y="217"/>
                  </a:lnTo>
                  <a:lnTo>
                    <a:pt x="4348" y="338"/>
                  </a:lnTo>
                  <a:lnTo>
                    <a:pt x="4230" y="338"/>
                  </a:lnTo>
                  <a:lnTo>
                    <a:pt x="4217" y="414"/>
                  </a:lnTo>
                  <a:lnTo>
                    <a:pt x="4352" y="414"/>
                  </a:lnTo>
                  <a:lnTo>
                    <a:pt x="4317" y="544"/>
                  </a:lnTo>
                  <a:lnTo>
                    <a:pt x="4047" y="544"/>
                  </a:lnTo>
                  <a:lnTo>
                    <a:pt x="4144" y="16"/>
                  </a:lnTo>
                  <a:close/>
                  <a:moveTo>
                    <a:pt x="3854" y="16"/>
                  </a:moveTo>
                  <a:lnTo>
                    <a:pt x="3999" y="16"/>
                  </a:lnTo>
                  <a:lnTo>
                    <a:pt x="3927" y="414"/>
                  </a:lnTo>
                  <a:lnTo>
                    <a:pt x="4034" y="414"/>
                  </a:lnTo>
                  <a:lnTo>
                    <a:pt x="3999" y="544"/>
                  </a:lnTo>
                  <a:lnTo>
                    <a:pt x="3757" y="544"/>
                  </a:lnTo>
                  <a:lnTo>
                    <a:pt x="3854" y="16"/>
                  </a:lnTo>
                  <a:close/>
                  <a:moveTo>
                    <a:pt x="2152" y="16"/>
                  </a:moveTo>
                  <a:lnTo>
                    <a:pt x="2261" y="16"/>
                  </a:lnTo>
                  <a:lnTo>
                    <a:pt x="2243" y="115"/>
                  </a:lnTo>
                  <a:lnTo>
                    <a:pt x="2193" y="211"/>
                  </a:lnTo>
                  <a:lnTo>
                    <a:pt x="2115" y="211"/>
                  </a:lnTo>
                  <a:lnTo>
                    <a:pt x="2152" y="16"/>
                  </a:lnTo>
                  <a:close/>
                  <a:moveTo>
                    <a:pt x="1791" y="16"/>
                  </a:moveTo>
                  <a:lnTo>
                    <a:pt x="2116" y="16"/>
                  </a:lnTo>
                  <a:lnTo>
                    <a:pt x="2083" y="145"/>
                  </a:lnTo>
                  <a:lnTo>
                    <a:pt x="2003" y="145"/>
                  </a:lnTo>
                  <a:lnTo>
                    <a:pt x="1929" y="544"/>
                  </a:lnTo>
                  <a:lnTo>
                    <a:pt x="1784" y="544"/>
                  </a:lnTo>
                  <a:lnTo>
                    <a:pt x="1857" y="145"/>
                  </a:lnTo>
                  <a:lnTo>
                    <a:pt x="1768" y="145"/>
                  </a:lnTo>
                  <a:lnTo>
                    <a:pt x="1791" y="16"/>
                  </a:lnTo>
                  <a:close/>
                  <a:moveTo>
                    <a:pt x="1492" y="16"/>
                  </a:moveTo>
                  <a:lnTo>
                    <a:pt x="1765" y="16"/>
                  </a:lnTo>
                  <a:lnTo>
                    <a:pt x="1732" y="145"/>
                  </a:lnTo>
                  <a:lnTo>
                    <a:pt x="1613" y="145"/>
                  </a:lnTo>
                  <a:lnTo>
                    <a:pt x="1601" y="217"/>
                  </a:lnTo>
                  <a:lnTo>
                    <a:pt x="1718" y="217"/>
                  </a:lnTo>
                  <a:lnTo>
                    <a:pt x="1696" y="338"/>
                  </a:lnTo>
                  <a:lnTo>
                    <a:pt x="1578" y="338"/>
                  </a:lnTo>
                  <a:lnTo>
                    <a:pt x="1565" y="414"/>
                  </a:lnTo>
                  <a:lnTo>
                    <a:pt x="1700" y="414"/>
                  </a:lnTo>
                  <a:lnTo>
                    <a:pt x="1665" y="544"/>
                  </a:lnTo>
                  <a:lnTo>
                    <a:pt x="1395" y="544"/>
                  </a:lnTo>
                  <a:lnTo>
                    <a:pt x="1492" y="16"/>
                  </a:lnTo>
                  <a:close/>
                  <a:moveTo>
                    <a:pt x="1202" y="16"/>
                  </a:moveTo>
                  <a:lnTo>
                    <a:pt x="1347" y="16"/>
                  </a:lnTo>
                  <a:lnTo>
                    <a:pt x="1275" y="414"/>
                  </a:lnTo>
                  <a:lnTo>
                    <a:pt x="1382" y="414"/>
                  </a:lnTo>
                  <a:lnTo>
                    <a:pt x="1347" y="544"/>
                  </a:lnTo>
                  <a:lnTo>
                    <a:pt x="1105" y="544"/>
                  </a:lnTo>
                  <a:lnTo>
                    <a:pt x="1202" y="16"/>
                  </a:lnTo>
                  <a:close/>
                  <a:moveTo>
                    <a:pt x="16567" y="7"/>
                  </a:moveTo>
                  <a:cubicBezTo>
                    <a:pt x="16622" y="7"/>
                    <a:pt x="16659" y="21"/>
                    <a:pt x="16681" y="47"/>
                  </a:cubicBezTo>
                  <a:cubicBezTo>
                    <a:pt x="16702" y="73"/>
                    <a:pt x="16712" y="108"/>
                    <a:pt x="16711" y="151"/>
                  </a:cubicBezTo>
                  <a:cubicBezTo>
                    <a:pt x="16711" y="175"/>
                    <a:pt x="16709" y="200"/>
                    <a:pt x="16705" y="227"/>
                  </a:cubicBezTo>
                  <a:cubicBezTo>
                    <a:pt x="16701" y="253"/>
                    <a:pt x="16695" y="281"/>
                    <a:pt x="16689" y="310"/>
                  </a:cubicBezTo>
                  <a:cubicBezTo>
                    <a:pt x="16673" y="395"/>
                    <a:pt x="16648" y="457"/>
                    <a:pt x="16613" y="496"/>
                  </a:cubicBezTo>
                  <a:cubicBezTo>
                    <a:pt x="16577" y="535"/>
                    <a:pt x="16524" y="554"/>
                    <a:pt x="16454" y="554"/>
                  </a:cubicBezTo>
                  <a:cubicBezTo>
                    <a:pt x="16399" y="553"/>
                    <a:pt x="16362" y="540"/>
                    <a:pt x="16340" y="514"/>
                  </a:cubicBezTo>
                  <a:cubicBezTo>
                    <a:pt x="16319" y="487"/>
                    <a:pt x="16309" y="453"/>
                    <a:pt x="16310" y="409"/>
                  </a:cubicBezTo>
                  <a:cubicBezTo>
                    <a:pt x="16310" y="385"/>
                    <a:pt x="16313" y="360"/>
                    <a:pt x="16317" y="334"/>
                  </a:cubicBezTo>
                  <a:cubicBezTo>
                    <a:pt x="16321" y="307"/>
                    <a:pt x="16326" y="280"/>
                    <a:pt x="16333" y="251"/>
                  </a:cubicBezTo>
                  <a:cubicBezTo>
                    <a:pt x="16344" y="194"/>
                    <a:pt x="16358" y="148"/>
                    <a:pt x="16377" y="112"/>
                  </a:cubicBezTo>
                  <a:cubicBezTo>
                    <a:pt x="16395" y="76"/>
                    <a:pt x="16420" y="49"/>
                    <a:pt x="16450" y="32"/>
                  </a:cubicBezTo>
                  <a:cubicBezTo>
                    <a:pt x="16481" y="15"/>
                    <a:pt x="16520" y="7"/>
                    <a:pt x="16567" y="7"/>
                  </a:cubicBezTo>
                  <a:close/>
                  <a:moveTo>
                    <a:pt x="16178" y="7"/>
                  </a:moveTo>
                  <a:cubicBezTo>
                    <a:pt x="16207" y="7"/>
                    <a:pt x="16235" y="9"/>
                    <a:pt x="16261" y="13"/>
                  </a:cubicBezTo>
                  <a:cubicBezTo>
                    <a:pt x="16287" y="17"/>
                    <a:pt x="16306" y="21"/>
                    <a:pt x="16317" y="26"/>
                  </a:cubicBezTo>
                  <a:lnTo>
                    <a:pt x="16285" y="153"/>
                  </a:lnTo>
                  <a:cubicBezTo>
                    <a:pt x="16272" y="149"/>
                    <a:pt x="16256" y="146"/>
                    <a:pt x="16238" y="143"/>
                  </a:cubicBezTo>
                  <a:cubicBezTo>
                    <a:pt x="16220" y="140"/>
                    <a:pt x="16199" y="138"/>
                    <a:pt x="16176" y="138"/>
                  </a:cubicBezTo>
                  <a:cubicBezTo>
                    <a:pt x="16148" y="137"/>
                    <a:pt x="16129" y="144"/>
                    <a:pt x="16117" y="160"/>
                  </a:cubicBezTo>
                  <a:cubicBezTo>
                    <a:pt x="16106" y="176"/>
                    <a:pt x="16095" y="207"/>
                    <a:pt x="16085" y="252"/>
                  </a:cubicBezTo>
                  <a:cubicBezTo>
                    <a:pt x="16081" y="268"/>
                    <a:pt x="16078" y="288"/>
                    <a:pt x="16074" y="309"/>
                  </a:cubicBezTo>
                  <a:cubicBezTo>
                    <a:pt x="16070" y="331"/>
                    <a:pt x="16067" y="353"/>
                    <a:pt x="16065" y="374"/>
                  </a:cubicBezTo>
                  <a:cubicBezTo>
                    <a:pt x="16063" y="395"/>
                    <a:pt x="16061" y="413"/>
                    <a:pt x="16061" y="428"/>
                  </a:cubicBezTo>
                  <a:cubicBezTo>
                    <a:pt x="16064" y="429"/>
                    <a:pt x="16068" y="429"/>
                    <a:pt x="16071" y="429"/>
                  </a:cubicBezTo>
                  <a:cubicBezTo>
                    <a:pt x="16074" y="429"/>
                    <a:pt x="16077" y="429"/>
                    <a:pt x="16081" y="429"/>
                  </a:cubicBezTo>
                  <a:cubicBezTo>
                    <a:pt x="16090" y="429"/>
                    <a:pt x="16099" y="429"/>
                    <a:pt x="16108" y="428"/>
                  </a:cubicBezTo>
                  <a:cubicBezTo>
                    <a:pt x="16117" y="427"/>
                    <a:pt x="16126" y="426"/>
                    <a:pt x="16134" y="424"/>
                  </a:cubicBezTo>
                  <a:lnTo>
                    <a:pt x="16148" y="346"/>
                  </a:lnTo>
                  <a:lnTo>
                    <a:pt x="16107" y="346"/>
                  </a:lnTo>
                  <a:lnTo>
                    <a:pt x="16127" y="235"/>
                  </a:lnTo>
                  <a:lnTo>
                    <a:pt x="16291" y="235"/>
                  </a:lnTo>
                  <a:lnTo>
                    <a:pt x="16237" y="526"/>
                  </a:lnTo>
                  <a:cubicBezTo>
                    <a:pt x="16219" y="534"/>
                    <a:pt x="16193" y="541"/>
                    <a:pt x="16160" y="546"/>
                  </a:cubicBezTo>
                  <a:cubicBezTo>
                    <a:pt x="16127" y="551"/>
                    <a:pt x="16095" y="554"/>
                    <a:pt x="16062" y="554"/>
                  </a:cubicBezTo>
                  <a:cubicBezTo>
                    <a:pt x="16023" y="554"/>
                    <a:pt x="15993" y="548"/>
                    <a:pt x="15972" y="536"/>
                  </a:cubicBezTo>
                  <a:cubicBezTo>
                    <a:pt x="15951" y="524"/>
                    <a:pt x="15937" y="507"/>
                    <a:pt x="15929" y="485"/>
                  </a:cubicBezTo>
                  <a:cubicBezTo>
                    <a:pt x="15921" y="464"/>
                    <a:pt x="15918" y="439"/>
                    <a:pt x="15918" y="410"/>
                  </a:cubicBezTo>
                  <a:cubicBezTo>
                    <a:pt x="15918" y="386"/>
                    <a:pt x="15920" y="361"/>
                    <a:pt x="15924" y="334"/>
                  </a:cubicBezTo>
                  <a:cubicBezTo>
                    <a:pt x="15929" y="307"/>
                    <a:pt x="15934" y="280"/>
                    <a:pt x="15940" y="251"/>
                  </a:cubicBezTo>
                  <a:cubicBezTo>
                    <a:pt x="15956" y="166"/>
                    <a:pt x="15982" y="104"/>
                    <a:pt x="16018" y="65"/>
                  </a:cubicBezTo>
                  <a:cubicBezTo>
                    <a:pt x="16054" y="26"/>
                    <a:pt x="16108" y="6"/>
                    <a:pt x="16178" y="7"/>
                  </a:cubicBezTo>
                  <a:close/>
                  <a:moveTo>
                    <a:pt x="15716" y="7"/>
                  </a:moveTo>
                  <a:cubicBezTo>
                    <a:pt x="15747" y="7"/>
                    <a:pt x="15772" y="9"/>
                    <a:pt x="15791" y="13"/>
                  </a:cubicBezTo>
                  <a:cubicBezTo>
                    <a:pt x="15811" y="17"/>
                    <a:pt x="15825" y="21"/>
                    <a:pt x="15834" y="25"/>
                  </a:cubicBezTo>
                  <a:lnTo>
                    <a:pt x="15804" y="151"/>
                  </a:lnTo>
                  <a:cubicBezTo>
                    <a:pt x="15792" y="147"/>
                    <a:pt x="15780" y="143"/>
                    <a:pt x="15768" y="141"/>
                  </a:cubicBezTo>
                  <a:cubicBezTo>
                    <a:pt x="15757" y="139"/>
                    <a:pt x="15744" y="138"/>
                    <a:pt x="15731" y="138"/>
                  </a:cubicBezTo>
                  <a:cubicBezTo>
                    <a:pt x="15718" y="138"/>
                    <a:pt x="15708" y="140"/>
                    <a:pt x="15701" y="145"/>
                  </a:cubicBezTo>
                  <a:cubicBezTo>
                    <a:pt x="15694" y="150"/>
                    <a:pt x="15691" y="158"/>
                    <a:pt x="15691" y="169"/>
                  </a:cubicBezTo>
                  <a:cubicBezTo>
                    <a:pt x="15691" y="177"/>
                    <a:pt x="15692" y="186"/>
                    <a:pt x="15695" y="194"/>
                  </a:cubicBezTo>
                  <a:cubicBezTo>
                    <a:pt x="15698" y="203"/>
                    <a:pt x="15703" y="215"/>
                    <a:pt x="15709" y="230"/>
                  </a:cubicBezTo>
                  <a:lnTo>
                    <a:pt x="15735" y="291"/>
                  </a:lnTo>
                  <a:cubicBezTo>
                    <a:pt x="15742" y="306"/>
                    <a:pt x="15748" y="323"/>
                    <a:pt x="15754" y="341"/>
                  </a:cubicBezTo>
                  <a:cubicBezTo>
                    <a:pt x="15759" y="359"/>
                    <a:pt x="15763" y="377"/>
                    <a:pt x="15763" y="396"/>
                  </a:cubicBezTo>
                  <a:cubicBezTo>
                    <a:pt x="15762" y="451"/>
                    <a:pt x="15747" y="491"/>
                    <a:pt x="15718" y="516"/>
                  </a:cubicBezTo>
                  <a:cubicBezTo>
                    <a:pt x="15689" y="542"/>
                    <a:pt x="15652" y="554"/>
                    <a:pt x="15605" y="554"/>
                  </a:cubicBezTo>
                  <a:cubicBezTo>
                    <a:pt x="15572" y="553"/>
                    <a:pt x="15545" y="551"/>
                    <a:pt x="15524" y="547"/>
                  </a:cubicBezTo>
                  <a:cubicBezTo>
                    <a:pt x="15503" y="543"/>
                    <a:pt x="15488" y="539"/>
                    <a:pt x="15479" y="535"/>
                  </a:cubicBezTo>
                  <a:lnTo>
                    <a:pt x="15489" y="402"/>
                  </a:lnTo>
                  <a:cubicBezTo>
                    <a:pt x="15499" y="406"/>
                    <a:pt x="15512" y="410"/>
                    <a:pt x="15531" y="414"/>
                  </a:cubicBezTo>
                  <a:cubicBezTo>
                    <a:pt x="15550" y="418"/>
                    <a:pt x="15571" y="420"/>
                    <a:pt x="15595" y="420"/>
                  </a:cubicBezTo>
                  <a:cubicBezTo>
                    <a:pt x="15598" y="420"/>
                    <a:pt x="15601" y="420"/>
                    <a:pt x="15603" y="420"/>
                  </a:cubicBezTo>
                  <a:cubicBezTo>
                    <a:pt x="15606" y="420"/>
                    <a:pt x="15609" y="420"/>
                    <a:pt x="15612" y="420"/>
                  </a:cubicBezTo>
                  <a:cubicBezTo>
                    <a:pt x="15613" y="416"/>
                    <a:pt x="15614" y="412"/>
                    <a:pt x="15615" y="407"/>
                  </a:cubicBezTo>
                  <a:cubicBezTo>
                    <a:pt x="15616" y="403"/>
                    <a:pt x="15617" y="398"/>
                    <a:pt x="15617" y="393"/>
                  </a:cubicBezTo>
                  <a:cubicBezTo>
                    <a:pt x="15616" y="384"/>
                    <a:pt x="15615" y="375"/>
                    <a:pt x="15611" y="366"/>
                  </a:cubicBezTo>
                  <a:cubicBezTo>
                    <a:pt x="15607" y="358"/>
                    <a:pt x="15603" y="348"/>
                    <a:pt x="15597" y="336"/>
                  </a:cubicBezTo>
                  <a:lnTo>
                    <a:pt x="15570" y="276"/>
                  </a:lnTo>
                  <a:cubicBezTo>
                    <a:pt x="15562" y="259"/>
                    <a:pt x="15556" y="241"/>
                    <a:pt x="15551" y="223"/>
                  </a:cubicBezTo>
                  <a:cubicBezTo>
                    <a:pt x="15546" y="205"/>
                    <a:pt x="15544" y="188"/>
                    <a:pt x="15544" y="171"/>
                  </a:cubicBezTo>
                  <a:cubicBezTo>
                    <a:pt x="15545" y="116"/>
                    <a:pt x="15560" y="75"/>
                    <a:pt x="15591" y="48"/>
                  </a:cubicBezTo>
                  <a:cubicBezTo>
                    <a:pt x="15622" y="20"/>
                    <a:pt x="15664" y="7"/>
                    <a:pt x="15716" y="7"/>
                  </a:cubicBezTo>
                  <a:close/>
                  <a:moveTo>
                    <a:pt x="13913" y="7"/>
                  </a:moveTo>
                  <a:cubicBezTo>
                    <a:pt x="13968" y="7"/>
                    <a:pt x="14005" y="21"/>
                    <a:pt x="14027" y="47"/>
                  </a:cubicBezTo>
                  <a:cubicBezTo>
                    <a:pt x="14048" y="73"/>
                    <a:pt x="14058" y="108"/>
                    <a:pt x="14057" y="151"/>
                  </a:cubicBezTo>
                  <a:cubicBezTo>
                    <a:pt x="14057" y="175"/>
                    <a:pt x="14055" y="200"/>
                    <a:pt x="14051" y="227"/>
                  </a:cubicBezTo>
                  <a:cubicBezTo>
                    <a:pt x="14047" y="253"/>
                    <a:pt x="14041" y="281"/>
                    <a:pt x="14035" y="310"/>
                  </a:cubicBezTo>
                  <a:cubicBezTo>
                    <a:pt x="14019" y="395"/>
                    <a:pt x="13994" y="457"/>
                    <a:pt x="13959" y="496"/>
                  </a:cubicBezTo>
                  <a:cubicBezTo>
                    <a:pt x="13923" y="535"/>
                    <a:pt x="13870" y="554"/>
                    <a:pt x="13800" y="554"/>
                  </a:cubicBezTo>
                  <a:cubicBezTo>
                    <a:pt x="13745" y="553"/>
                    <a:pt x="13708" y="540"/>
                    <a:pt x="13686" y="514"/>
                  </a:cubicBezTo>
                  <a:cubicBezTo>
                    <a:pt x="13665" y="487"/>
                    <a:pt x="13655" y="453"/>
                    <a:pt x="13656" y="409"/>
                  </a:cubicBezTo>
                  <a:cubicBezTo>
                    <a:pt x="13656" y="385"/>
                    <a:pt x="13659" y="360"/>
                    <a:pt x="13663" y="334"/>
                  </a:cubicBezTo>
                  <a:cubicBezTo>
                    <a:pt x="13667" y="307"/>
                    <a:pt x="13672" y="280"/>
                    <a:pt x="13679" y="251"/>
                  </a:cubicBezTo>
                  <a:cubicBezTo>
                    <a:pt x="13690" y="194"/>
                    <a:pt x="13704" y="148"/>
                    <a:pt x="13723" y="112"/>
                  </a:cubicBezTo>
                  <a:cubicBezTo>
                    <a:pt x="13741" y="76"/>
                    <a:pt x="13766" y="49"/>
                    <a:pt x="13796" y="32"/>
                  </a:cubicBezTo>
                  <a:cubicBezTo>
                    <a:pt x="13827" y="15"/>
                    <a:pt x="13866" y="7"/>
                    <a:pt x="13913" y="7"/>
                  </a:cubicBezTo>
                  <a:close/>
                  <a:moveTo>
                    <a:pt x="13524" y="7"/>
                  </a:moveTo>
                  <a:cubicBezTo>
                    <a:pt x="13553" y="7"/>
                    <a:pt x="13581" y="9"/>
                    <a:pt x="13607" y="13"/>
                  </a:cubicBezTo>
                  <a:cubicBezTo>
                    <a:pt x="13633" y="17"/>
                    <a:pt x="13652" y="21"/>
                    <a:pt x="13663" y="26"/>
                  </a:cubicBezTo>
                  <a:lnTo>
                    <a:pt x="13631" y="153"/>
                  </a:lnTo>
                  <a:cubicBezTo>
                    <a:pt x="13618" y="149"/>
                    <a:pt x="13602" y="146"/>
                    <a:pt x="13584" y="143"/>
                  </a:cubicBezTo>
                  <a:cubicBezTo>
                    <a:pt x="13566" y="140"/>
                    <a:pt x="13545" y="138"/>
                    <a:pt x="13522" y="138"/>
                  </a:cubicBezTo>
                  <a:cubicBezTo>
                    <a:pt x="13494" y="137"/>
                    <a:pt x="13475" y="144"/>
                    <a:pt x="13463" y="160"/>
                  </a:cubicBezTo>
                  <a:cubicBezTo>
                    <a:pt x="13452" y="176"/>
                    <a:pt x="13441" y="207"/>
                    <a:pt x="13431" y="252"/>
                  </a:cubicBezTo>
                  <a:cubicBezTo>
                    <a:pt x="13427" y="268"/>
                    <a:pt x="13424" y="288"/>
                    <a:pt x="13420" y="309"/>
                  </a:cubicBezTo>
                  <a:cubicBezTo>
                    <a:pt x="13416" y="331"/>
                    <a:pt x="13413" y="353"/>
                    <a:pt x="13411" y="374"/>
                  </a:cubicBezTo>
                  <a:cubicBezTo>
                    <a:pt x="13409" y="395"/>
                    <a:pt x="13407" y="413"/>
                    <a:pt x="13407" y="428"/>
                  </a:cubicBezTo>
                  <a:cubicBezTo>
                    <a:pt x="13410" y="429"/>
                    <a:pt x="13414" y="429"/>
                    <a:pt x="13417" y="429"/>
                  </a:cubicBezTo>
                  <a:cubicBezTo>
                    <a:pt x="13420" y="429"/>
                    <a:pt x="13423" y="429"/>
                    <a:pt x="13427" y="429"/>
                  </a:cubicBezTo>
                  <a:cubicBezTo>
                    <a:pt x="13436" y="429"/>
                    <a:pt x="13445" y="429"/>
                    <a:pt x="13454" y="428"/>
                  </a:cubicBezTo>
                  <a:cubicBezTo>
                    <a:pt x="13463" y="427"/>
                    <a:pt x="13472" y="426"/>
                    <a:pt x="13480" y="424"/>
                  </a:cubicBezTo>
                  <a:lnTo>
                    <a:pt x="13494" y="346"/>
                  </a:lnTo>
                  <a:lnTo>
                    <a:pt x="13453" y="346"/>
                  </a:lnTo>
                  <a:lnTo>
                    <a:pt x="13473" y="235"/>
                  </a:lnTo>
                  <a:lnTo>
                    <a:pt x="13637" y="235"/>
                  </a:lnTo>
                  <a:lnTo>
                    <a:pt x="13583" y="526"/>
                  </a:lnTo>
                  <a:cubicBezTo>
                    <a:pt x="13565" y="534"/>
                    <a:pt x="13539" y="541"/>
                    <a:pt x="13506" y="546"/>
                  </a:cubicBezTo>
                  <a:cubicBezTo>
                    <a:pt x="13473" y="551"/>
                    <a:pt x="13441" y="554"/>
                    <a:pt x="13408" y="554"/>
                  </a:cubicBezTo>
                  <a:cubicBezTo>
                    <a:pt x="13369" y="554"/>
                    <a:pt x="13339" y="548"/>
                    <a:pt x="13318" y="536"/>
                  </a:cubicBezTo>
                  <a:cubicBezTo>
                    <a:pt x="13297" y="524"/>
                    <a:pt x="13283" y="507"/>
                    <a:pt x="13275" y="485"/>
                  </a:cubicBezTo>
                  <a:cubicBezTo>
                    <a:pt x="13267" y="464"/>
                    <a:pt x="13264" y="439"/>
                    <a:pt x="13264" y="410"/>
                  </a:cubicBezTo>
                  <a:cubicBezTo>
                    <a:pt x="13264" y="386"/>
                    <a:pt x="13266" y="361"/>
                    <a:pt x="13270" y="334"/>
                  </a:cubicBezTo>
                  <a:cubicBezTo>
                    <a:pt x="13275" y="307"/>
                    <a:pt x="13280" y="280"/>
                    <a:pt x="13286" y="251"/>
                  </a:cubicBezTo>
                  <a:cubicBezTo>
                    <a:pt x="13302" y="166"/>
                    <a:pt x="13328" y="104"/>
                    <a:pt x="13364" y="65"/>
                  </a:cubicBezTo>
                  <a:cubicBezTo>
                    <a:pt x="13400" y="26"/>
                    <a:pt x="13454" y="6"/>
                    <a:pt x="13524" y="7"/>
                  </a:cubicBezTo>
                  <a:close/>
                  <a:moveTo>
                    <a:pt x="13062" y="7"/>
                  </a:moveTo>
                  <a:cubicBezTo>
                    <a:pt x="13093" y="7"/>
                    <a:pt x="13118" y="9"/>
                    <a:pt x="13137" y="13"/>
                  </a:cubicBezTo>
                  <a:cubicBezTo>
                    <a:pt x="13157" y="17"/>
                    <a:pt x="13171" y="21"/>
                    <a:pt x="13180" y="25"/>
                  </a:cubicBezTo>
                  <a:lnTo>
                    <a:pt x="13150" y="151"/>
                  </a:lnTo>
                  <a:cubicBezTo>
                    <a:pt x="13138" y="147"/>
                    <a:pt x="13126" y="143"/>
                    <a:pt x="13114" y="141"/>
                  </a:cubicBezTo>
                  <a:cubicBezTo>
                    <a:pt x="13103" y="139"/>
                    <a:pt x="13090" y="138"/>
                    <a:pt x="13077" y="138"/>
                  </a:cubicBezTo>
                  <a:cubicBezTo>
                    <a:pt x="13064" y="138"/>
                    <a:pt x="13054" y="140"/>
                    <a:pt x="13047" y="145"/>
                  </a:cubicBezTo>
                  <a:cubicBezTo>
                    <a:pt x="13040" y="150"/>
                    <a:pt x="13037" y="158"/>
                    <a:pt x="13037" y="169"/>
                  </a:cubicBezTo>
                  <a:cubicBezTo>
                    <a:pt x="13037" y="177"/>
                    <a:pt x="13038" y="186"/>
                    <a:pt x="13041" y="194"/>
                  </a:cubicBezTo>
                  <a:cubicBezTo>
                    <a:pt x="13044" y="203"/>
                    <a:pt x="13049" y="215"/>
                    <a:pt x="13055" y="230"/>
                  </a:cubicBezTo>
                  <a:lnTo>
                    <a:pt x="13081" y="291"/>
                  </a:lnTo>
                  <a:cubicBezTo>
                    <a:pt x="13088" y="306"/>
                    <a:pt x="13094" y="323"/>
                    <a:pt x="13100" y="341"/>
                  </a:cubicBezTo>
                  <a:cubicBezTo>
                    <a:pt x="13105" y="359"/>
                    <a:pt x="13109" y="377"/>
                    <a:pt x="13109" y="396"/>
                  </a:cubicBezTo>
                  <a:cubicBezTo>
                    <a:pt x="13108" y="451"/>
                    <a:pt x="13093" y="491"/>
                    <a:pt x="13064" y="516"/>
                  </a:cubicBezTo>
                  <a:cubicBezTo>
                    <a:pt x="13035" y="542"/>
                    <a:pt x="12998" y="554"/>
                    <a:pt x="12951" y="554"/>
                  </a:cubicBezTo>
                  <a:cubicBezTo>
                    <a:pt x="12918" y="553"/>
                    <a:pt x="12891" y="551"/>
                    <a:pt x="12870" y="547"/>
                  </a:cubicBezTo>
                  <a:cubicBezTo>
                    <a:pt x="12849" y="543"/>
                    <a:pt x="12834" y="539"/>
                    <a:pt x="12825" y="535"/>
                  </a:cubicBezTo>
                  <a:lnTo>
                    <a:pt x="12835" y="402"/>
                  </a:lnTo>
                  <a:cubicBezTo>
                    <a:pt x="12845" y="406"/>
                    <a:pt x="12858" y="410"/>
                    <a:pt x="12877" y="414"/>
                  </a:cubicBezTo>
                  <a:cubicBezTo>
                    <a:pt x="12896" y="418"/>
                    <a:pt x="12917" y="420"/>
                    <a:pt x="12941" y="420"/>
                  </a:cubicBezTo>
                  <a:cubicBezTo>
                    <a:pt x="12944" y="420"/>
                    <a:pt x="12947" y="420"/>
                    <a:pt x="12949" y="420"/>
                  </a:cubicBezTo>
                  <a:cubicBezTo>
                    <a:pt x="12952" y="420"/>
                    <a:pt x="12955" y="420"/>
                    <a:pt x="12958" y="420"/>
                  </a:cubicBezTo>
                  <a:cubicBezTo>
                    <a:pt x="12959" y="416"/>
                    <a:pt x="12960" y="412"/>
                    <a:pt x="12961" y="407"/>
                  </a:cubicBezTo>
                  <a:cubicBezTo>
                    <a:pt x="12962" y="403"/>
                    <a:pt x="12963" y="398"/>
                    <a:pt x="12963" y="393"/>
                  </a:cubicBezTo>
                  <a:cubicBezTo>
                    <a:pt x="12962" y="384"/>
                    <a:pt x="12961" y="375"/>
                    <a:pt x="12957" y="366"/>
                  </a:cubicBezTo>
                  <a:cubicBezTo>
                    <a:pt x="12953" y="358"/>
                    <a:pt x="12949" y="348"/>
                    <a:pt x="12943" y="336"/>
                  </a:cubicBezTo>
                  <a:lnTo>
                    <a:pt x="12916" y="276"/>
                  </a:lnTo>
                  <a:cubicBezTo>
                    <a:pt x="12908" y="259"/>
                    <a:pt x="12902" y="241"/>
                    <a:pt x="12897" y="223"/>
                  </a:cubicBezTo>
                  <a:cubicBezTo>
                    <a:pt x="12892" y="205"/>
                    <a:pt x="12890" y="188"/>
                    <a:pt x="12890" y="171"/>
                  </a:cubicBezTo>
                  <a:cubicBezTo>
                    <a:pt x="12891" y="116"/>
                    <a:pt x="12906" y="75"/>
                    <a:pt x="12937" y="48"/>
                  </a:cubicBezTo>
                  <a:cubicBezTo>
                    <a:pt x="12968" y="20"/>
                    <a:pt x="13010" y="7"/>
                    <a:pt x="13062" y="7"/>
                  </a:cubicBezTo>
                  <a:close/>
                  <a:moveTo>
                    <a:pt x="11261" y="7"/>
                  </a:moveTo>
                  <a:cubicBezTo>
                    <a:pt x="11316" y="7"/>
                    <a:pt x="11353" y="21"/>
                    <a:pt x="11375" y="47"/>
                  </a:cubicBezTo>
                  <a:cubicBezTo>
                    <a:pt x="11396" y="73"/>
                    <a:pt x="11406" y="108"/>
                    <a:pt x="11405" y="151"/>
                  </a:cubicBezTo>
                  <a:cubicBezTo>
                    <a:pt x="11405" y="175"/>
                    <a:pt x="11403" y="200"/>
                    <a:pt x="11399" y="227"/>
                  </a:cubicBezTo>
                  <a:cubicBezTo>
                    <a:pt x="11395" y="253"/>
                    <a:pt x="11389" y="281"/>
                    <a:pt x="11383" y="310"/>
                  </a:cubicBezTo>
                  <a:cubicBezTo>
                    <a:pt x="11367" y="395"/>
                    <a:pt x="11342" y="457"/>
                    <a:pt x="11307" y="496"/>
                  </a:cubicBezTo>
                  <a:cubicBezTo>
                    <a:pt x="11271" y="535"/>
                    <a:pt x="11218" y="554"/>
                    <a:pt x="11148" y="554"/>
                  </a:cubicBezTo>
                  <a:cubicBezTo>
                    <a:pt x="11093" y="553"/>
                    <a:pt x="11056" y="540"/>
                    <a:pt x="11034" y="514"/>
                  </a:cubicBezTo>
                  <a:cubicBezTo>
                    <a:pt x="11013" y="487"/>
                    <a:pt x="11003" y="453"/>
                    <a:pt x="11004" y="409"/>
                  </a:cubicBezTo>
                  <a:cubicBezTo>
                    <a:pt x="11004" y="385"/>
                    <a:pt x="11007" y="360"/>
                    <a:pt x="11011" y="334"/>
                  </a:cubicBezTo>
                  <a:cubicBezTo>
                    <a:pt x="11015" y="307"/>
                    <a:pt x="11020" y="280"/>
                    <a:pt x="11027" y="251"/>
                  </a:cubicBezTo>
                  <a:cubicBezTo>
                    <a:pt x="11038" y="194"/>
                    <a:pt x="11052" y="148"/>
                    <a:pt x="11071" y="112"/>
                  </a:cubicBezTo>
                  <a:cubicBezTo>
                    <a:pt x="11089" y="76"/>
                    <a:pt x="11114" y="49"/>
                    <a:pt x="11144" y="32"/>
                  </a:cubicBezTo>
                  <a:cubicBezTo>
                    <a:pt x="11175" y="15"/>
                    <a:pt x="11214" y="7"/>
                    <a:pt x="11261" y="7"/>
                  </a:cubicBezTo>
                  <a:close/>
                  <a:moveTo>
                    <a:pt x="10872" y="7"/>
                  </a:moveTo>
                  <a:cubicBezTo>
                    <a:pt x="10901" y="7"/>
                    <a:pt x="10929" y="9"/>
                    <a:pt x="10955" y="13"/>
                  </a:cubicBezTo>
                  <a:cubicBezTo>
                    <a:pt x="10981" y="17"/>
                    <a:pt x="11000" y="21"/>
                    <a:pt x="11011" y="26"/>
                  </a:cubicBezTo>
                  <a:lnTo>
                    <a:pt x="10979" y="153"/>
                  </a:lnTo>
                  <a:cubicBezTo>
                    <a:pt x="10966" y="149"/>
                    <a:pt x="10950" y="146"/>
                    <a:pt x="10932" y="143"/>
                  </a:cubicBezTo>
                  <a:cubicBezTo>
                    <a:pt x="10914" y="140"/>
                    <a:pt x="10893" y="138"/>
                    <a:pt x="10870" y="138"/>
                  </a:cubicBezTo>
                  <a:cubicBezTo>
                    <a:pt x="10842" y="137"/>
                    <a:pt x="10823" y="144"/>
                    <a:pt x="10811" y="160"/>
                  </a:cubicBezTo>
                  <a:cubicBezTo>
                    <a:pt x="10800" y="176"/>
                    <a:pt x="10789" y="207"/>
                    <a:pt x="10779" y="252"/>
                  </a:cubicBezTo>
                  <a:cubicBezTo>
                    <a:pt x="10775" y="268"/>
                    <a:pt x="10772" y="288"/>
                    <a:pt x="10768" y="309"/>
                  </a:cubicBezTo>
                  <a:cubicBezTo>
                    <a:pt x="10764" y="331"/>
                    <a:pt x="10761" y="353"/>
                    <a:pt x="10759" y="374"/>
                  </a:cubicBezTo>
                  <a:cubicBezTo>
                    <a:pt x="10757" y="395"/>
                    <a:pt x="10755" y="413"/>
                    <a:pt x="10755" y="428"/>
                  </a:cubicBezTo>
                  <a:cubicBezTo>
                    <a:pt x="10758" y="429"/>
                    <a:pt x="10762" y="429"/>
                    <a:pt x="10765" y="429"/>
                  </a:cubicBezTo>
                  <a:cubicBezTo>
                    <a:pt x="10768" y="429"/>
                    <a:pt x="10771" y="429"/>
                    <a:pt x="10775" y="429"/>
                  </a:cubicBezTo>
                  <a:cubicBezTo>
                    <a:pt x="10784" y="429"/>
                    <a:pt x="10793" y="429"/>
                    <a:pt x="10802" y="428"/>
                  </a:cubicBezTo>
                  <a:cubicBezTo>
                    <a:pt x="10811" y="427"/>
                    <a:pt x="10820" y="426"/>
                    <a:pt x="10828" y="424"/>
                  </a:cubicBezTo>
                  <a:lnTo>
                    <a:pt x="10842" y="346"/>
                  </a:lnTo>
                  <a:lnTo>
                    <a:pt x="10801" y="346"/>
                  </a:lnTo>
                  <a:lnTo>
                    <a:pt x="10821" y="235"/>
                  </a:lnTo>
                  <a:lnTo>
                    <a:pt x="10985" y="235"/>
                  </a:lnTo>
                  <a:lnTo>
                    <a:pt x="10931" y="526"/>
                  </a:lnTo>
                  <a:cubicBezTo>
                    <a:pt x="10913" y="534"/>
                    <a:pt x="10887" y="541"/>
                    <a:pt x="10854" y="546"/>
                  </a:cubicBezTo>
                  <a:cubicBezTo>
                    <a:pt x="10821" y="551"/>
                    <a:pt x="10789" y="554"/>
                    <a:pt x="10756" y="554"/>
                  </a:cubicBezTo>
                  <a:cubicBezTo>
                    <a:pt x="10717" y="554"/>
                    <a:pt x="10687" y="548"/>
                    <a:pt x="10666" y="536"/>
                  </a:cubicBezTo>
                  <a:cubicBezTo>
                    <a:pt x="10645" y="524"/>
                    <a:pt x="10631" y="507"/>
                    <a:pt x="10623" y="485"/>
                  </a:cubicBezTo>
                  <a:cubicBezTo>
                    <a:pt x="10615" y="464"/>
                    <a:pt x="10612" y="439"/>
                    <a:pt x="10612" y="410"/>
                  </a:cubicBezTo>
                  <a:cubicBezTo>
                    <a:pt x="10612" y="386"/>
                    <a:pt x="10614" y="361"/>
                    <a:pt x="10618" y="334"/>
                  </a:cubicBezTo>
                  <a:cubicBezTo>
                    <a:pt x="10623" y="307"/>
                    <a:pt x="10628" y="280"/>
                    <a:pt x="10634" y="251"/>
                  </a:cubicBezTo>
                  <a:cubicBezTo>
                    <a:pt x="10650" y="166"/>
                    <a:pt x="10676" y="104"/>
                    <a:pt x="10712" y="65"/>
                  </a:cubicBezTo>
                  <a:cubicBezTo>
                    <a:pt x="10748" y="26"/>
                    <a:pt x="10802" y="6"/>
                    <a:pt x="10872" y="7"/>
                  </a:cubicBezTo>
                  <a:close/>
                  <a:moveTo>
                    <a:pt x="10410" y="7"/>
                  </a:moveTo>
                  <a:cubicBezTo>
                    <a:pt x="10441" y="7"/>
                    <a:pt x="10466" y="9"/>
                    <a:pt x="10485" y="13"/>
                  </a:cubicBezTo>
                  <a:cubicBezTo>
                    <a:pt x="10505" y="17"/>
                    <a:pt x="10519" y="21"/>
                    <a:pt x="10528" y="25"/>
                  </a:cubicBezTo>
                  <a:lnTo>
                    <a:pt x="10498" y="151"/>
                  </a:lnTo>
                  <a:cubicBezTo>
                    <a:pt x="10486" y="147"/>
                    <a:pt x="10474" y="143"/>
                    <a:pt x="10462" y="141"/>
                  </a:cubicBezTo>
                  <a:cubicBezTo>
                    <a:pt x="10451" y="139"/>
                    <a:pt x="10438" y="138"/>
                    <a:pt x="10425" y="138"/>
                  </a:cubicBezTo>
                  <a:cubicBezTo>
                    <a:pt x="10412" y="138"/>
                    <a:pt x="10402" y="140"/>
                    <a:pt x="10395" y="145"/>
                  </a:cubicBezTo>
                  <a:cubicBezTo>
                    <a:pt x="10388" y="150"/>
                    <a:pt x="10385" y="158"/>
                    <a:pt x="10385" y="169"/>
                  </a:cubicBezTo>
                  <a:cubicBezTo>
                    <a:pt x="10385" y="177"/>
                    <a:pt x="10386" y="186"/>
                    <a:pt x="10389" y="194"/>
                  </a:cubicBezTo>
                  <a:cubicBezTo>
                    <a:pt x="10392" y="203"/>
                    <a:pt x="10397" y="215"/>
                    <a:pt x="10403" y="230"/>
                  </a:cubicBezTo>
                  <a:lnTo>
                    <a:pt x="10429" y="291"/>
                  </a:lnTo>
                  <a:cubicBezTo>
                    <a:pt x="10436" y="306"/>
                    <a:pt x="10442" y="323"/>
                    <a:pt x="10448" y="341"/>
                  </a:cubicBezTo>
                  <a:cubicBezTo>
                    <a:pt x="10453" y="359"/>
                    <a:pt x="10457" y="377"/>
                    <a:pt x="10457" y="396"/>
                  </a:cubicBezTo>
                  <a:cubicBezTo>
                    <a:pt x="10456" y="451"/>
                    <a:pt x="10441" y="491"/>
                    <a:pt x="10412" y="516"/>
                  </a:cubicBezTo>
                  <a:cubicBezTo>
                    <a:pt x="10383" y="542"/>
                    <a:pt x="10346" y="554"/>
                    <a:pt x="10299" y="554"/>
                  </a:cubicBezTo>
                  <a:cubicBezTo>
                    <a:pt x="10266" y="553"/>
                    <a:pt x="10239" y="551"/>
                    <a:pt x="10218" y="547"/>
                  </a:cubicBezTo>
                  <a:cubicBezTo>
                    <a:pt x="10197" y="543"/>
                    <a:pt x="10182" y="539"/>
                    <a:pt x="10173" y="535"/>
                  </a:cubicBezTo>
                  <a:lnTo>
                    <a:pt x="10183" y="402"/>
                  </a:lnTo>
                  <a:cubicBezTo>
                    <a:pt x="10193" y="406"/>
                    <a:pt x="10206" y="410"/>
                    <a:pt x="10225" y="414"/>
                  </a:cubicBezTo>
                  <a:cubicBezTo>
                    <a:pt x="10244" y="418"/>
                    <a:pt x="10265" y="420"/>
                    <a:pt x="10289" y="420"/>
                  </a:cubicBezTo>
                  <a:cubicBezTo>
                    <a:pt x="10292" y="420"/>
                    <a:pt x="10295" y="420"/>
                    <a:pt x="10297" y="420"/>
                  </a:cubicBezTo>
                  <a:cubicBezTo>
                    <a:pt x="10300" y="420"/>
                    <a:pt x="10303" y="420"/>
                    <a:pt x="10306" y="420"/>
                  </a:cubicBezTo>
                  <a:cubicBezTo>
                    <a:pt x="10307" y="416"/>
                    <a:pt x="10308" y="412"/>
                    <a:pt x="10309" y="407"/>
                  </a:cubicBezTo>
                  <a:cubicBezTo>
                    <a:pt x="10310" y="403"/>
                    <a:pt x="10311" y="398"/>
                    <a:pt x="10311" y="393"/>
                  </a:cubicBezTo>
                  <a:cubicBezTo>
                    <a:pt x="10310" y="384"/>
                    <a:pt x="10309" y="375"/>
                    <a:pt x="10305" y="366"/>
                  </a:cubicBezTo>
                  <a:cubicBezTo>
                    <a:pt x="10301" y="358"/>
                    <a:pt x="10297" y="348"/>
                    <a:pt x="10291" y="336"/>
                  </a:cubicBezTo>
                  <a:lnTo>
                    <a:pt x="10264" y="276"/>
                  </a:lnTo>
                  <a:cubicBezTo>
                    <a:pt x="10256" y="259"/>
                    <a:pt x="10250" y="241"/>
                    <a:pt x="10245" y="223"/>
                  </a:cubicBezTo>
                  <a:cubicBezTo>
                    <a:pt x="10240" y="205"/>
                    <a:pt x="10238" y="188"/>
                    <a:pt x="10238" y="171"/>
                  </a:cubicBezTo>
                  <a:cubicBezTo>
                    <a:pt x="10239" y="116"/>
                    <a:pt x="10254" y="75"/>
                    <a:pt x="10285" y="48"/>
                  </a:cubicBezTo>
                  <a:cubicBezTo>
                    <a:pt x="10316" y="20"/>
                    <a:pt x="10358" y="7"/>
                    <a:pt x="10410" y="7"/>
                  </a:cubicBezTo>
                  <a:close/>
                  <a:moveTo>
                    <a:pt x="8607" y="7"/>
                  </a:moveTo>
                  <a:cubicBezTo>
                    <a:pt x="8662" y="7"/>
                    <a:pt x="8699" y="21"/>
                    <a:pt x="8721" y="47"/>
                  </a:cubicBezTo>
                  <a:cubicBezTo>
                    <a:pt x="8742" y="73"/>
                    <a:pt x="8752" y="108"/>
                    <a:pt x="8751" y="151"/>
                  </a:cubicBezTo>
                  <a:cubicBezTo>
                    <a:pt x="8751" y="175"/>
                    <a:pt x="8749" y="200"/>
                    <a:pt x="8745" y="227"/>
                  </a:cubicBezTo>
                  <a:cubicBezTo>
                    <a:pt x="8741" y="253"/>
                    <a:pt x="8735" y="281"/>
                    <a:pt x="8729" y="310"/>
                  </a:cubicBezTo>
                  <a:cubicBezTo>
                    <a:pt x="8713" y="395"/>
                    <a:pt x="8688" y="457"/>
                    <a:pt x="8653" y="496"/>
                  </a:cubicBezTo>
                  <a:cubicBezTo>
                    <a:pt x="8617" y="535"/>
                    <a:pt x="8564" y="554"/>
                    <a:pt x="8494" y="554"/>
                  </a:cubicBezTo>
                  <a:cubicBezTo>
                    <a:pt x="8439" y="553"/>
                    <a:pt x="8402" y="540"/>
                    <a:pt x="8380" y="514"/>
                  </a:cubicBezTo>
                  <a:cubicBezTo>
                    <a:pt x="8359" y="487"/>
                    <a:pt x="8349" y="453"/>
                    <a:pt x="8350" y="409"/>
                  </a:cubicBezTo>
                  <a:cubicBezTo>
                    <a:pt x="8350" y="385"/>
                    <a:pt x="8353" y="360"/>
                    <a:pt x="8357" y="334"/>
                  </a:cubicBezTo>
                  <a:cubicBezTo>
                    <a:pt x="8361" y="307"/>
                    <a:pt x="8366" y="280"/>
                    <a:pt x="8373" y="251"/>
                  </a:cubicBezTo>
                  <a:cubicBezTo>
                    <a:pt x="8384" y="194"/>
                    <a:pt x="8398" y="148"/>
                    <a:pt x="8417" y="112"/>
                  </a:cubicBezTo>
                  <a:cubicBezTo>
                    <a:pt x="8435" y="76"/>
                    <a:pt x="8460" y="49"/>
                    <a:pt x="8490" y="32"/>
                  </a:cubicBezTo>
                  <a:cubicBezTo>
                    <a:pt x="8521" y="15"/>
                    <a:pt x="8560" y="7"/>
                    <a:pt x="8607" y="7"/>
                  </a:cubicBezTo>
                  <a:close/>
                  <a:moveTo>
                    <a:pt x="8218" y="7"/>
                  </a:moveTo>
                  <a:cubicBezTo>
                    <a:pt x="8247" y="7"/>
                    <a:pt x="8275" y="9"/>
                    <a:pt x="8301" y="13"/>
                  </a:cubicBezTo>
                  <a:cubicBezTo>
                    <a:pt x="8327" y="17"/>
                    <a:pt x="8346" y="21"/>
                    <a:pt x="8357" y="26"/>
                  </a:cubicBezTo>
                  <a:lnTo>
                    <a:pt x="8325" y="153"/>
                  </a:lnTo>
                  <a:cubicBezTo>
                    <a:pt x="8312" y="149"/>
                    <a:pt x="8296" y="146"/>
                    <a:pt x="8278" y="143"/>
                  </a:cubicBezTo>
                  <a:cubicBezTo>
                    <a:pt x="8260" y="140"/>
                    <a:pt x="8239" y="138"/>
                    <a:pt x="8216" y="138"/>
                  </a:cubicBezTo>
                  <a:cubicBezTo>
                    <a:pt x="8188" y="137"/>
                    <a:pt x="8169" y="144"/>
                    <a:pt x="8157" y="160"/>
                  </a:cubicBezTo>
                  <a:cubicBezTo>
                    <a:pt x="8146" y="176"/>
                    <a:pt x="8135" y="207"/>
                    <a:pt x="8125" y="252"/>
                  </a:cubicBezTo>
                  <a:cubicBezTo>
                    <a:pt x="8121" y="268"/>
                    <a:pt x="8118" y="288"/>
                    <a:pt x="8114" y="309"/>
                  </a:cubicBezTo>
                  <a:cubicBezTo>
                    <a:pt x="8110" y="331"/>
                    <a:pt x="8107" y="353"/>
                    <a:pt x="8105" y="374"/>
                  </a:cubicBezTo>
                  <a:cubicBezTo>
                    <a:pt x="8103" y="395"/>
                    <a:pt x="8101" y="413"/>
                    <a:pt x="8101" y="428"/>
                  </a:cubicBezTo>
                  <a:cubicBezTo>
                    <a:pt x="8104" y="429"/>
                    <a:pt x="8108" y="429"/>
                    <a:pt x="8111" y="429"/>
                  </a:cubicBezTo>
                  <a:cubicBezTo>
                    <a:pt x="8114" y="429"/>
                    <a:pt x="8117" y="429"/>
                    <a:pt x="8121" y="429"/>
                  </a:cubicBezTo>
                  <a:cubicBezTo>
                    <a:pt x="8130" y="429"/>
                    <a:pt x="8139" y="429"/>
                    <a:pt x="8148" y="428"/>
                  </a:cubicBezTo>
                  <a:cubicBezTo>
                    <a:pt x="8157" y="427"/>
                    <a:pt x="8166" y="426"/>
                    <a:pt x="8174" y="424"/>
                  </a:cubicBezTo>
                  <a:lnTo>
                    <a:pt x="8188" y="346"/>
                  </a:lnTo>
                  <a:lnTo>
                    <a:pt x="8147" y="346"/>
                  </a:lnTo>
                  <a:lnTo>
                    <a:pt x="8167" y="235"/>
                  </a:lnTo>
                  <a:lnTo>
                    <a:pt x="8331" y="235"/>
                  </a:lnTo>
                  <a:lnTo>
                    <a:pt x="8277" y="526"/>
                  </a:lnTo>
                  <a:cubicBezTo>
                    <a:pt x="8259" y="534"/>
                    <a:pt x="8233" y="541"/>
                    <a:pt x="8200" y="546"/>
                  </a:cubicBezTo>
                  <a:cubicBezTo>
                    <a:pt x="8167" y="551"/>
                    <a:pt x="8135" y="554"/>
                    <a:pt x="8102" y="554"/>
                  </a:cubicBezTo>
                  <a:cubicBezTo>
                    <a:pt x="8063" y="554"/>
                    <a:pt x="8033" y="548"/>
                    <a:pt x="8012" y="536"/>
                  </a:cubicBezTo>
                  <a:cubicBezTo>
                    <a:pt x="7991" y="524"/>
                    <a:pt x="7977" y="507"/>
                    <a:pt x="7969" y="485"/>
                  </a:cubicBezTo>
                  <a:cubicBezTo>
                    <a:pt x="7961" y="464"/>
                    <a:pt x="7958" y="439"/>
                    <a:pt x="7958" y="410"/>
                  </a:cubicBezTo>
                  <a:cubicBezTo>
                    <a:pt x="7958" y="386"/>
                    <a:pt x="7960" y="361"/>
                    <a:pt x="7964" y="334"/>
                  </a:cubicBezTo>
                  <a:cubicBezTo>
                    <a:pt x="7969" y="307"/>
                    <a:pt x="7974" y="280"/>
                    <a:pt x="7980" y="251"/>
                  </a:cubicBezTo>
                  <a:cubicBezTo>
                    <a:pt x="7996" y="166"/>
                    <a:pt x="8022" y="104"/>
                    <a:pt x="8058" y="65"/>
                  </a:cubicBezTo>
                  <a:cubicBezTo>
                    <a:pt x="8094" y="26"/>
                    <a:pt x="8148" y="6"/>
                    <a:pt x="8218" y="7"/>
                  </a:cubicBezTo>
                  <a:close/>
                  <a:moveTo>
                    <a:pt x="7756" y="7"/>
                  </a:moveTo>
                  <a:cubicBezTo>
                    <a:pt x="7787" y="7"/>
                    <a:pt x="7812" y="9"/>
                    <a:pt x="7831" y="13"/>
                  </a:cubicBezTo>
                  <a:cubicBezTo>
                    <a:pt x="7851" y="17"/>
                    <a:pt x="7865" y="21"/>
                    <a:pt x="7874" y="25"/>
                  </a:cubicBezTo>
                  <a:lnTo>
                    <a:pt x="7844" y="151"/>
                  </a:lnTo>
                  <a:cubicBezTo>
                    <a:pt x="7832" y="147"/>
                    <a:pt x="7820" y="143"/>
                    <a:pt x="7808" y="141"/>
                  </a:cubicBezTo>
                  <a:cubicBezTo>
                    <a:pt x="7797" y="139"/>
                    <a:pt x="7784" y="138"/>
                    <a:pt x="7771" y="138"/>
                  </a:cubicBezTo>
                  <a:cubicBezTo>
                    <a:pt x="7758" y="138"/>
                    <a:pt x="7748" y="140"/>
                    <a:pt x="7741" y="145"/>
                  </a:cubicBezTo>
                  <a:cubicBezTo>
                    <a:pt x="7734" y="150"/>
                    <a:pt x="7731" y="158"/>
                    <a:pt x="7731" y="169"/>
                  </a:cubicBezTo>
                  <a:cubicBezTo>
                    <a:pt x="7731" y="177"/>
                    <a:pt x="7732" y="186"/>
                    <a:pt x="7735" y="194"/>
                  </a:cubicBezTo>
                  <a:cubicBezTo>
                    <a:pt x="7738" y="203"/>
                    <a:pt x="7743" y="215"/>
                    <a:pt x="7749" y="230"/>
                  </a:cubicBezTo>
                  <a:lnTo>
                    <a:pt x="7775" y="291"/>
                  </a:lnTo>
                  <a:cubicBezTo>
                    <a:pt x="7782" y="306"/>
                    <a:pt x="7788" y="323"/>
                    <a:pt x="7794" y="341"/>
                  </a:cubicBezTo>
                  <a:cubicBezTo>
                    <a:pt x="7799" y="359"/>
                    <a:pt x="7803" y="377"/>
                    <a:pt x="7803" y="396"/>
                  </a:cubicBezTo>
                  <a:cubicBezTo>
                    <a:pt x="7802" y="451"/>
                    <a:pt x="7787" y="491"/>
                    <a:pt x="7758" y="516"/>
                  </a:cubicBezTo>
                  <a:cubicBezTo>
                    <a:pt x="7729" y="542"/>
                    <a:pt x="7692" y="554"/>
                    <a:pt x="7645" y="554"/>
                  </a:cubicBezTo>
                  <a:cubicBezTo>
                    <a:pt x="7612" y="553"/>
                    <a:pt x="7585" y="551"/>
                    <a:pt x="7564" y="547"/>
                  </a:cubicBezTo>
                  <a:cubicBezTo>
                    <a:pt x="7543" y="543"/>
                    <a:pt x="7528" y="539"/>
                    <a:pt x="7519" y="535"/>
                  </a:cubicBezTo>
                  <a:lnTo>
                    <a:pt x="7529" y="402"/>
                  </a:lnTo>
                  <a:cubicBezTo>
                    <a:pt x="7539" y="406"/>
                    <a:pt x="7552" y="410"/>
                    <a:pt x="7571" y="414"/>
                  </a:cubicBezTo>
                  <a:cubicBezTo>
                    <a:pt x="7590" y="418"/>
                    <a:pt x="7611" y="420"/>
                    <a:pt x="7635" y="420"/>
                  </a:cubicBezTo>
                  <a:cubicBezTo>
                    <a:pt x="7638" y="420"/>
                    <a:pt x="7641" y="420"/>
                    <a:pt x="7643" y="420"/>
                  </a:cubicBezTo>
                  <a:cubicBezTo>
                    <a:pt x="7646" y="420"/>
                    <a:pt x="7649" y="420"/>
                    <a:pt x="7652" y="420"/>
                  </a:cubicBezTo>
                  <a:cubicBezTo>
                    <a:pt x="7653" y="416"/>
                    <a:pt x="7654" y="412"/>
                    <a:pt x="7655" y="407"/>
                  </a:cubicBezTo>
                  <a:cubicBezTo>
                    <a:pt x="7656" y="403"/>
                    <a:pt x="7657" y="398"/>
                    <a:pt x="7657" y="393"/>
                  </a:cubicBezTo>
                  <a:cubicBezTo>
                    <a:pt x="7656" y="384"/>
                    <a:pt x="7655" y="375"/>
                    <a:pt x="7651" y="366"/>
                  </a:cubicBezTo>
                  <a:cubicBezTo>
                    <a:pt x="7647" y="358"/>
                    <a:pt x="7643" y="348"/>
                    <a:pt x="7637" y="336"/>
                  </a:cubicBezTo>
                  <a:lnTo>
                    <a:pt x="7610" y="276"/>
                  </a:lnTo>
                  <a:cubicBezTo>
                    <a:pt x="7602" y="259"/>
                    <a:pt x="7596" y="241"/>
                    <a:pt x="7591" y="223"/>
                  </a:cubicBezTo>
                  <a:cubicBezTo>
                    <a:pt x="7586" y="205"/>
                    <a:pt x="7584" y="188"/>
                    <a:pt x="7584" y="171"/>
                  </a:cubicBezTo>
                  <a:cubicBezTo>
                    <a:pt x="7585" y="116"/>
                    <a:pt x="7600" y="75"/>
                    <a:pt x="7631" y="48"/>
                  </a:cubicBezTo>
                  <a:cubicBezTo>
                    <a:pt x="7662" y="20"/>
                    <a:pt x="7704" y="7"/>
                    <a:pt x="7756" y="7"/>
                  </a:cubicBezTo>
                  <a:close/>
                  <a:moveTo>
                    <a:pt x="5955" y="7"/>
                  </a:moveTo>
                  <a:cubicBezTo>
                    <a:pt x="6010" y="7"/>
                    <a:pt x="6047" y="21"/>
                    <a:pt x="6069" y="47"/>
                  </a:cubicBezTo>
                  <a:cubicBezTo>
                    <a:pt x="6090" y="73"/>
                    <a:pt x="6100" y="108"/>
                    <a:pt x="6099" y="151"/>
                  </a:cubicBezTo>
                  <a:cubicBezTo>
                    <a:pt x="6099" y="175"/>
                    <a:pt x="6097" y="200"/>
                    <a:pt x="6093" y="227"/>
                  </a:cubicBezTo>
                  <a:cubicBezTo>
                    <a:pt x="6089" y="253"/>
                    <a:pt x="6083" y="281"/>
                    <a:pt x="6077" y="310"/>
                  </a:cubicBezTo>
                  <a:cubicBezTo>
                    <a:pt x="6061" y="395"/>
                    <a:pt x="6036" y="457"/>
                    <a:pt x="6001" y="496"/>
                  </a:cubicBezTo>
                  <a:cubicBezTo>
                    <a:pt x="5965" y="535"/>
                    <a:pt x="5912" y="554"/>
                    <a:pt x="5842" y="554"/>
                  </a:cubicBezTo>
                  <a:cubicBezTo>
                    <a:pt x="5787" y="553"/>
                    <a:pt x="5750" y="540"/>
                    <a:pt x="5728" y="514"/>
                  </a:cubicBezTo>
                  <a:cubicBezTo>
                    <a:pt x="5707" y="487"/>
                    <a:pt x="5697" y="453"/>
                    <a:pt x="5698" y="409"/>
                  </a:cubicBezTo>
                  <a:cubicBezTo>
                    <a:pt x="5698" y="385"/>
                    <a:pt x="5701" y="360"/>
                    <a:pt x="5705" y="334"/>
                  </a:cubicBezTo>
                  <a:cubicBezTo>
                    <a:pt x="5709" y="307"/>
                    <a:pt x="5714" y="280"/>
                    <a:pt x="5721" y="251"/>
                  </a:cubicBezTo>
                  <a:cubicBezTo>
                    <a:pt x="5732" y="194"/>
                    <a:pt x="5746" y="148"/>
                    <a:pt x="5765" y="112"/>
                  </a:cubicBezTo>
                  <a:cubicBezTo>
                    <a:pt x="5783" y="76"/>
                    <a:pt x="5808" y="49"/>
                    <a:pt x="5838" y="32"/>
                  </a:cubicBezTo>
                  <a:cubicBezTo>
                    <a:pt x="5869" y="15"/>
                    <a:pt x="5908" y="7"/>
                    <a:pt x="5955" y="7"/>
                  </a:cubicBezTo>
                  <a:close/>
                  <a:moveTo>
                    <a:pt x="5566" y="7"/>
                  </a:moveTo>
                  <a:cubicBezTo>
                    <a:pt x="5595" y="7"/>
                    <a:pt x="5623" y="9"/>
                    <a:pt x="5649" y="13"/>
                  </a:cubicBezTo>
                  <a:cubicBezTo>
                    <a:pt x="5675" y="17"/>
                    <a:pt x="5694" y="21"/>
                    <a:pt x="5705" y="26"/>
                  </a:cubicBezTo>
                  <a:lnTo>
                    <a:pt x="5673" y="153"/>
                  </a:lnTo>
                  <a:cubicBezTo>
                    <a:pt x="5660" y="149"/>
                    <a:pt x="5644" y="146"/>
                    <a:pt x="5626" y="143"/>
                  </a:cubicBezTo>
                  <a:cubicBezTo>
                    <a:pt x="5608" y="140"/>
                    <a:pt x="5587" y="138"/>
                    <a:pt x="5564" y="138"/>
                  </a:cubicBezTo>
                  <a:cubicBezTo>
                    <a:pt x="5536" y="137"/>
                    <a:pt x="5517" y="144"/>
                    <a:pt x="5505" y="160"/>
                  </a:cubicBezTo>
                  <a:cubicBezTo>
                    <a:pt x="5494" y="176"/>
                    <a:pt x="5483" y="207"/>
                    <a:pt x="5473" y="252"/>
                  </a:cubicBezTo>
                  <a:cubicBezTo>
                    <a:pt x="5469" y="268"/>
                    <a:pt x="5466" y="288"/>
                    <a:pt x="5462" y="309"/>
                  </a:cubicBezTo>
                  <a:cubicBezTo>
                    <a:pt x="5458" y="331"/>
                    <a:pt x="5455" y="353"/>
                    <a:pt x="5453" y="374"/>
                  </a:cubicBezTo>
                  <a:cubicBezTo>
                    <a:pt x="5451" y="395"/>
                    <a:pt x="5449" y="413"/>
                    <a:pt x="5449" y="428"/>
                  </a:cubicBezTo>
                  <a:cubicBezTo>
                    <a:pt x="5452" y="429"/>
                    <a:pt x="5456" y="429"/>
                    <a:pt x="5459" y="429"/>
                  </a:cubicBezTo>
                  <a:cubicBezTo>
                    <a:pt x="5462" y="429"/>
                    <a:pt x="5465" y="429"/>
                    <a:pt x="5469" y="429"/>
                  </a:cubicBezTo>
                  <a:cubicBezTo>
                    <a:pt x="5478" y="429"/>
                    <a:pt x="5487" y="429"/>
                    <a:pt x="5496" y="428"/>
                  </a:cubicBezTo>
                  <a:cubicBezTo>
                    <a:pt x="5505" y="427"/>
                    <a:pt x="5514" y="426"/>
                    <a:pt x="5522" y="424"/>
                  </a:cubicBezTo>
                  <a:lnTo>
                    <a:pt x="5536" y="346"/>
                  </a:lnTo>
                  <a:lnTo>
                    <a:pt x="5495" y="346"/>
                  </a:lnTo>
                  <a:lnTo>
                    <a:pt x="5515" y="235"/>
                  </a:lnTo>
                  <a:lnTo>
                    <a:pt x="5679" y="235"/>
                  </a:lnTo>
                  <a:lnTo>
                    <a:pt x="5625" y="526"/>
                  </a:lnTo>
                  <a:cubicBezTo>
                    <a:pt x="5607" y="534"/>
                    <a:pt x="5581" y="541"/>
                    <a:pt x="5548" y="546"/>
                  </a:cubicBezTo>
                  <a:cubicBezTo>
                    <a:pt x="5515" y="551"/>
                    <a:pt x="5483" y="554"/>
                    <a:pt x="5450" y="554"/>
                  </a:cubicBezTo>
                  <a:cubicBezTo>
                    <a:pt x="5411" y="554"/>
                    <a:pt x="5381" y="548"/>
                    <a:pt x="5360" y="536"/>
                  </a:cubicBezTo>
                  <a:cubicBezTo>
                    <a:pt x="5339" y="524"/>
                    <a:pt x="5325" y="507"/>
                    <a:pt x="5317" y="485"/>
                  </a:cubicBezTo>
                  <a:cubicBezTo>
                    <a:pt x="5309" y="464"/>
                    <a:pt x="5306" y="439"/>
                    <a:pt x="5306" y="410"/>
                  </a:cubicBezTo>
                  <a:cubicBezTo>
                    <a:pt x="5306" y="386"/>
                    <a:pt x="5308" y="361"/>
                    <a:pt x="5312" y="334"/>
                  </a:cubicBezTo>
                  <a:cubicBezTo>
                    <a:pt x="5317" y="307"/>
                    <a:pt x="5322" y="280"/>
                    <a:pt x="5328" y="251"/>
                  </a:cubicBezTo>
                  <a:cubicBezTo>
                    <a:pt x="5344" y="166"/>
                    <a:pt x="5370" y="104"/>
                    <a:pt x="5406" y="65"/>
                  </a:cubicBezTo>
                  <a:cubicBezTo>
                    <a:pt x="5442" y="26"/>
                    <a:pt x="5496" y="6"/>
                    <a:pt x="5566" y="7"/>
                  </a:cubicBezTo>
                  <a:close/>
                  <a:moveTo>
                    <a:pt x="5104" y="7"/>
                  </a:moveTo>
                  <a:cubicBezTo>
                    <a:pt x="5135" y="7"/>
                    <a:pt x="5160" y="9"/>
                    <a:pt x="5179" y="13"/>
                  </a:cubicBezTo>
                  <a:cubicBezTo>
                    <a:pt x="5199" y="17"/>
                    <a:pt x="5213" y="21"/>
                    <a:pt x="5222" y="25"/>
                  </a:cubicBezTo>
                  <a:lnTo>
                    <a:pt x="5192" y="151"/>
                  </a:lnTo>
                  <a:cubicBezTo>
                    <a:pt x="5180" y="147"/>
                    <a:pt x="5168" y="143"/>
                    <a:pt x="5156" y="141"/>
                  </a:cubicBezTo>
                  <a:cubicBezTo>
                    <a:pt x="5145" y="139"/>
                    <a:pt x="5132" y="138"/>
                    <a:pt x="5119" y="138"/>
                  </a:cubicBezTo>
                  <a:cubicBezTo>
                    <a:pt x="5106" y="138"/>
                    <a:pt x="5096" y="140"/>
                    <a:pt x="5089" y="145"/>
                  </a:cubicBezTo>
                  <a:cubicBezTo>
                    <a:pt x="5082" y="150"/>
                    <a:pt x="5079" y="158"/>
                    <a:pt x="5079" y="169"/>
                  </a:cubicBezTo>
                  <a:cubicBezTo>
                    <a:pt x="5079" y="177"/>
                    <a:pt x="5080" y="186"/>
                    <a:pt x="5083" y="194"/>
                  </a:cubicBezTo>
                  <a:cubicBezTo>
                    <a:pt x="5086" y="203"/>
                    <a:pt x="5091" y="215"/>
                    <a:pt x="5097" y="230"/>
                  </a:cubicBezTo>
                  <a:lnTo>
                    <a:pt x="5123" y="291"/>
                  </a:lnTo>
                  <a:cubicBezTo>
                    <a:pt x="5130" y="306"/>
                    <a:pt x="5136" y="323"/>
                    <a:pt x="5142" y="341"/>
                  </a:cubicBezTo>
                  <a:cubicBezTo>
                    <a:pt x="5147" y="359"/>
                    <a:pt x="5151" y="377"/>
                    <a:pt x="5151" y="396"/>
                  </a:cubicBezTo>
                  <a:cubicBezTo>
                    <a:pt x="5150" y="451"/>
                    <a:pt x="5135" y="491"/>
                    <a:pt x="5106" y="516"/>
                  </a:cubicBezTo>
                  <a:cubicBezTo>
                    <a:pt x="5077" y="542"/>
                    <a:pt x="5040" y="554"/>
                    <a:pt x="4993" y="554"/>
                  </a:cubicBezTo>
                  <a:cubicBezTo>
                    <a:pt x="4960" y="553"/>
                    <a:pt x="4933" y="551"/>
                    <a:pt x="4912" y="547"/>
                  </a:cubicBezTo>
                  <a:cubicBezTo>
                    <a:pt x="4891" y="543"/>
                    <a:pt x="4876" y="539"/>
                    <a:pt x="4867" y="535"/>
                  </a:cubicBezTo>
                  <a:lnTo>
                    <a:pt x="4877" y="402"/>
                  </a:lnTo>
                  <a:cubicBezTo>
                    <a:pt x="4887" y="406"/>
                    <a:pt x="4900" y="410"/>
                    <a:pt x="4919" y="414"/>
                  </a:cubicBezTo>
                  <a:cubicBezTo>
                    <a:pt x="4938" y="418"/>
                    <a:pt x="4959" y="420"/>
                    <a:pt x="4983" y="420"/>
                  </a:cubicBezTo>
                  <a:cubicBezTo>
                    <a:pt x="4986" y="420"/>
                    <a:pt x="4989" y="420"/>
                    <a:pt x="4991" y="420"/>
                  </a:cubicBezTo>
                  <a:cubicBezTo>
                    <a:pt x="4994" y="420"/>
                    <a:pt x="4997" y="420"/>
                    <a:pt x="5000" y="420"/>
                  </a:cubicBezTo>
                  <a:cubicBezTo>
                    <a:pt x="5001" y="416"/>
                    <a:pt x="5002" y="412"/>
                    <a:pt x="5003" y="407"/>
                  </a:cubicBezTo>
                  <a:cubicBezTo>
                    <a:pt x="5004" y="403"/>
                    <a:pt x="5005" y="398"/>
                    <a:pt x="5005" y="393"/>
                  </a:cubicBezTo>
                  <a:cubicBezTo>
                    <a:pt x="5004" y="384"/>
                    <a:pt x="5003" y="375"/>
                    <a:pt x="4999" y="366"/>
                  </a:cubicBezTo>
                  <a:cubicBezTo>
                    <a:pt x="4995" y="358"/>
                    <a:pt x="4991" y="348"/>
                    <a:pt x="4985" y="336"/>
                  </a:cubicBezTo>
                  <a:lnTo>
                    <a:pt x="4958" y="276"/>
                  </a:lnTo>
                  <a:cubicBezTo>
                    <a:pt x="4950" y="259"/>
                    <a:pt x="4944" y="241"/>
                    <a:pt x="4939" y="223"/>
                  </a:cubicBezTo>
                  <a:cubicBezTo>
                    <a:pt x="4934" y="205"/>
                    <a:pt x="4932" y="188"/>
                    <a:pt x="4932" y="171"/>
                  </a:cubicBezTo>
                  <a:cubicBezTo>
                    <a:pt x="4933" y="116"/>
                    <a:pt x="4948" y="75"/>
                    <a:pt x="4979" y="48"/>
                  </a:cubicBezTo>
                  <a:cubicBezTo>
                    <a:pt x="5010" y="20"/>
                    <a:pt x="5052" y="7"/>
                    <a:pt x="5104" y="7"/>
                  </a:cubicBezTo>
                  <a:close/>
                  <a:moveTo>
                    <a:pt x="3301" y="7"/>
                  </a:moveTo>
                  <a:cubicBezTo>
                    <a:pt x="3356" y="7"/>
                    <a:pt x="3393" y="21"/>
                    <a:pt x="3415" y="47"/>
                  </a:cubicBezTo>
                  <a:cubicBezTo>
                    <a:pt x="3436" y="73"/>
                    <a:pt x="3446" y="108"/>
                    <a:pt x="3445" y="151"/>
                  </a:cubicBezTo>
                  <a:cubicBezTo>
                    <a:pt x="3445" y="175"/>
                    <a:pt x="3443" y="200"/>
                    <a:pt x="3439" y="227"/>
                  </a:cubicBezTo>
                  <a:cubicBezTo>
                    <a:pt x="3435" y="253"/>
                    <a:pt x="3429" y="281"/>
                    <a:pt x="3423" y="310"/>
                  </a:cubicBezTo>
                  <a:cubicBezTo>
                    <a:pt x="3407" y="395"/>
                    <a:pt x="3382" y="457"/>
                    <a:pt x="3347" y="496"/>
                  </a:cubicBezTo>
                  <a:cubicBezTo>
                    <a:pt x="3311" y="535"/>
                    <a:pt x="3258" y="554"/>
                    <a:pt x="3188" y="554"/>
                  </a:cubicBezTo>
                  <a:cubicBezTo>
                    <a:pt x="3133" y="553"/>
                    <a:pt x="3096" y="540"/>
                    <a:pt x="3074" y="514"/>
                  </a:cubicBezTo>
                  <a:cubicBezTo>
                    <a:pt x="3053" y="487"/>
                    <a:pt x="3043" y="453"/>
                    <a:pt x="3044" y="409"/>
                  </a:cubicBezTo>
                  <a:cubicBezTo>
                    <a:pt x="3044" y="385"/>
                    <a:pt x="3047" y="360"/>
                    <a:pt x="3051" y="334"/>
                  </a:cubicBezTo>
                  <a:cubicBezTo>
                    <a:pt x="3055" y="307"/>
                    <a:pt x="3060" y="280"/>
                    <a:pt x="3067" y="251"/>
                  </a:cubicBezTo>
                  <a:cubicBezTo>
                    <a:pt x="3078" y="194"/>
                    <a:pt x="3092" y="148"/>
                    <a:pt x="3111" y="112"/>
                  </a:cubicBezTo>
                  <a:cubicBezTo>
                    <a:pt x="3129" y="76"/>
                    <a:pt x="3154" y="49"/>
                    <a:pt x="3184" y="32"/>
                  </a:cubicBezTo>
                  <a:cubicBezTo>
                    <a:pt x="3215" y="15"/>
                    <a:pt x="3254" y="7"/>
                    <a:pt x="3301" y="7"/>
                  </a:cubicBezTo>
                  <a:close/>
                  <a:moveTo>
                    <a:pt x="2912" y="7"/>
                  </a:moveTo>
                  <a:cubicBezTo>
                    <a:pt x="2941" y="7"/>
                    <a:pt x="2969" y="9"/>
                    <a:pt x="2995" y="13"/>
                  </a:cubicBezTo>
                  <a:cubicBezTo>
                    <a:pt x="3021" y="17"/>
                    <a:pt x="3040" y="21"/>
                    <a:pt x="3051" y="26"/>
                  </a:cubicBezTo>
                  <a:lnTo>
                    <a:pt x="3019" y="153"/>
                  </a:lnTo>
                  <a:cubicBezTo>
                    <a:pt x="3006" y="149"/>
                    <a:pt x="2990" y="146"/>
                    <a:pt x="2972" y="143"/>
                  </a:cubicBezTo>
                  <a:cubicBezTo>
                    <a:pt x="2954" y="140"/>
                    <a:pt x="2933" y="138"/>
                    <a:pt x="2910" y="138"/>
                  </a:cubicBezTo>
                  <a:cubicBezTo>
                    <a:pt x="2882" y="137"/>
                    <a:pt x="2863" y="144"/>
                    <a:pt x="2851" y="160"/>
                  </a:cubicBezTo>
                  <a:cubicBezTo>
                    <a:pt x="2840" y="176"/>
                    <a:pt x="2829" y="207"/>
                    <a:pt x="2819" y="252"/>
                  </a:cubicBezTo>
                  <a:cubicBezTo>
                    <a:pt x="2815" y="268"/>
                    <a:pt x="2812" y="288"/>
                    <a:pt x="2808" y="309"/>
                  </a:cubicBezTo>
                  <a:cubicBezTo>
                    <a:pt x="2804" y="331"/>
                    <a:pt x="2801" y="353"/>
                    <a:pt x="2799" y="374"/>
                  </a:cubicBezTo>
                  <a:cubicBezTo>
                    <a:pt x="2797" y="395"/>
                    <a:pt x="2795" y="413"/>
                    <a:pt x="2795" y="428"/>
                  </a:cubicBezTo>
                  <a:cubicBezTo>
                    <a:pt x="2798" y="429"/>
                    <a:pt x="2802" y="429"/>
                    <a:pt x="2805" y="429"/>
                  </a:cubicBezTo>
                  <a:cubicBezTo>
                    <a:pt x="2808" y="429"/>
                    <a:pt x="2811" y="429"/>
                    <a:pt x="2815" y="429"/>
                  </a:cubicBezTo>
                  <a:cubicBezTo>
                    <a:pt x="2824" y="429"/>
                    <a:pt x="2833" y="429"/>
                    <a:pt x="2842" y="428"/>
                  </a:cubicBezTo>
                  <a:cubicBezTo>
                    <a:pt x="2851" y="427"/>
                    <a:pt x="2860" y="426"/>
                    <a:pt x="2868" y="424"/>
                  </a:cubicBezTo>
                  <a:lnTo>
                    <a:pt x="2882" y="346"/>
                  </a:lnTo>
                  <a:lnTo>
                    <a:pt x="2841" y="346"/>
                  </a:lnTo>
                  <a:lnTo>
                    <a:pt x="2861" y="235"/>
                  </a:lnTo>
                  <a:lnTo>
                    <a:pt x="3025" y="235"/>
                  </a:lnTo>
                  <a:lnTo>
                    <a:pt x="2971" y="526"/>
                  </a:lnTo>
                  <a:cubicBezTo>
                    <a:pt x="2953" y="534"/>
                    <a:pt x="2927" y="541"/>
                    <a:pt x="2894" y="546"/>
                  </a:cubicBezTo>
                  <a:cubicBezTo>
                    <a:pt x="2861" y="551"/>
                    <a:pt x="2829" y="554"/>
                    <a:pt x="2796" y="554"/>
                  </a:cubicBezTo>
                  <a:cubicBezTo>
                    <a:pt x="2757" y="554"/>
                    <a:pt x="2727" y="548"/>
                    <a:pt x="2706" y="536"/>
                  </a:cubicBezTo>
                  <a:cubicBezTo>
                    <a:pt x="2685" y="524"/>
                    <a:pt x="2671" y="507"/>
                    <a:pt x="2663" y="485"/>
                  </a:cubicBezTo>
                  <a:cubicBezTo>
                    <a:pt x="2655" y="464"/>
                    <a:pt x="2652" y="439"/>
                    <a:pt x="2652" y="410"/>
                  </a:cubicBezTo>
                  <a:cubicBezTo>
                    <a:pt x="2652" y="386"/>
                    <a:pt x="2654" y="361"/>
                    <a:pt x="2658" y="334"/>
                  </a:cubicBezTo>
                  <a:cubicBezTo>
                    <a:pt x="2663" y="307"/>
                    <a:pt x="2668" y="280"/>
                    <a:pt x="2674" y="251"/>
                  </a:cubicBezTo>
                  <a:cubicBezTo>
                    <a:pt x="2690" y="166"/>
                    <a:pt x="2716" y="104"/>
                    <a:pt x="2752" y="65"/>
                  </a:cubicBezTo>
                  <a:cubicBezTo>
                    <a:pt x="2788" y="26"/>
                    <a:pt x="2842" y="6"/>
                    <a:pt x="2912" y="7"/>
                  </a:cubicBezTo>
                  <a:close/>
                  <a:moveTo>
                    <a:pt x="2452" y="7"/>
                  </a:moveTo>
                  <a:cubicBezTo>
                    <a:pt x="2483" y="7"/>
                    <a:pt x="2508" y="9"/>
                    <a:pt x="2527" y="13"/>
                  </a:cubicBezTo>
                  <a:cubicBezTo>
                    <a:pt x="2547" y="17"/>
                    <a:pt x="2561" y="21"/>
                    <a:pt x="2570" y="25"/>
                  </a:cubicBezTo>
                  <a:lnTo>
                    <a:pt x="2540" y="151"/>
                  </a:lnTo>
                  <a:cubicBezTo>
                    <a:pt x="2528" y="147"/>
                    <a:pt x="2516" y="143"/>
                    <a:pt x="2504" y="141"/>
                  </a:cubicBezTo>
                  <a:cubicBezTo>
                    <a:pt x="2493" y="139"/>
                    <a:pt x="2480" y="138"/>
                    <a:pt x="2467" y="138"/>
                  </a:cubicBezTo>
                  <a:cubicBezTo>
                    <a:pt x="2454" y="138"/>
                    <a:pt x="2444" y="140"/>
                    <a:pt x="2437" y="145"/>
                  </a:cubicBezTo>
                  <a:cubicBezTo>
                    <a:pt x="2430" y="150"/>
                    <a:pt x="2427" y="158"/>
                    <a:pt x="2427" y="169"/>
                  </a:cubicBezTo>
                  <a:cubicBezTo>
                    <a:pt x="2427" y="177"/>
                    <a:pt x="2428" y="186"/>
                    <a:pt x="2431" y="194"/>
                  </a:cubicBezTo>
                  <a:cubicBezTo>
                    <a:pt x="2434" y="203"/>
                    <a:pt x="2439" y="215"/>
                    <a:pt x="2445" y="230"/>
                  </a:cubicBezTo>
                  <a:lnTo>
                    <a:pt x="2471" y="291"/>
                  </a:lnTo>
                  <a:cubicBezTo>
                    <a:pt x="2478" y="306"/>
                    <a:pt x="2484" y="323"/>
                    <a:pt x="2490" y="341"/>
                  </a:cubicBezTo>
                  <a:cubicBezTo>
                    <a:pt x="2495" y="359"/>
                    <a:pt x="2499" y="377"/>
                    <a:pt x="2499" y="396"/>
                  </a:cubicBezTo>
                  <a:cubicBezTo>
                    <a:pt x="2498" y="451"/>
                    <a:pt x="2483" y="491"/>
                    <a:pt x="2454" y="516"/>
                  </a:cubicBezTo>
                  <a:cubicBezTo>
                    <a:pt x="2425" y="542"/>
                    <a:pt x="2388" y="554"/>
                    <a:pt x="2341" y="554"/>
                  </a:cubicBezTo>
                  <a:cubicBezTo>
                    <a:pt x="2308" y="553"/>
                    <a:pt x="2281" y="551"/>
                    <a:pt x="2260" y="547"/>
                  </a:cubicBezTo>
                  <a:cubicBezTo>
                    <a:pt x="2239" y="543"/>
                    <a:pt x="2224" y="539"/>
                    <a:pt x="2215" y="535"/>
                  </a:cubicBezTo>
                  <a:lnTo>
                    <a:pt x="2225" y="402"/>
                  </a:lnTo>
                  <a:cubicBezTo>
                    <a:pt x="2235" y="406"/>
                    <a:pt x="2248" y="410"/>
                    <a:pt x="2267" y="414"/>
                  </a:cubicBezTo>
                  <a:cubicBezTo>
                    <a:pt x="2286" y="418"/>
                    <a:pt x="2307" y="420"/>
                    <a:pt x="2331" y="420"/>
                  </a:cubicBezTo>
                  <a:cubicBezTo>
                    <a:pt x="2334" y="420"/>
                    <a:pt x="2337" y="420"/>
                    <a:pt x="2339" y="420"/>
                  </a:cubicBezTo>
                  <a:cubicBezTo>
                    <a:pt x="2342" y="420"/>
                    <a:pt x="2345" y="420"/>
                    <a:pt x="2348" y="420"/>
                  </a:cubicBezTo>
                  <a:cubicBezTo>
                    <a:pt x="2349" y="416"/>
                    <a:pt x="2350" y="412"/>
                    <a:pt x="2351" y="407"/>
                  </a:cubicBezTo>
                  <a:cubicBezTo>
                    <a:pt x="2352" y="403"/>
                    <a:pt x="2353" y="398"/>
                    <a:pt x="2353" y="393"/>
                  </a:cubicBezTo>
                  <a:cubicBezTo>
                    <a:pt x="2352" y="384"/>
                    <a:pt x="2351" y="375"/>
                    <a:pt x="2347" y="366"/>
                  </a:cubicBezTo>
                  <a:cubicBezTo>
                    <a:pt x="2343" y="358"/>
                    <a:pt x="2339" y="348"/>
                    <a:pt x="2333" y="336"/>
                  </a:cubicBezTo>
                  <a:lnTo>
                    <a:pt x="2306" y="276"/>
                  </a:lnTo>
                  <a:cubicBezTo>
                    <a:pt x="2298" y="259"/>
                    <a:pt x="2292" y="241"/>
                    <a:pt x="2287" y="223"/>
                  </a:cubicBezTo>
                  <a:cubicBezTo>
                    <a:pt x="2282" y="205"/>
                    <a:pt x="2280" y="188"/>
                    <a:pt x="2280" y="171"/>
                  </a:cubicBezTo>
                  <a:cubicBezTo>
                    <a:pt x="2281" y="116"/>
                    <a:pt x="2296" y="75"/>
                    <a:pt x="2327" y="48"/>
                  </a:cubicBezTo>
                  <a:cubicBezTo>
                    <a:pt x="2358" y="20"/>
                    <a:pt x="2400" y="7"/>
                    <a:pt x="2452" y="7"/>
                  </a:cubicBezTo>
                  <a:close/>
                  <a:moveTo>
                    <a:pt x="649" y="7"/>
                  </a:moveTo>
                  <a:cubicBezTo>
                    <a:pt x="704" y="7"/>
                    <a:pt x="741" y="21"/>
                    <a:pt x="763" y="47"/>
                  </a:cubicBezTo>
                  <a:cubicBezTo>
                    <a:pt x="784" y="73"/>
                    <a:pt x="794" y="108"/>
                    <a:pt x="793" y="151"/>
                  </a:cubicBezTo>
                  <a:cubicBezTo>
                    <a:pt x="793" y="175"/>
                    <a:pt x="791" y="200"/>
                    <a:pt x="787" y="227"/>
                  </a:cubicBezTo>
                  <a:cubicBezTo>
                    <a:pt x="783" y="253"/>
                    <a:pt x="777" y="281"/>
                    <a:pt x="771" y="310"/>
                  </a:cubicBezTo>
                  <a:cubicBezTo>
                    <a:pt x="755" y="395"/>
                    <a:pt x="730" y="457"/>
                    <a:pt x="695" y="496"/>
                  </a:cubicBezTo>
                  <a:cubicBezTo>
                    <a:pt x="659" y="535"/>
                    <a:pt x="606" y="554"/>
                    <a:pt x="536" y="554"/>
                  </a:cubicBezTo>
                  <a:cubicBezTo>
                    <a:pt x="481" y="553"/>
                    <a:pt x="444" y="540"/>
                    <a:pt x="422" y="514"/>
                  </a:cubicBezTo>
                  <a:cubicBezTo>
                    <a:pt x="401" y="487"/>
                    <a:pt x="391" y="453"/>
                    <a:pt x="392" y="409"/>
                  </a:cubicBezTo>
                  <a:cubicBezTo>
                    <a:pt x="392" y="385"/>
                    <a:pt x="395" y="360"/>
                    <a:pt x="399" y="334"/>
                  </a:cubicBezTo>
                  <a:cubicBezTo>
                    <a:pt x="403" y="307"/>
                    <a:pt x="408" y="280"/>
                    <a:pt x="415" y="251"/>
                  </a:cubicBezTo>
                  <a:cubicBezTo>
                    <a:pt x="426" y="194"/>
                    <a:pt x="440" y="148"/>
                    <a:pt x="459" y="112"/>
                  </a:cubicBezTo>
                  <a:cubicBezTo>
                    <a:pt x="477" y="76"/>
                    <a:pt x="502" y="49"/>
                    <a:pt x="532" y="32"/>
                  </a:cubicBezTo>
                  <a:cubicBezTo>
                    <a:pt x="563" y="15"/>
                    <a:pt x="602" y="7"/>
                    <a:pt x="649" y="7"/>
                  </a:cubicBezTo>
                  <a:close/>
                  <a:moveTo>
                    <a:pt x="260" y="7"/>
                  </a:moveTo>
                  <a:cubicBezTo>
                    <a:pt x="289" y="7"/>
                    <a:pt x="317" y="9"/>
                    <a:pt x="343" y="13"/>
                  </a:cubicBezTo>
                  <a:cubicBezTo>
                    <a:pt x="369" y="17"/>
                    <a:pt x="388" y="21"/>
                    <a:pt x="399" y="26"/>
                  </a:cubicBezTo>
                  <a:lnTo>
                    <a:pt x="367" y="153"/>
                  </a:lnTo>
                  <a:cubicBezTo>
                    <a:pt x="354" y="149"/>
                    <a:pt x="338" y="146"/>
                    <a:pt x="320" y="143"/>
                  </a:cubicBezTo>
                  <a:cubicBezTo>
                    <a:pt x="302" y="140"/>
                    <a:pt x="281" y="138"/>
                    <a:pt x="258" y="138"/>
                  </a:cubicBezTo>
                  <a:cubicBezTo>
                    <a:pt x="230" y="137"/>
                    <a:pt x="211" y="144"/>
                    <a:pt x="199" y="160"/>
                  </a:cubicBezTo>
                  <a:cubicBezTo>
                    <a:pt x="188" y="176"/>
                    <a:pt x="177" y="207"/>
                    <a:pt x="167" y="252"/>
                  </a:cubicBezTo>
                  <a:cubicBezTo>
                    <a:pt x="163" y="268"/>
                    <a:pt x="160" y="288"/>
                    <a:pt x="156" y="309"/>
                  </a:cubicBezTo>
                  <a:cubicBezTo>
                    <a:pt x="152" y="331"/>
                    <a:pt x="149" y="353"/>
                    <a:pt x="147" y="374"/>
                  </a:cubicBezTo>
                  <a:cubicBezTo>
                    <a:pt x="145" y="395"/>
                    <a:pt x="143" y="413"/>
                    <a:pt x="143" y="428"/>
                  </a:cubicBezTo>
                  <a:cubicBezTo>
                    <a:pt x="146" y="429"/>
                    <a:pt x="150" y="429"/>
                    <a:pt x="153" y="429"/>
                  </a:cubicBezTo>
                  <a:cubicBezTo>
                    <a:pt x="156" y="429"/>
                    <a:pt x="159" y="429"/>
                    <a:pt x="163" y="429"/>
                  </a:cubicBezTo>
                  <a:cubicBezTo>
                    <a:pt x="172" y="429"/>
                    <a:pt x="181" y="429"/>
                    <a:pt x="190" y="428"/>
                  </a:cubicBezTo>
                  <a:cubicBezTo>
                    <a:pt x="199" y="427"/>
                    <a:pt x="208" y="426"/>
                    <a:pt x="216" y="424"/>
                  </a:cubicBezTo>
                  <a:lnTo>
                    <a:pt x="230" y="346"/>
                  </a:lnTo>
                  <a:lnTo>
                    <a:pt x="189" y="346"/>
                  </a:lnTo>
                  <a:lnTo>
                    <a:pt x="209" y="235"/>
                  </a:lnTo>
                  <a:lnTo>
                    <a:pt x="373" y="235"/>
                  </a:lnTo>
                  <a:lnTo>
                    <a:pt x="319" y="526"/>
                  </a:lnTo>
                  <a:cubicBezTo>
                    <a:pt x="301" y="534"/>
                    <a:pt x="275" y="541"/>
                    <a:pt x="242" y="546"/>
                  </a:cubicBezTo>
                  <a:cubicBezTo>
                    <a:pt x="209" y="551"/>
                    <a:pt x="177" y="554"/>
                    <a:pt x="144" y="554"/>
                  </a:cubicBezTo>
                  <a:cubicBezTo>
                    <a:pt x="105" y="554"/>
                    <a:pt x="75" y="548"/>
                    <a:pt x="54" y="536"/>
                  </a:cubicBezTo>
                  <a:cubicBezTo>
                    <a:pt x="33" y="524"/>
                    <a:pt x="19" y="507"/>
                    <a:pt x="11" y="485"/>
                  </a:cubicBezTo>
                  <a:cubicBezTo>
                    <a:pt x="3" y="464"/>
                    <a:pt x="0" y="439"/>
                    <a:pt x="0" y="410"/>
                  </a:cubicBezTo>
                  <a:cubicBezTo>
                    <a:pt x="0" y="386"/>
                    <a:pt x="2" y="361"/>
                    <a:pt x="6" y="334"/>
                  </a:cubicBezTo>
                  <a:cubicBezTo>
                    <a:pt x="11" y="307"/>
                    <a:pt x="16" y="280"/>
                    <a:pt x="22" y="251"/>
                  </a:cubicBezTo>
                  <a:cubicBezTo>
                    <a:pt x="38" y="166"/>
                    <a:pt x="64" y="104"/>
                    <a:pt x="100" y="65"/>
                  </a:cubicBezTo>
                  <a:cubicBezTo>
                    <a:pt x="136" y="26"/>
                    <a:pt x="190" y="6"/>
                    <a:pt x="260" y="7"/>
                  </a:cubicBezTo>
                  <a:close/>
                  <a:moveTo>
                    <a:pt x="16953" y="0"/>
                  </a:moveTo>
                  <a:lnTo>
                    <a:pt x="16863" y="374"/>
                  </a:lnTo>
                  <a:lnTo>
                    <a:pt x="16744" y="374"/>
                  </a:lnTo>
                  <a:lnTo>
                    <a:pt x="16796" y="16"/>
                  </a:lnTo>
                  <a:lnTo>
                    <a:pt x="16953" y="0"/>
                  </a:lnTo>
                  <a:close/>
                  <a:moveTo>
                    <a:pt x="14299" y="0"/>
                  </a:moveTo>
                  <a:lnTo>
                    <a:pt x="14209" y="374"/>
                  </a:lnTo>
                  <a:lnTo>
                    <a:pt x="14090" y="374"/>
                  </a:lnTo>
                  <a:lnTo>
                    <a:pt x="14142" y="16"/>
                  </a:lnTo>
                  <a:lnTo>
                    <a:pt x="14299" y="0"/>
                  </a:lnTo>
                  <a:close/>
                  <a:moveTo>
                    <a:pt x="11647" y="0"/>
                  </a:moveTo>
                  <a:lnTo>
                    <a:pt x="11557" y="374"/>
                  </a:lnTo>
                  <a:lnTo>
                    <a:pt x="11438" y="374"/>
                  </a:lnTo>
                  <a:lnTo>
                    <a:pt x="11490" y="16"/>
                  </a:lnTo>
                  <a:lnTo>
                    <a:pt x="11647" y="0"/>
                  </a:lnTo>
                  <a:close/>
                  <a:moveTo>
                    <a:pt x="8993" y="0"/>
                  </a:moveTo>
                  <a:lnTo>
                    <a:pt x="8903" y="374"/>
                  </a:lnTo>
                  <a:lnTo>
                    <a:pt x="8784" y="374"/>
                  </a:lnTo>
                  <a:lnTo>
                    <a:pt x="8836" y="16"/>
                  </a:lnTo>
                  <a:lnTo>
                    <a:pt x="8993" y="0"/>
                  </a:lnTo>
                  <a:close/>
                  <a:moveTo>
                    <a:pt x="6341" y="0"/>
                  </a:moveTo>
                  <a:lnTo>
                    <a:pt x="6251" y="374"/>
                  </a:lnTo>
                  <a:lnTo>
                    <a:pt x="6132" y="374"/>
                  </a:lnTo>
                  <a:lnTo>
                    <a:pt x="6184" y="16"/>
                  </a:lnTo>
                  <a:lnTo>
                    <a:pt x="6341" y="0"/>
                  </a:lnTo>
                  <a:close/>
                  <a:moveTo>
                    <a:pt x="3687" y="0"/>
                  </a:moveTo>
                  <a:lnTo>
                    <a:pt x="3597" y="374"/>
                  </a:lnTo>
                  <a:lnTo>
                    <a:pt x="3478" y="374"/>
                  </a:lnTo>
                  <a:lnTo>
                    <a:pt x="3530" y="16"/>
                  </a:lnTo>
                  <a:lnTo>
                    <a:pt x="3687" y="0"/>
                  </a:lnTo>
                  <a:close/>
                  <a:moveTo>
                    <a:pt x="1035" y="0"/>
                  </a:moveTo>
                  <a:lnTo>
                    <a:pt x="945" y="374"/>
                  </a:lnTo>
                  <a:lnTo>
                    <a:pt x="826" y="374"/>
                  </a:lnTo>
                  <a:lnTo>
                    <a:pt x="878" y="16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w="1270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83EF892D-1F76-F7D5-0E16-4518044A14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31" y="3528221"/>
              <a:ext cx="12802442" cy="408031"/>
            </a:xfrm>
            <a:custGeom>
              <a:avLst/>
              <a:gdLst>
                <a:gd name="T0" fmla="*/ 10293 w 17383"/>
                <a:gd name="T1" fmla="*/ 544 h 554"/>
                <a:gd name="T2" fmla="*/ 2472 w 17383"/>
                <a:gd name="T3" fmla="*/ 544 h 554"/>
                <a:gd name="T4" fmla="*/ 15455 w 17383"/>
                <a:gd name="T5" fmla="*/ 132 h 554"/>
                <a:gd name="T6" fmla="*/ 12792 w 17383"/>
                <a:gd name="T7" fmla="*/ 131 h 554"/>
                <a:gd name="T8" fmla="*/ 7486 w 17383"/>
                <a:gd name="T9" fmla="*/ 131 h 554"/>
                <a:gd name="T10" fmla="*/ 4790 w 17383"/>
                <a:gd name="T11" fmla="*/ 157 h 554"/>
                <a:gd name="T12" fmla="*/ 2109 w 17383"/>
                <a:gd name="T13" fmla="*/ 251 h 554"/>
                <a:gd name="T14" fmla="*/ 17006 w 17383"/>
                <a:gd name="T15" fmla="*/ 211 h 554"/>
                <a:gd name="T16" fmla="*/ 16545 w 17383"/>
                <a:gd name="T17" fmla="*/ 145 h 554"/>
                <a:gd name="T18" fmla="*/ 16195 w 17383"/>
                <a:gd name="T19" fmla="*/ 414 h 554"/>
                <a:gd name="T20" fmla="*/ 14088 w 17383"/>
                <a:gd name="T21" fmla="*/ 544 h 554"/>
                <a:gd name="T22" fmla="*/ 13859 w 17383"/>
                <a:gd name="T23" fmla="*/ 414 h 554"/>
                <a:gd name="T24" fmla="*/ 11700 w 17383"/>
                <a:gd name="T25" fmla="*/ 211 h 554"/>
                <a:gd name="T26" fmla="*/ 11239 w 17383"/>
                <a:gd name="T27" fmla="*/ 145 h 554"/>
                <a:gd name="T28" fmla="*/ 10889 w 17383"/>
                <a:gd name="T29" fmla="*/ 414 h 554"/>
                <a:gd name="T30" fmla="*/ 8782 w 17383"/>
                <a:gd name="T31" fmla="*/ 544 h 554"/>
                <a:gd name="T32" fmla="*/ 8553 w 17383"/>
                <a:gd name="T33" fmla="*/ 414 h 554"/>
                <a:gd name="T34" fmla="*/ 6394 w 17383"/>
                <a:gd name="T35" fmla="*/ 211 h 554"/>
                <a:gd name="T36" fmla="*/ 5933 w 17383"/>
                <a:gd name="T37" fmla="*/ 145 h 554"/>
                <a:gd name="T38" fmla="*/ 5583 w 17383"/>
                <a:gd name="T39" fmla="*/ 414 h 554"/>
                <a:gd name="T40" fmla="*/ 3476 w 17383"/>
                <a:gd name="T41" fmla="*/ 544 h 554"/>
                <a:gd name="T42" fmla="*/ 3247 w 17383"/>
                <a:gd name="T43" fmla="*/ 414 h 554"/>
                <a:gd name="T44" fmla="*/ 1088 w 17383"/>
                <a:gd name="T45" fmla="*/ 211 h 554"/>
                <a:gd name="T46" fmla="*/ 627 w 17383"/>
                <a:gd name="T47" fmla="*/ 145 h 554"/>
                <a:gd name="T48" fmla="*/ 277 w 17383"/>
                <a:gd name="T49" fmla="*/ 414 h 554"/>
                <a:gd name="T50" fmla="*/ 17284 w 17383"/>
                <a:gd name="T51" fmla="*/ 291 h 554"/>
                <a:gd name="T52" fmla="*/ 17160 w 17383"/>
                <a:gd name="T53" fmla="*/ 366 h 554"/>
                <a:gd name="T54" fmla="*/ 15235 w 17383"/>
                <a:gd name="T55" fmla="*/ 514 h 554"/>
                <a:gd name="T56" fmla="*/ 14980 w 17383"/>
                <a:gd name="T57" fmla="*/ 252 h 554"/>
                <a:gd name="T58" fmla="*/ 14957 w 17383"/>
                <a:gd name="T59" fmla="*/ 554 h 554"/>
                <a:gd name="T60" fmla="*/ 14596 w 17383"/>
                <a:gd name="T61" fmla="*/ 145 h 554"/>
                <a:gd name="T62" fmla="*/ 14498 w 17383"/>
                <a:gd name="T63" fmla="*/ 420 h 554"/>
                <a:gd name="T64" fmla="*/ 12948 w 17383"/>
                <a:gd name="T65" fmla="*/ 227 h 554"/>
                <a:gd name="T66" fmla="*/ 12528 w 17383"/>
                <a:gd name="T67" fmla="*/ 153 h 554"/>
                <a:gd name="T68" fmla="*/ 12370 w 17383"/>
                <a:gd name="T69" fmla="*/ 235 h 554"/>
                <a:gd name="T70" fmla="*/ 12077 w 17383"/>
                <a:gd name="T71" fmla="*/ 25 h 554"/>
                <a:gd name="T72" fmla="*/ 11722 w 17383"/>
                <a:gd name="T73" fmla="*/ 535 h 554"/>
                <a:gd name="T74" fmla="*/ 11959 w 17383"/>
                <a:gd name="T75" fmla="*/ 7 h 554"/>
                <a:gd name="T76" fmla="*/ 10156 w 17383"/>
                <a:gd name="T77" fmla="*/ 7 h 554"/>
                <a:gd name="T78" fmla="*/ 9697 w 17383"/>
                <a:gd name="T79" fmla="*/ 428 h 554"/>
                <a:gd name="T80" fmla="*/ 9607 w 17383"/>
                <a:gd name="T81" fmla="*/ 65 h 554"/>
                <a:gd name="T82" fmla="*/ 9352 w 17383"/>
                <a:gd name="T83" fmla="*/ 396 h 554"/>
                <a:gd name="T84" fmla="*/ 9159 w 17383"/>
                <a:gd name="T85" fmla="*/ 276 h 554"/>
                <a:gd name="T86" fmla="*/ 7254 w 17383"/>
                <a:gd name="T87" fmla="*/ 334 h 554"/>
                <a:gd name="T88" fmla="*/ 7002 w 17383"/>
                <a:gd name="T89" fmla="*/ 374 h 554"/>
                <a:gd name="T90" fmla="*/ 6866 w 17383"/>
                <a:gd name="T91" fmla="*/ 485 h 554"/>
                <a:gd name="T92" fmla="*/ 6632 w 17383"/>
                <a:gd name="T93" fmla="*/ 194 h 554"/>
                <a:gd name="T94" fmla="*/ 6552 w 17383"/>
                <a:gd name="T95" fmla="*/ 407 h 554"/>
                <a:gd name="T96" fmla="*/ 4896 w 17383"/>
                <a:gd name="T97" fmla="*/ 496 h 554"/>
                <a:gd name="T98" fmla="*/ 4459 w 17383"/>
                <a:gd name="T99" fmla="*/ 138 h 554"/>
                <a:gd name="T100" fmla="*/ 4520 w 17383"/>
                <a:gd name="T101" fmla="*/ 526 h 554"/>
                <a:gd name="T102" fmla="*/ 4051 w 17383"/>
                <a:gd name="T103" fmla="*/ 141 h 554"/>
                <a:gd name="T104" fmla="*/ 3814 w 17383"/>
                <a:gd name="T105" fmla="*/ 414 h 554"/>
                <a:gd name="T106" fmla="*/ 2312 w 17383"/>
                <a:gd name="T107" fmla="*/ 47 h 554"/>
                <a:gd name="T108" fmla="*/ 1892 w 17383"/>
                <a:gd name="T109" fmla="*/ 13 h 554"/>
                <a:gd name="T110" fmla="*/ 1779 w 17383"/>
                <a:gd name="T111" fmla="*/ 346 h 554"/>
                <a:gd name="T112" fmla="*/ 1347 w 17383"/>
                <a:gd name="T113" fmla="*/ 7 h 554"/>
                <a:gd name="T114" fmla="*/ 1236 w 17383"/>
                <a:gd name="T115" fmla="*/ 554 h 554"/>
                <a:gd name="T116" fmla="*/ 1175 w 17383"/>
                <a:gd name="T117" fmla="*/ 171 h 554"/>
                <a:gd name="T118" fmla="*/ 10452 w 17383"/>
                <a:gd name="T119" fmla="*/ 374 h 554"/>
                <a:gd name="T120" fmla="*/ 2584 w 1738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83" h="554">
                  <a:moveTo>
                    <a:pt x="15623" y="419"/>
                  </a:moveTo>
                  <a:lnTo>
                    <a:pt x="15759" y="419"/>
                  </a:lnTo>
                  <a:lnTo>
                    <a:pt x="15736" y="544"/>
                  </a:lnTo>
                  <a:lnTo>
                    <a:pt x="15599" y="544"/>
                  </a:lnTo>
                  <a:lnTo>
                    <a:pt x="15623" y="419"/>
                  </a:lnTo>
                  <a:close/>
                  <a:moveTo>
                    <a:pt x="12971" y="419"/>
                  </a:moveTo>
                  <a:lnTo>
                    <a:pt x="13107" y="419"/>
                  </a:lnTo>
                  <a:lnTo>
                    <a:pt x="13084" y="544"/>
                  </a:lnTo>
                  <a:lnTo>
                    <a:pt x="12947" y="544"/>
                  </a:lnTo>
                  <a:lnTo>
                    <a:pt x="12971" y="419"/>
                  </a:lnTo>
                  <a:close/>
                  <a:moveTo>
                    <a:pt x="10317" y="419"/>
                  </a:moveTo>
                  <a:lnTo>
                    <a:pt x="10453" y="419"/>
                  </a:lnTo>
                  <a:lnTo>
                    <a:pt x="10430" y="544"/>
                  </a:lnTo>
                  <a:lnTo>
                    <a:pt x="10293" y="544"/>
                  </a:lnTo>
                  <a:lnTo>
                    <a:pt x="10317" y="419"/>
                  </a:lnTo>
                  <a:close/>
                  <a:moveTo>
                    <a:pt x="7665" y="419"/>
                  </a:moveTo>
                  <a:lnTo>
                    <a:pt x="7801" y="419"/>
                  </a:lnTo>
                  <a:lnTo>
                    <a:pt x="7778" y="544"/>
                  </a:lnTo>
                  <a:lnTo>
                    <a:pt x="7641" y="544"/>
                  </a:lnTo>
                  <a:lnTo>
                    <a:pt x="7665" y="419"/>
                  </a:lnTo>
                  <a:close/>
                  <a:moveTo>
                    <a:pt x="5011" y="419"/>
                  </a:moveTo>
                  <a:lnTo>
                    <a:pt x="5147" y="419"/>
                  </a:lnTo>
                  <a:lnTo>
                    <a:pt x="5124" y="544"/>
                  </a:lnTo>
                  <a:lnTo>
                    <a:pt x="4987" y="544"/>
                  </a:lnTo>
                  <a:lnTo>
                    <a:pt x="5011" y="419"/>
                  </a:lnTo>
                  <a:close/>
                  <a:moveTo>
                    <a:pt x="2359" y="419"/>
                  </a:moveTo>
                  <a:lnTo>
                    <a:pt x="2495" y="419"/>
                  </a:lnTo>
                  <a:lnTo>
                    <a:pt x="2472" y="544"/>
                  </a:lnTo>
                  <a:lnTo>
                    <a:pt x="2335" y="544"/>
                  </a:lnTo>
                  <a:lnTo>
                    <a:pt x="2359" y="419"/>
                  </a:lnTo>
                  <a:close/>
                  <a:moveTo>
                    <a:pt x="15444" y="131"/>
                  </a:moveTo>
                  <a:cubicBezTo>
                    <a:pt x="15426" y="131"/>
                    <a:pt x="15412" y="139"/>
                    <a:pt x="15402" y="157"/>
                  </a:cubicBezTo>
                  <a:cubicBezTo>
                    <a:pt x="15393" y="175"/>
                    <a:pt x="15383" y="206"/>
                    <a:pt x="15373" y="251"/>
                  </a:cubicBezTo>
                  <a:cubicBezTo>
                    <a:pt x="15367" y="277"/>
                    <a:pt x="15361" y="305"/>
                    <a:pt x="15356" y="336"/>
                  </a:cubicBezTo>
                  <a:cubicBezTo>
                    <a:pt x="15350" y="367"/>
                    <a:pt x="15347" y="398"/>
                    <a:pt x="15345" y="428"/>
                  </a:cubicBezTo>
                  <a:cubicBezTo>
                    <a:pt x="15349" y="428"/>
                    <a:pt x="15352" y="428"/>
                    <a:pt x="15356" y="428"/>
                  </a:cubicBezTo>
                  <a:cubicBezTo>
                    <a:pt x="15360" y="428"/>
                    <a:pt x="15363" y="428"/>
                    <a:pt x="15367" y="428"/>
                  </a:cubicBezTo>
                  <a:cubicBezTo>
                    <a:pt x="15385" y="429"/>
                    <a:pt x="15400" y="421"/>
                    <a:pt x="15409" y="403"/>
                  </a:cubicBezTo>
                  <a:cubicBezTo>
                    <a:pt x="15418" y="386"/>
                    <a:pt x="15428" y="354"/>
                    <a:pt x="15438" y="309"/>
                  </a:cubicBezTo>
                  <a:cubicBezTo>
                    <a:pt x="15444" y="284"/>
                    <a:pt x="15450" y="255"/>
                    <a:pt x="15455" y="224"/>
                  </a:cubicBezTo>
                  <a:cubicBezTo>
                    <a:pt x="15460" y="193"/>
                    <a:pt x="15463" y="162"/>
                    <a:pt x="15465" y="132"/>
                  </a:cubicBezTo>
                  <a:cubicBezTo>
                    <a:pt x="15462" y="132"/>
                    <a:pt x="15459" y="132"/>
                    <a:pt x="15455" y="132"/>
                  </a:cubicBezTo>
                  <a:cubicBezTo>
                    <a:pt x="15452" y="131"/>
                    <a:pt x="15448" y="131"/>
                    <a:pt x="15444" y="131"/>
                  </a:cubicBezTo>
                  <a:close/>
                  <a:moveTo>
                    <a:pt x="12792" y="131"/>
                  </a:moveTo>
                  <a:cubicBezTo>
                    <a:pt x="12774" y="131"/>
                    <a:pt x="12760" y="139"/>
                    <a:pt x="12750" y="157"/>
                  </a:cubicBezTo>
                  <a:cubicBezTo>
                    <a:pt x="12741" y="175"/>
                    <a:pt x="12731" y="206"/>
                    <a:pt x="12721" y="251"/>
                  </a:cubicBezTo>
                  <a:cubicBezTo>
                    <a:pt x="12715" y="277"/>
                    <a:pt x="12709" y="305"/>
                    <a:pt x="12704" y="336"/>
                  </a:cubicBezTo>
                  <a:cubicBezTo>
                    <a:pt x="12698" y="367"/>
                    <a:pt x="12695" y="398"/>
                    <a:pt x="12693" y="428"/>
                  </a:cubicBezTo>
                  <a:cubicBezTo>
                    <a:pt x="12697" y="428"/>
                    <a:pt x="12700" y="428"/>
                    <a:pt x="12704" y="428"/>
                  </a:cubicBezTo>
                  <a:cubicBezTo>
                    <a:pt x="12708" y="428"/>
                    <a:pt x="12711" y="428"/>
                    <a:pt x="12715" y="428"/>
                  </a:cubicBezTo>
                  <a:cubicBezTo>
                    <a:pt x="12733" y="429"/>
                    <a:pt x="12748" y="421"/>
                    <a:pt x="12757" y="403"/>
                  </a:cubicBezTo>
                  <a:cubicBezTo>
                    <a:pt x="12766" y="386"/>
                    <a:pt x="12776" y="354"/>
                    <a:pt x="12786" y="309"/>
                  </a:cubicBezTo>
                  <a:cubicBezTo>
                    <a:pt x="12792" y="284"/>
                    <a:pt x="12798" y="255"/>
                    <a:pt x="12803" y="224"/>
                  </a:cubicBezTo>
                  <a:cubicBezTo>
                    <a:pt x="12808" y="193"/>
                    <a:pt x="12811" y="162"/>
                    <a:pt x="12813" y="132"/>
                  </a:cubicBezTo>
                  <a:cubicBezTo>
                    <a:pt x="12810" y="132"/>
                    <a:pt x="12807" y="132"/>
                    <a:pt x="12803" y="132"/>
                  </a:cubicBezTo>
                  <a:cubicBezTo>
                    <a:pt x="12800" y="131"/>
                    <a:pt x="12796" y="131"/>
                    <a:pt x="12792" y="131"/>
                  </a:cubicBezTo>
                  <a:close/>
                  <a:moveTo>
                    <a:pt x="10138" y="131"/>
                  </a:moveTo>
                  <a:cubicBezTo>
                    <a:pt x="10120" y="131"/>
                    <a:pt x="10106" y="139"/>
                    <a:pt x="10096" y="157"/>
                  </a:cubicBezTo>
                  <a:cubicBezTo>
                    <a:pt x="10087" y="175"/>
                    <a:pt x="10077" y="206"/>
                    <a:pt x="10067" y="251"/>
                  </a:cubicBezTo>
                  <a:cubicBezTo>
                    <a:pt x="10061" y="277"/>
                    <a:pt x="10055" y="305"/>
                    <a:pt x="10050" y="336"/>
                  </a:cubicBezTo>
                  <a:cubicBezTo>
                    <a:pt x="10044" y="367"/>
                    <a:pt x="10041" y="398"/>
                    <a:pt x="10039" y="428"/>
                  </a:cubicBezTo>
                  <a:cubicBezTo>
                    <a:pt x="10043" y="428"/>
                    <a:pt x="10046" y="428"/>
                    <a:pt x="10050" y="428"/>
                  </a:cubicBezTo>
                  <a:cubicBezTo>
                    <a:pt x="10054" y="428"/>
                    <a:pt x="10057" y="428"/>
                    <a:pt x="10061" y="428"/>
                  </a:cubicBezTo>
                  <a:cubicBezTo>
                    <a:pt x="10079" y="429"/>
                    <a:pt x="10094" y="421"/>
                    <a:pt x="10103" y="403"/>
                  </a:cubicBezTo>
                  <a:cubicBezTo>
                    <a:pt x="10112" y="386"/>
                    <a:pt x="10122" y="354"/>
                    <a:pt x="10132" y="309"/>
                  </a:cubicBezTo>
                  <a:cubicBezTo>
                    <a:pt x="10138" y="284"/>
                    <a:pt x="10144" y="255"/>
                    <a:pt x="10149" y="224"/>
                  </a:cubicBezTo>
                  <a:cubicBezTo>
                    <a:pt x="10154" y="193"/>
                    <a:pt x="10157" y="162"/>
                    <a:pt x="10159" y="132"/>
                  </a:cubicBezTo>
                  <a:cubicBezTo>
                    <a:pt x="10156" y="132"/>
                    <a:pt x="10153" y="132"/>
                    <a:pt x="10149" y="132"/>
                  </a:cubicBezTo>
                  <a:cubicBezTo>
                    <a:pt x="10146" y="131"/>
                    <a:pt x="10142" y="131"/>
                    <a:pt x="10138" y="131"/>
                  </a:cubicBezTo>
                  <a:close/>
                  <a:moveTo>
                    <a:pt x="7486" y="131"/>
                  </a:moveTo>
                  <a:cubicBezTo>
                    <a:pt x="7468" y="131"/>
                    <a:pt x="7454" y="139"/>
                    <a:pt x="7444" y="157"/>
                  </a:cubicBezTo>
                  <a:cubicBezTo>
                    <a:pt x="7435" y="175"/>
                    <a:pt x="7425" y="206"/>
                    <a:pt x="7415" y="251"/>
                  </a:cubicBezTo>
                  <a:cubicBezTo>
                    <a:pt x="7409" y="277"/>
                    <a:pt x="7403" y="305"/>
                    <a:pt x="7398" y="336"/>
                  </a:cubicBezTo>
                  <a:cubicBezTo>
                    <a:pt x="7392" y="367"/>
                    <a:pt x="7389" y="398"/>
                    <a:pt x="7387" y="428"/>
                  </a:cubicBezTo>
                  <a:cubicBezTo>
                    <a:pt x="7391" y="428"/>
                    <a:pt x="7394" y="428"/>
                    <a:pt x="7398" y="428"/>
                  </a:cubicBezTo>
                  <a:cubicBezTo>
                    <a:pt x="7402" y="428"/>
                    <a:pt x="7405" y="428"/>
                    <a:pt x="7409" y="428"/>
                  </a:cubicBezTo>
                  <a:cubicBezTo>
                    <a:pt x="7427" y="429"/>
                    <a:pt x="7442" y="421"/>
                    <a:pt x="7451" y="403"/>
                  </a:cubicBezTo>
                  <a:cubicBezTo>
                    <a:pt x="7460" y="386"/>
                    <a:pt x="7470" y="354"/>
                    <a:pt x="7480" y="309"/>
                  </a:cubicBezTo>
                  <a:cubicBezTo>
                    <a:pt x="7486" y="284"/>
                    <a:pt x="7492" y="255"/>
                    <a:pt x="7497" y="224"/>
                  </a:cubicBezTo>
                  <a:cubicBezTo>
                    <a:pt x="7502" y="193"/>
                    <a:pt x="7505" y="162"/>
                    <a:pt x="7507" y="132"/>
                  </a:cubicBezTo>
                  <a:cubicBezTo>
                    <a:pt x="7504" y="132"/>
                    <a:pt x="7501" y="132"/>
                    <a:pt x="7497" y="132"/>
                  </a:cubicBezTo>
                  <a:cubicBezTo>
                    <a:pt x="7494" y="131"/>
                    <a:pt x="7490" y="131"/>
                    <a:pt x="7486" y="131"/>
                  </a:cubicBezTo>
                  <a:close/>
                  <a:moveTo>
                    <a:pt x="4832" y="131"/>
                  </a:moveTo>
                  <a:cubicBezTo>
                    <a:pt x="4814" y="131"/>
                    <a:pt x="4800" y="139"/>
                    <a:pt x="4790" y="157"/>
                  </a:cubicBezTo>
                  <a:cubicBezTo>
                    <a:pt x="4781" y="175"/>
                    <a:pt x="4771" y="206"/>
                    <a:pt x="4761" y="251"/>
                  </a:cubicBezTo>
                  <a:cubicBezTo>
                    <a:pt x="4755" y="277"/>
                    <a:pt x="4749" y="305"/>
                    <a:pt x="4744" y="336"/>
                  </a:cubicBezTo>
                  <a:cubicBezTo>
                    <a:pt x="4738" y="367"/>
                    <a:pt x="4735" y="398"/>
                    <a:pt x="4733" y="428"/>
                  </a:cubicBezTo>
                  <a:cubicBezTo>
                    <a:pt x="4737" y="428"/>
                    <a:pt x="4740" y="428"/>
                    <a:pt x="4744" y="428"/>
                  </a:cubicBezTo>
                  <a:cubicBezTo>
                    <a:pt x="4748" y="428"/>
                    <a:pt x="4751" y="428"/>
                    <a:pt x="4755" y="428"/>
                  </a:cubicBezTo>
                  <a:cubicBezTo>
                    <a:pt x="4773" y="429"/>
                    <a:pt x="4788" y="421"/>
                    <a:pt x="4797" y="403"/>
                  </a:cubicBezTo>
                  <a:cubicBezTo>
                    <a:pt x="4806" y="386"/>
                    <a:pt x="4816" y="354"/>
                    <a:pt x="4826" y="309"/>
                  </a:cubicBezTo>
                  <a:cubicBezTo>
                    <a:pt x="4832" y="284"/>
                    <a:pt x="4838" y="255"/>
                    <a:pt x="4843" y="224"/>
                  </a:cubicBezTo>
                  <a:cubicBezTo>
                    <a:pt x="4848" y="193"/>
                    <a:pt x="4851" y="162"/>
                    <a:pt x="4853" y="132"/>
                  </a:cubicBezTo>
                  <a:cubicBezTo>
                    <a:pt x="4850" y="132"/>
                    <a:pt x="4847" y="132"/>
                    <a:pt x="4843" y="132"/>
                  </a:cubicBezTo>
                  <a:cubicBezTo>
                    <a:pt x="4840" y="131"/>
                    <a:pt x="4836" y="131"/>
                    <a:pt x="4832" y="131"/>
                  </a:cubicBezTo>
                  <a:close/>
                  <a:moveTo>
                    <a:pt x="2180" y="131"/>
                  </a:moveTo>
                  <a:cubicBezTo>
                    <a:pt x="2162" y="131"/>
                    <a:pt x="2148" y="139"/>
                    <a:pt x="2138" y="157"/>
                  </a:cubicBezTo>
                  <a:cubicBezTo>
                    <a:pt x="2129" y="175"/>
                    <a:pt x="2119" y="206"/>
                    <a:pt x="2109" y="251"/>
                  </a:cubicBezTo>
                  <a:cubicBezTo>
                    <a:pt x="2103" y="277"/>
                    <a:pt x="2097" y="305"/>
                    <a:pt x="2092" y="336"/>
                  </a:cubicBezTo>
                  <a:cubicBezTo>
                    <a:pt x="2086" y="367"/>
                    <a:pt x="2083" y="398"/>
                    <a:pt x="2081" y="428"/>
                  </a:cubicBezTo>
                  <a:cubicBezTo>
                    <a:pt x="2085" y="428"/>
                    <a:pt x="2088" y="428"/>
                    <a:pt x="2092" y="428"/>
                  </a:cubicBezTo>
                  <a:cubicBezTo>
                    <a:pt x="2096" y="428"/>
                    <a:pt x="2099" y="428"/>
                    <a:pt x="2103" y="428"/>
                  </a:cubicBezTo>
                  <a:cubicBezTo>
                    <a:pt x="2121" y="429"/>
                    <a:pt x="2136" y="421"/>
                    <a:pt x="2145" y="403"/>
                  </a:cubicBezTo>
                  <a:cubicBezTo>
                    <a:pt x="2154" y="386"/>
                    <a:pt x="2164" y="354"/>
                    <a:pt x="2174" y="309"/>
                  </a:cubicBezTo>
                  <a:cubicBezTo>
                    <a:pt x="2180" y="284"/>
                    <a:pt x="2186" y="255"/>
                    <a:pt x="2191" y="224"/>
                  </a:cubicBezTo>
                  <a:cubicBezTo>
                    <a:pt x="2196" y="193"/>
                    <a:pt x="2199" y="162"/>
                    <a:pt x="2201" y="132"/>
                  </a:cubicBezTo>
                  <a:cubicBezTo>
                    <a:pt x="2198" y="132"/>
                    <a:pt x="2195" y="132"/>
                    <a:pt x="2191" y="132"/>
                  </a:cubicBezTo>
                  <a:cubicBezTo>
                    <a:pt x="2188" y="131"/>
                    <a:pt x="2184" y="131"/>
                    <a:pt x="2180" y="131"/>
                  </a:cubicBezTo>
                  <a:close/>
                  <a:moveTo>
                    <a:pt x="16965" y="16"/>
                  </a:moveTo>
                  <a:lnTo>
                    <a:pt x="17074" y="16"/>
                  </a:lnTo>
                  <a:lnTo>
                    <a:pt x="17056" y="115"/>
                  </a:lnTo>
                  <a:lnTo>
                    <a:pt x="17006" y="211"/>
                  </a:lnTo>
                  <a:lnTo>
                    <a:pt x="16928" y="211"/>
                  </a:lnTo>
                  <a:lnTo>
                    <a:pt x="16965" y="16"/>
                  </a:lnTo>
                  <a:close/>
                  <a:moveTo>
                    <a:pt x="16604" y="16"/>
                  </a:moveTo>
                  <a:lnTo>
                    <a:pt x="16929" y="16"/>
                  </a:lnTo>
                  <a:lnTo>
                    <a:pt x="16896" y="145"/>
                  </a:lnTo>
                  <a:lnTo>
                    <a:pt x="16816" y="145"/>
                  </a:lnTo>
                  <a:lnTo>
                    <a:pt x="16742" y="544"/>
                  </a:lnTo>
                  <a:lnTo>
                    <a:pt x="16597" y="544"/>
                  </a:lnTo>
                  <a:lnTo>
                    <a:pt x="16670" y="145"/>
                  </a:lnTo>
                  <a:lnTo>
                    <a:pt x="16581" y="145"/>
                  </a:lnTo>
                  <a:lnTo>
                    <a:pt x="16604" y="16"/>
                  </a:lnTo>
                  <a:close/>
                  <a:moveTo>
                    <a:pt x="16305" y="16"/>
                  </a:moveTo>
                  <a:lnTo>
                    <a:pt x="16578" y="16"/>
                  </a:lnTo>
                  <a:lnTo>
                    <a:pt x="16545" y="145"/>
                  </a:lnTo>
                  <a:lnTo>
                    <a:pt x="16426" y="145"/>
                  </a:lnTo>
                  <a:lnTo>
                    <a:pt x="16414" y="217"/>
                  </a:lnTo>
                  <a:lnTo>
                    <a:pt x="16531" y="217"/>
                  </a:lnTo>
                  <a:lnTo>
                    <a:pt x="16509" y="338"/>
                  </a:lnTo>
                  <a:lnTo>
                    <a:pt x="16391" y="338"/>
                  </a:lnTo>
                  <a:lnTo>
                    <a:pt x="16378" y="414"/>
                  </a:lnTo>
                  <a:lnTo>
                    <a:pt x="16513" y="414"/>
                  </a:lnTo>
                  <a:lnTo>
                    <a:pt x="16478" y="544"/>
                  </a:lnTo>
                  <a:lnTo>
                    <a:pt x="16208" y="544"/>
                  </a:lnTo>
                  <a:lnTo>
                    <a:pt x="16305" y="16"/>
                  </a:lnTo>
                  <a:close/>
                  <a:moveTo>
                    <a:pt x="16015" y="16"/>
                  </a:moveTo>
                  <a:lnTo>
                    <a:pt x="16160" y="16"/>
                  </a:lnTo>
                  <a:lnTo>
                    <a:pt x="16088" y="414"/>
                  </a:lnTo>
                  <a:lnTo>
                    <a:pt x="16195" y="414"/>
                  </a:lnTo>
                  <a:lnTo>
                    <a:pt x="16160" y="544"/>
                  </a:lnTo>
                  <a:lnTo>
                    <a:pt x="15918" y="544"/>
                  </a:lnTo>
                  <a:lnTo>
                    <a:pt x="16015" y="16"/>
                  </a:lnTo>
                  <a:close/>
                  <a:moveTo>
                    <a:pt x="14311" y="16"/>
                  </a:moveTo>
                  <a:lnTo>
                    <a:pt x="14420" y="16"/>
                  </a:lnTo>
                  <a:lnTo>
                    <a:pt x="14402" y="115"/>
                  </a:lnTo>
                  <a:lnTo>
                    <a:pt x="14352" y="211"/>
                  </a:lnTo>
                  <a:lnTo>
                    <a:pt x="14274" y="211"/>
                  </a:lnTo>
                  <a:lnTo>
                    <a:pt x="14311" y="16"/>
                  </a:lnTo>
                  <a:close/>
                  <a:moveTo>
                    <a:pt x="13950" y="16"/>
                  </a:moveTo>
                  <a:lnTo>
                    <a:pt x="14275" y="16"/>
                  </a:lnTo>
                  <a:lnTo>
                    <a:pt x="14242" y="145"/>
                  </a:lnTo>
                  <a:lnTo>
                    <a:pt x="14162" y="145"/>
                  </a:lnTo>
                  <a:lnTo>
                    <a:pt x="14088" y="544"/>
                  </a:lnTo>
                  <a:lnTo>
                    <a:pt x="13943" y="544"/>
                  </a:lnTo>
                  <a:lnTo>
                    <a:pt x="14016" y="145"/>
                  </a:lnTo>
                  <a:lnTo>
                    <a:pt x="13927" y="145"/>
                  </a:lnTo>
                  <a:lnTo>
                    <a:pt x="13950" y="16"/>
                  </a:lnTo>
                  <a:close/>
                  <a:moveTo>
                    <a:pt x="13651" y="16"/>
                  </a:moveTo>
                  <a:lnTo>
                    <a:pt x="13924" y="16"/>
                  </a:lnTo>
                  <a:lnTo>
                    <a:pt x="13891" y="145"/>
                  </a:lnTo>
                  <a:lnTo>
                    <a:pt x="13772" y="145"/>
                  </a:lnTo>
                  <a:lnTo>
                    <a:pt x="13760" y="217"/>
                  </a:lnTo>
                  <a:lnTo>
                    <a:pt x="13877" y="217"/>
                  </a:lnTo>
                  <a:lnTo>
                    <a:pt x="13855" y="338"/>
                  </a:lnTo>
                  <a:lnTo>
                    <a:pt x="13737" y="338"/>
                  </a:lnTo>
                  <a:lnTo>
                    <a:pt x="13724" y="414"/>
                  </a:lnTo>
                  <a:lnTo>
                    <a:pt x="13859" y="414"/>
                  </a:lnTo>
                  <a:lnTo>
                    <a:pt x="13824" y="544"/>
                  </a:lnTo>
                  <a:lnTo>
                    <a:pt x="13554" y="544"/>
                  </a:lnTo>
                  <a:lnTo>
                    <a:pt x="13651" y="16"/>
                  </a:lnTo>
                  <a:close/>
                  <a:moveTo>
                    <a:pt x="13361" y="16"/>
                  </a:moveTo>
                  <a:lnTo>
                    <a:pt x="13506" y="16"/>
                  </a:lnTo>
                  <a:lnTo>
                    <a:pt x="13434" y="414"/>
                  </a:lnTo>
                  <a:lnTo>
                    <a:pt x="13541" y="414"/>
                  </a:lnTo>
                  <a:lnTo>
                    <a:pt x="13506" y="544"/>
                  </a:lnTo>
                  <a:lnTo>
                    <a:pt x="13264" y="544"/>
                  </a:lnTo>
                  <a:lnTo>
                    <a:pt x="13361" y="16"/>
                  </a:lnTo>
                  <a:close/>
                  <a:moveTo>
                    <a:pt x="11659" y="16"/>
                  </a:moveTo>
                  <a:lnTo>
                    <a:pt x="11768" y="16"/>
                  </a:lnTo>
                  <a:lnTo>
                    <a:pt x="11750" y="115"/>
                  </a:lnTo>
                  <a:lnTo>
                    <a:pt x="11700" y="211"/>
                  </a:lnTo>
                  <a:lnTo>
                    <a:pt x="11622" y="211"/>
                  </a:lnTo>
                  <a:lnTo>
                    <a:pt x="11659" y="16"/>
                  </a:lnTo>
                  <a:close/>
                  <a:moveTo>
                    <a:pt x="11298" y="16"/>
                  </a:moveTo>
                  <a:lnTo>
                    <a:pt x="11623" y="16"/>
                  </a:lnTo>
                  <a:lnTo>
                    <a:pt x="11590" y="145"/>
                  </a:lnTo>
                  <a:lnTo>
                    <a:pt x="11510" y="145"/>
                  </a:lnTo>
                  <a:lnTo>
                    <a:pt x="11436" y="544"/>
                  </a:lnTo>
                  <a:lnTo>
                    <a:pt x="11291" y="544"/>
                  </a:lnTo>
                  <a:lnTo>
                    <a:pt x="11364" y="145"/>
                  </a:lnTo>
                  <a:lnTo>
                    <a:pt x="11275" y="145"/>
                  </a:lnTo>
                  <a:lnTo>
                    <a:pt x="11298" y="16"/>
                  </a:lnTo>
                  <a:close/>
                  <a:moveTo>
                    <a:pt x="10999" y="16"/>
                  </a:moveTo>
                  <a:lnTo>
                    <a:pt x="11272" y="16"/>
                  </a:lnTo>
                  <a:lnTo>
                    <a:pt x="11239" y="145"/>
                  </a:lnTo>
                  <a:lnTo>
                    <a:pt x="11120" y="145"/>
                  </a:lnTo>
                  <a:lnTo>
                    <a:pt x="11108" y="217"/>
                  </a:lnTo>
                  <a:lnTo>
                    <a:pt x="11225" y="217"/>
                  </a:lnTo>
                  <a:lnTo>
                    <a:pt x="11203" y="338"/>
                  </a:lnTo>
                  <a:lnTo>
                    <a:pt x="11085" y="338"/>
                  </a:lnTo>
                  <a:lnTo>
                    <a:pt x="11072" y="414"/>
                  </a:lnTo>
                  <a:lnTo>
                    <a:pt x="11207" y="414"/>
                  </a:lnTo>
                  <a:lnTo>
                    <a:pt x="11172" y="544"/>
                  </a:lnTo>
                  <a:lnTo>
                    <a:pt x="10902" y="544"/>
                  </a:lnTo>
                  <a:lnTo>
                    <a:pt x="10999" y="16"/>
                  </a:lnTo>
                  <a:close/>
                  <a:moveTo>
                    <a:pt x="10709" y="16"/>
                  </a:moveTo>
                  <a:lnTo>
                    <a:pt x="10854" y="16"/>
                  </a:lnTo>
                  <a:lnTo>
                    <a:pt x="10782" y="414"/>
                  </a:lnTo>
                  <a:lnTo>
                    <a:pt x="10889" y="414"/>
                  </a:lnTo>
                  <a:lnTo>
                    <a:pt x="10854" y="544"/>
                  </a:lnTo>
                  <a:lnTo>
                    <a:pt x="10612" y="544"/>
                  </a:lnTo>
                  <a:lnTo>
                    <a:pt x="10709" y="16"/>
                  </a:lnTo>
                  <a:close/>
                  <a:moveTo>
                    <a:pt x="9005" y="16"/>
                  </a:moveTo>
                  <a:lnTo>
                    <a:pt x="9114" y="16"/>
                  </a:lnTo>
                  <a:lnTo>
                    <a:pt x="9096" y="115"/>
                  </a:lnTo>
                  <a:lnTo>
                    <a:pt x="9046" y="211"/>
                  </a:lnTo>
                  <a:lnTo>
                    <a:pt x="8968" y="211"/>
                  </a:lnTo>
                  <a:lnTo>
                    <a:pt x="9005" y="16"/>
                  </a:lnTo>
                  <a:close/>
                  <a:moveTo>
                    <a:pt x="8644" y="16"/>
                  </a:moveTo>
                  <a:lnTo>
                    <a:pt x="8969" y="16"/>
                  </a:lnTo>
                  <a:lnTo>
                    <a:pt x="8936" y="145"/>
                  </a:lnTo>
                  <a:lnTo>
                    <a:pt x="8856" y="145"/>
                  </a:lnTo>
                  <a:lnTo>
                    <a:pt x="8782" y="544"/>
                  </a:lnTo>
                  <a:lnTo>
                    <a:pt x="8637" y="544"/>
                  </a:lnTo>
                  <a:lnTo>
                    <a:pt x="8710" y="145"/>
                  </a:lnTo>
                  <a:lnTo>
                    <a:pt x="8621" y="145"/>
                  </a:lnTo>
                  <a:lnTo>
                    <a:pt x="8644" y="16"/>
                  </a:lnTo>
                  <a:close/>
                  <a:moveTo>
                    <a:pt x="8345" y="16"/>
                  </a:moveTo>
                  <a:lnTo>
                    <a:pt x="8618" y="16"/>
                  </a:lnTo>
                  <a:lnTo>
                    <a:pt x="8585" y="145"/>
                  </a:lnTo>
                  <a:lnTo>
                    <a:pt x="8466" y="145"/>
                  </a:lnTo>
                  <a:lnTo>
                    <a:pt x="8454" y="217"/>
                  </a:lnTo>
                  <a:lnTo>
                    <a:pt x="8571" y="217"/>
                  </a:lnTo>
                  <a:lnTo>
                    <a:pt x="8549" y="338"/>
                  </a:lnTo>
                  <a:lnTo>
                    <a:pt x="8431" y="338"/>
                  </a:lnTo>
                  <a:lnTo>
                    <a:pt x="8418" y="414"/>
                  </a:lnTo>
                  <a:lnTo>
                    <a:pt x="8553" y="414"/>
                  </a:lnTo>
                  <a:lnTo>
                    <a:pt x="8518" y="544"/>
                  </a:lnTo>
                  <a:lnTo>
                    <a:pt x="8248" y="544"/>
                  </a:lnTo>
                  <a:lnTo>
                    <a:pt x="8345" y="16"/>
                  </a:lnTo>
                  <a:close/>
                  <a:moveTo>
                    <a:pt x="8055" y="16"/>
                  </a:moveTo>
                  <a:lnTo>
                    <a:pt x="8200" y="16"/>
                  </a:lnTo>
                  <a:lnTo>
                    <a:pt x="8128" y="414"/>
                  </a:lnTo>
                  <a:lnTo>
                    <a:pt x="8235" y="414"/>
                  </a:lnTo>
                  <a:lnTo>
                    <a:pt x="8200" y="544"/>
                  </a:lnTo>
                  <a:lnTo>
                    <a:pt x="7958" y="544"/>
                  </a:lnTo>
                  <a:lnTo>
                    <a:pt x="8055" y="16"/>
                  </a:lnTo>
                  <a:close/>
                  <a:moveTo>
                    <a:pt x="6353" y="16"/>
                  </a:moveTo>
                  <a:lnTo>
                    <a:pt x="6462" y="16"/>
                  </a:lnTo>
                  <a:lnTo>
                    <a:pt x="6444" y="115"/>
                  </a:lnTo>
                  <a:lnTo>
                    <a:pt x="6394" y="211"/>
                  </a:lnTo>
                  <a:lnTo>
                    <a:pt x="6316" y="211"/>
                  </a:lnTo>
                  <a:lnTo>
                    <a:pt x="6353" y="16"/>
                  </a:lnTo>
                  <a:close/>
                  <a:moveTo>
                    <a:pt x="5992" y="16"/>
                  </a:moveTo>
                  <a:lnTo>
                    <a:pt x="6317" y="16"/>
                  </a:lnTo>
                  <a:lnTo>
                    <a:pt x="6284" y="145"/>
                  </a:lnTo>
                  <a:lnTo>
                    <a:pt x="6204" y="145"/>
                  </a:lnTo>
                  <a:lnTo>
                    <a:pt x="6130" y="544"/>
                  </a:lnTo>
                  <a:lnTo>
                    <a:pt x="5985" y="544"/>
                  </a:lnTo>
                  <a:lnTo>
                    <a:pt x="6058" y="145"/>
                  </a:lnTo>
                  <a:lnTo>
                    <a:pt x="5969" y="145"/>
                  </a:lnTo>
                  <a:lnTo>
                    <a:pt x="5992" y="16"/>
                  </a:lnTo>
                  <a:close/>
                  <a:moveTo>
                    <a:pt x="5693" y="16"/>
                  </a:moveTo>
                  <a:lnTo>
                    <a:pt x="5966" y="16"/>
                  </a:lnTo>
                  <a:lnTo>
                    <a:pt x="5933" y="145"/>
                  </a:lnTo>
                  <a:lnTo>
                    <a:pt x="5814" y="145"/>
                  </a:lnTo>
                  <a:lnTo>
                    <a:pt x="5802" y="217"/>
                  </a:lnTo>
                  <a:lnTo>
                    <a:pt x="5919" y="217"/>
                  </a:lnTo>
                  <a:lnTo>
                    <a:pt x="5897" y="338"/>
                  </a:lnTo>
                  <a:lnTo>
                    <a:pt x="5779" y="338"/>
                  </a:lnTo>
                  <a:lnTo>
                    <a:pt x="5766" y="414"/>
                  </a:lnTo>
                  <a:lnTo>
                    <a:pt x="5901" y="414"/>
                  </a:lnTo>
                  <a:lnTo>
                    <a:pt x="5866" y="544"/>
                  </a:lnTo>
                  <a:lnTo>
                    <a:pt x="5596" y="544"/>
                  </a:lnTo>
                  <a:lnTo>
                    <a:pt x="5693" y="16"/>
                  </a:lnTo>
                  <a:close/>
                  <a:moveTo>
                    <a:pt x="5403" y="16"/>
                  </a:moveTo>
                  <a:lnTo>
                    <a:pt x="5548" y="16"/>
                  </a:lnTo>
                  <a:lnTo>
                    <a:pt x="5476" y="414"/>
                  </a:lnTo>
                  <a:lnTo>
                    <a:pt x="5583" y="414"/>
                  </a:lnTo>
                  <a:lnTo>
                    <a:pt x="5548" y="544"/>
                  </a:lnTo>
                  <a:lnTo>
                    <a:pt x="5306" y="544"/>
                  </a:lnTo>
                  <a:lnTo>
                    <a:pt x="5403" y="16"/>
                  </a:lnTo>
                  <a:close/>
                  <a:moveTo>
                    <a:pt x="3699" y="16"/>
                  </a:moveTo>
                  <a:lnTo>
                    <a:pt x="3808" y="16"/>
                  </a:lnTo>
                  <a:lnTo>
                    <a:pt x="3790" y="115"/>
                  </a:lnTo>
                  <a:lnTo>
                    <a:pt x="3740" y="211"/>
                  </a:lnTo>
                  <a:lnTo>
                    <a:pt x="3662" y="211"/>
                  </a:lnTo>
                  <a:lnTo>
                    <a:pt x="3699" y="16"/>
                  </a:lnTo>
                  <a:close/>
                  <a:moveTo>
                    <a:pt x="3338" y="16"/>
                  </a:moveTo>
                  <a:lnTo>
                    <a:pt x="3663" y="16"/>
                  </a:lnTo>
                  <a:lnTo>
                    <a:pt x="3630" y="145"/>
                  </a:lnTo>
                  <a:lnTo>
                    <a:pt x="3550" y="145"/>
                  </a:lnTo>
                  <a:lnTo>
                    <a:pt x="3476" y="544"/>
                  </a:lnTo>
                  <a:lnTo>
                    <a:pt x="3331" y="544"/>
                  </a:lnTo>
                  <a:lnTo>
                    <a:pt x="3404" y="145"/>
                  </a:lnTo>
                  <a:lnTo>
                    <a:pt x="3315" y="145"/>
                  </a:lnTo>
                  <a:lnTo>
                    <a:pt x="3338" y="16"/>
                  </a:lnTo>
                  <a:close/>
                  <a:moveTo>
                    <a:pt x="3039" y="16"/>
                  </a:moveTo>
                  <a:lnTo>
                    <a:pt x="3312" y="16"/>
                  </a:lnTo>
                  <a:lnTo>
                    <a:pt x="3279" y="145"/>
                  </a:lnTo>
                  <a:lnTo>
                    <a:pt x="3160" y="145"/>
                  </a:lnTo>
                  <a:lnTo>
                    <a:pt x="3148" y="217"/>
                  </a:lnTo>
                  <a:lnTo>
                    <a:pt x="3265" y="217"/>
                  </a:lnTo>
                  <a:lnTo>
                    <a:pt x="3243" y="338"/>
                  </a:lnTo>
                  <a:lnTo>
                    <a:pt x="3125" y="338"/>
                  </a:lnTo>
                  <a:lnTo>
                    <a:pt x="3112" y="414"/>
                  </a:lnTo>
                  <a:lnTo>
                    <a:pt x="3247" y="414"/>
                  </a:lnTo>
                  <a:lnTo>
                    <a:pt x="3212" y="544"/>
                  </a:lnTo>
                  <a:lnTo>
                    <a:pt x="2942" y="544"/>
                  </a:lnTo>
                  <a:lnTo>
                    <a:pt x="3039" y="16"/>
                  </a:lnTo>
                  <a:close/>
                  <a:moveTo>
                    <a:pt x="2749" y="16"/>
                  </a:moveTo>
                  <a:lnTo>
                    <a:pt x="2894" y="16"/>
                  </a:lnTo>
                  <a:lnTo>
                    <a:pt x="2822" y="414"/>
                  </a:lnTo>
                  <a:lnTo>
                    <a:pt x="2929" y="414"/>
                  </a:lnTo>
                  <a:lnTo>
                    <a:pt x="2894" y="544"/>
                  </a:lnTo>
                  <a:lnTo>
                    <a:pt x="2652" y="544"/>
                  </a:lnTo>
                  <a:lnTo>
                    <a:pt x="2749" y="16"/>
                  </a:lnTo>
                  <a:close/>
                  <a:moveTo>
                    <a:pt x="1047" y="16"/>
                  </a:moveTo>
                  <a:lnTo>
                    <a:pt x="1156" y="16"/>
                  </a:lnTo>
                  <a:lnTo>
                    <a:pt x="1138" y="115"/>
                  </a:lnTo>
                  <a:lnTo>
                    <a:pt x="1088" y="211"/>
                  </a:lnTo>
                  <a:lnTo>
                    <a:pt x="1010" y="211"/>
                  </a:lnTo>
                  <a:lnTo>
                    <a:pt x="1047" y="16"/>
                  </a:lnTo>
                  <a:close/>
                  <a:moveTo>
                    <a:pt x="686" y="16"/>
                  </a:moveTo>
                  <a:lnTo>
                    <a:pt x="1011" y="16"/>
                  </a:lnTo>
                  <a:lnTo>
                    <a:pt x="978" y="145"/>
                  </a:lnTo>
                  <a:lnTo>
                    <a:pt x="898" y="145"/>
                  </a:lnTo>
                  <a:lnTo>
                    <a:pt x="824" y="544"/>
                  </a:lnTo>
                  <a:lnTo>
                    <a:pt x="679" y="544"/>
                  </a:lnTo>
                  <a:lnTo>
                    <a:pt x="752" y="145"/>
                  </a:lnTo>
                  <a:lnTo>
                    <a:pt x="663" y="145"/>
                  </a:lnTo>
                  <a:lnTo>
                    <a:pt x="686" y="16"/>
                  </a:lnTo>
                  <a:close/>
                  <a:moveTo>
                    <a:pt x="387" y="16"/>
                  </a:moveTo>
                  <a:lnTo>
                    <a:pt x="660" y="16"/>
                  </a:lnTo>
                  <a:lnTo>
                    <a:pt x="627" y="145"/>
                  </a:lnTo>
                  <a:lnTo>
                    <a:pt x="508" y="145"/>
                  </a:lnTo>
                  <a:lnTo>
                    <a:pt x="496" y="217"/>
                  </a:lnTo>
                  <a:lnTo>
                    <a:pt x="613" y="217"/>
                  </a:lnTo>
                  <a:lnTo>
                    <a:pt x="591" y="338"/>
                  </a:lnTo>
                  <a:lnTo>
                    <a:pt x="473" y="338"/>
                  </a:lnTo>
                  <a:lnTo>
                    <a:pt x="460" y="414"/>
                  </a:lnTo>
                  <a:lnTo>
                    <a:pt x="595" y="414"/>
                  </a:lnTo>
                  <a:lnTo>
                    <a:pt x="560" y="544"/>
                  </a:lnTo>
                  <a:lnTo>
                    <a:pt x="290" y="544"/>
                  </a:lnTo>
                  <a:lnTo>
                    <a:pt x="387" y="16"/>
                  </a:lnTo>
                  <a:close/>
                  <a:moveTo>
                    <a:pt x="97" y="16"/>
                  </a:moveTo>
                  <a:lnTo>
                    <a:pt x="242" y="16"/>
                  </a:lnTo>
                  <a:lnTo>
                    <a:pt x="170" y="414"/>
                  </a:lnTo>
                  <a:lnTo>
                    <a:pt x="277" y="414"/>
                  </a:lnTo>
                  <a:lnTo>
                    <a:pt x="242" y="544"/>
                  </a:lnTo>
                  <a:lnTo>
                    <a:pt x="0" y="544"/>
                  </a:lnTo>
                  <a:lnTo>
                    <a:pt x="97" y="16"/>
                  </a:lnTo>
                  <a:close/>
                  <a:moveTo>
                    <a:pt x="17265" y="7"/>
                  </a:moveTo>
                  <a:cubicBezTo>
                    <a:pt x="17296" y="7"/>
                    <a:pt x="17321" y="9"/>
                    <a:pt x="17340" y="13"/>
                  </a:cubicBezTo>
                  <a:cubicBezTo>
                    <a:pt x="17360" y="17"/>
                    <a:pt x="17374" y="21"/>
                    <a:pt x="17383" y="25"/>
                  </a:cubicBezTo>
                  <a:lnTo>
                    <a:pt x="17353" y="151"/>
                  </a:lnTo>
                  <a:cubicBezTo>
                    <a:pt x="17341" y="147"/>
                    <a:pt x="17329" y="143"/>
                    <a:pt x="17317" y="141"/>
                  </a:cubicBezTo>
                  <a:cubicBezTo>
                    <a:pt x="17306" y="139"/>
                    <a:pt x="17293" y="138"/>
                    <a:pt x="17280" y="138"/>
                  </a:cubicBezTo>
                  <a:cubicBezTo>
                    <a:pt x="17267" y="138"/>
                    <a:pt x="17257" y="140"/>
                    <a:pt x="17250" y="145"/>
                  </a:cubicBezTo>
                  <a:cubicBezTo>
                    <a:pt x="17243" y="150"/>
                    <a:pt x="17240" y="158"/>
                    <a:pt x="17240" y="169"/>
                  </a:cubicBezTo>
                  <a:cubicBezTo>
                    <a:pt x="17240" y="177"/>
                    <a:pt x="17241" y="186"/>
                    <a:pt x="17244" y="194"/>
                  </a:cubicBezTo>
                  <a:cubicBezTo>
                    <a:pt x="17247" y="203"/>
                    <a:pt x="17252" y="215"/>
                    <a:pt x="17258" y="230"/>
                  </a:cubicBezTo>
                  <a:lnTo>
                    <a:pt x="17284" y="291"/>
                  </a:lnTo>
                  <a:cubicBezTo>
                    <a:pt x="17291" y="306"/>
                    <a:pt x="17297" y="323"/>
                    <a:pt x="17303" y="341"/>
                  </a:cubicBezTo>
                  <a:cubicBezTo>
                    <a:pt x="17308" y="359"/>
                    <a:pt x="17312" y="377"/>
                    <a:pt x="17312" y="396"/>
                  </a:cubicBezTo>
                  <a:cubicBezTo>
                    <a:pt x="17311" y="451"/>
                    <a:pt x="17296" y="491"/>
                    <a:pt x="17267" y="516"/>
                  </a:cubicBezTo>
                  <a:cubicBezTo>
                    <a:pt x="17238" y="542"/>
                    <a:pt x="17201" y="554"/>
                    <a:pt x="17154" y="554"/>
                  </a:cubicBezTo>
                  <a:cubicBezTo>
                    <a:pt x="17121" y="553"/>
                    <a:pt x="17094" y="551"/>
                    <a:pt x="17073" y="547"/>
                  </a:cubicBezTo>
                  <a:cubicBezTo>
                    <a:pt x="17052" y="543"/>
                    <a:pt x="17037" y="539"/>
                    <a:pt x="17028" y="535"/>
                  </a:cubicBezTo>
                  <a:lnTo>
                    <a:pt x="17038" y="402"/>
                  </a:lnTo>
                  <a:cubicBezTo>
                    <a:pt x="17048" y="406"/>
                    <a:pt x="17061" y="410"/>
                    <a:pt x="17080" y="414"/>
                  </a:cubicBezTo>
                  <a:cubicBezTo>
                    <a:pt x="17099" y="418"/>
                    <a:pt x="17120" y="420"/>
                    <a:pt x="17144" y="420"/>
                  </a:cubicBezTo>
                  <a:cubicBezTo>
                    <a:pt x="17147" y="420"/>
                    <a:pt x="17150" y="420"/>
                    <a:pt x="17152" y="420"/>
                  </a:cubicBezTo>
                  <a:cubicBezTo>
                    <a:pt x="17155" y="420"/>
                    <a:pt x="17158" y="420"/>
                    <a:pt x="17161" y="420"/>
                  </a:cubicBezTo>
                  <a:cubicBezTo>
                    <a:pt x="17162" y="416"/>
                    <a:pt x="17163" y="412"/>
                    <a:pt x="17164" y="407"/>
                  </a:cubicBezTo>
                  <a:cubicBezTo>
                    <a:pt x="17165" y="403"/>
                    <a:pt x="17166" y="398"/>
                    <a:pt x="17166" y="393"/>
                  </a:cubicBezTo>
                  <a:cubicBezTo>
                    <a:pt x="17165" y="384"/>
                    <a:pt x="17164" y="375"/>
                    <a:pt x="17160" y="366"/>
                  </a:cubicBezTo>
                  <a:cubicBezTo>
                    <a:pt x="17156" y="358"/>
                    <a:pt x="17152" y="348"/>
                    <a:pt x="17146" y="336"/>
                  </a:cubicBezTo>
                  <a:lnTo>
                    <a:pt x="17119" y="276"/>
                  </a:lnTo>
                  <a:cubicBezTo>
                    <a:pt x="17111" y="259"/>
                    <a:pt x="17105" y="241"/>
                    <a:pt x="17100" y="223"/>
                  </a:cubicBezTo>
                  <a:cubicBezTo>
                    <a:pt x="17095" y="205"/>
                    <a:pt x="17093" y="188"/>
                    <a:pt x="17093" y="171"/>
                  </a:cubicBezTo>
                  <a:cubicBezTo>
                    <a:pt x="17094" y="116"/>
                    <a:pt x="17109" y="75"/>
                    <a:pt x="17140" y="48"/>
                  </a:cubicBezTo>
                  <a:cubicBezTo>
                    <a:pt x="17171" y="20"/>
                    <a:pt x="17213" y="7"/>
                    <a:pt x="17265" y="7"/>
                  </a:cubicBezTo>
                  <a:close/>
                  <a:moveTo>
                    <a:pt x="15462" y="7"/>
                  </a:moveTo>
                  <a:cubicBezTo>
                    <a:pt x="15517" y="7"/>
                    <a:pt x="15554" y="21"/>
                    <a:pt x="15576" y="47"/>
                  </a:cubicBezTo>
                  <a:cubicBezTo>
                    <a:pt x="15597" y="73"/>
                    <a:pt x="15607" y="108"/>
                    <a:pt x="15606" y="151"/>
                  </a:cubicBezTo>
                  <a:cubicBezTo>
                    <a:pt x="15606" y="175"/>
                    <a:pt x="15604" y="200"/>
                    <a:pt x="15600" y="227"/>
                  </a:cubicBezTo>
                  <a:cubicBezTo>
                    <a:pt x="15596" y="253"/>
                    <a:pt x="15590" y="281"/>
                    <a:pt x="15584" y="310"/>
                  </a:cubicBezTo>
                  <a:cubicBezTo>
                    <a:pt x="15568" y="395"/>
                    <a:pt x="15543" y="457"/>
                    <a:pt x="15508" y="496"/>
                  </a:cubicBezTo>
                  <a:cubicBezTo>
                    <a:pt x="15472" y="535"/>
                    <a:pt x="15419" y="554"/>
                    <a:pt x="15349" y="554"/>
                  </a:cubicBezTo>
                  <a:cubicBezTo>
                    <a:pt x="15294" y="553"/>
                    <a:pt x="15257" y="540"/>
                    <a:pt x="15235" y="514"/>
                  </a:cubicBezTo>
                  <a:cubicBezTo>
                    <a:pt x="15214" y="487"/>
                    <a:pt x="15204" y="453"/>
                    <a:pt x="15205" y="409"/>
                  </a:cubicBezTo>
                  <a:cubicBezTo>
                    <a:pt x="15205" y="385"/>
                    <a:pt x="15208" y="360"/>
                    <a:pt x="15212" y="334"/>
                  </a:cubicBezTo>
                  <a:cubicBezTo>
                    <a:pt x="15216" y="307"/>
                    <a:pt x="15221" y="280"/>
                    <a:pt x="15228" y="251"/>
                  </a:cubicBezTo>
                  <a:cubicBezTo>
                    <a:pt x="15239" y="194"/>
                    <a:pt x="15253" y="148"/>
                    <a:pt x="15272" y="112"/>
                  </a:cubicBezTo>
                  <a:cubicBezTo>
                    <a:pt x="15290" y="76"/>
                    <a:pt x="15315" y="49"/>
                    <a:pt x="15345" y="32"/>
                  </a:cubicBezTo>
                  <a:cubicBezTo>
                    <a:pt x="15376" y="15"/>
                    <a:pt x="15415" y="7"/>
                    <a:pt x="15462" y="7"/>
                  </a:cubicBezTo>
                  <a:close/>
                  <a:moveTo>
                    <a:pt x="15073" y="7"/>
                  </a:moveTo>
                  <a:cubicBezTo>
                    <a:pt x="15102" y="7"/>
                    <a:pt x="15130" y="9"/>
                    <a:pt x="15156" y="13"/>
                  </a:cubicBezTo>
                  <a:cubicBezTo>
                    <a:pt x="15182" y="17"/>
                    <a:pt x="15201" y="21"/>
                    <a:pt x="15212" y="26"/>
                  </a:cubicBezTo>
                  <a:lnTo>
                    <a:pt x="15180" y="153"/>
                  </a:lnTo>
                  <a:cubicBezTo>
                    <a:pt x="15167" y="149"/>
                    <a:pt x="15151" y="146"/>
                    <a:pt x="15133" y="143"/>
                  </a:cubicBezTo>
                  <a:cubicBezTo>
                    <a:pt x="15115" y="140"/>
                    <a:pt x="15094" y="138"/>
                    <a:pt x="15071" y="138"/>
                  </a:cubicBezTo>
                  <a:cubicBezTo>
                    <a:pt x="15043" y="137"/>
                    <a:pt x="15024" y="144"/>
                    <a:pt x="15012" y="160"/>
                  </a:cubicBezTo>
                  <a:cubicBezTo>
                    <a:pt x="15001" y="176"/>
                    <a:pt x="14990" y="207"/>
                    <a:pt x="14980" y="252"/>
                  </a:cubicBezTo>
                  <a:cubicBezTo>
                    <a:pt x="14976" y="268"/>
                    <a:pt x="14973" y="288"/>
                    <a:pt x="14969" y="309"/>
                  </a:cubicBezTo>
                  <a:cubicBezTo>
                    <a:pt x="14965" y="331"/>
                    <a:pt x="14962" y="353"/>
                    <a:pt x="14960" y="374"/>
                  </a:cubicBezTo>
                  <a:cubicBezTo>
                    <a:pt x="14958" y="395"/>
                    <a:pt x="14956" y="413"/>
                    <a:pt x="14956" y="428"/>
                  </a:cubicBezTo>
                  <a:cubicBezTo>
                    <a:pt x="14959" y="429"/>
                    <a:pt x="14963" y="429"/>
                    <a:pt x="14966" y="429"/>
                  </a:cubicBezTo>
                  <a:cubicBezTo>
                    <a:pt x="14969" y="429"/>
                    <a:pt x="14972" y="429"/>
                    <a:pt x="14976" y="429"/>
                  </a:cubicBezTo>
                  <a:cubicBezTo>
                    <a:pt x="14985" y="429"/>
                    <a:pt x="14994" y="429"/>
                    <a:pt x="15003" y="428"/>
                  </a:cubicBezTo>
                  <a:cubicBezTo>
                    <a:pt x="15012" y="427"/>
                    <a:pt x="15021" y="426"/>
                    <a:pt x="15029" y="424"/>
                  </a:cubicBezTo>
                  <a:lnTo>
                    <a:pt x="15043" y="346"/>
                  </a:lnTo>
                  <a:lnTo>
                    <a:pt x="15002" y="346"/>
                  </a:lnTo>
                  <a:lnTo>
                    <a:pt x="15022" y="235"/>
                  </a:lnTo>
                  <a:lnTo>
                    <a:pt x="15186" y="235"/>
                  </a:lnTo>
                  <a:lnTo>
                    <a:pt x="15132" y="526"/>
                  </a:lnTo>
                  <a:cubicBezTo>
                    <a:pt x="15114" y="534"/>
                    <a:pt x="15088" y="541"/>
                    <a:pt x="15055" y="546"/>
                  </a:cubicBezTo>
                  <a:cubicBezTo>
                    <a:pt x="15022" y="551"/>
                    <a:pt x="14990" y="554"/>
                    <a:pt x="14957" y="554"/>
                  </a:cubicBezTo>
                  <a:cubicBezTo>
                    <a:pt x="14918" y="554"/>
                    <a:pt x="14888" y="548"/>
                    <a:pt x="14867" y="536"/>
                  </a:cubicBezTo>
                  <a:cubicBezTo>
                    <a:pt x="14846" y="524"/>
                    <a:pt x="14832" y="507"/>
                    <a:pt x="14824" y="485"/>
                  </a:cubicBezTo>
                  <a:cubicBezTo>
                    <a:pt x="14816" y="464"/>
                    <a:pt x="14813" y="439"/>
                    <a:pt x="14813" y="410"/>
                  </a:cubicBezTo>
                  <a:cubicBezTo>
                    <a:pt x="14813" y="386"/>
                    <a:pt x="14815" y="361"/>
                    <a:pt x="14819" y="334"/>
                  </a:cubicBezTo>
                  <a:cubicBezTo>
                    <a:pt x="14824" y="307"/>
                    <a:pt x="14829" y="280"/>
                    <a:pt x="14835" y="251"/>
                  </a:cubicBezTo>
                  <a:cubicBezTo>
                    <a:pt x="14851" y="166"/>
                    <a:pt x="14877" y="104"/>
                    <a:pt x="14913" y="65"/>
                  </a:cubicBezTo>
                  <a:cubicBezTo>
                    <a:pt x="14949" y="26"/>
                    <a:pt x="15003" y="6"/>
                    <a:pt x="15073" y="7"/>
                  </a:cubicBezTo>
                  <a:close/>
                  <a:moveTo>
                    <a:pt x="14611" y="7"/>
                  </a:moveTo>
                  <a:cubicBezTo>
                    <a:pt x="14642" y="7"/>
                    <a:pt x="14667" y="9"/>
                    <a:pt x="14686" y="13"/>
                  </a:cubicBezTo>
                  <a:cubicBezTo>
                    <a:pt x="14706" y="17"/>
                    <a:pt x="14720" y="21"/>
                    <a:pt x="14729" y="25"/>
                  </a:cubicBezTo>
                  <a:lnTo>
                    <a:pt x="14699" y="151"/>
                  </a:lnTo>
                  <a:cubicBezTo>
                    <a:pt x="14687" y="147"/>
                    <a:pt x="14675" y="143"/>
                    <a:pt x="14663" y="141"/>
                  </a:cubicBezTo>
                  <a:cubicBezTo>
                    <a:pt x="14652" y="139"/>
                    <a:pt x="14639" y="138"/>
                    <a:pt x="14626" y="138"/>
                  </a:cubicBezTo>
                  <a:cubicBezTo>
                    <a:pt x="14613" y="138"/>
                    <a:pt x="14603" y="140"/>
                    <a:pt x="14596" y="145"/>
                  </a:cubicBezTo>
                  <a:cubicBezTo>
                    <a:pt x="14589" y="150"/>
                    <a:pt x="14586" y="158"/>
                    <a:pt x="14586" y="169"/>
                  </a:cubicBezTo>
                  <a:cubicBezTo>
                    <a:pt x="14586" y="177"/>
                    <a:pt x="14587" y="186"/>
                    <a:pt x="14590" y="194"/>
                  </a:cubicBezTo>
                  <a:cubicBezTo>
                    <a:pt x="14593" y="203"/>
                    <a:pt x="14598" y="215"/>
                    <a:pt x="14604" y="230"/>
                  </a:cubicBezTo>
                  <a:lnTo>
                    <a:pt x="14630" y="291"/>
                  </a:lnTo>
                  <a:cubicBezTo>
                    <a:pt x="14637" y="306"/>
                    <a:pt x="14643" y="323"/>
                    <a:pt x="14649" y="341"/>
                  </a:cubicBezTo>
                  <a:cubicBezTo>
                    <a:pt x="14654" y="359"/>
                    <a:pt x="14658" y="377"/>
                    <a:pt x="14658" y="396"/>
                  </a:cubicBezTo>
                  <a:cubicBezTo>
                    <a:pt x="14657" y="451"/>
                    <a:pt x="14642" y="491"/>
                    <a:pt x="14613" y="516"/>
                  </a:cubicBezTo>
                  <a:cubicBezTo>
                    <a:pt x="14584" y="542"/>
                    <a:pt x="14547" y="554"/>
                    <a:pt x="14500" y="554"/>
                  </a:cubicBezTo>
                  <a:cubicBezTo>
                    <a:pt x="14467" y="553"/>
                    <a:pt x="14440" y="551"/>
                    <a:pt x="14419" y="547"/>
                  </a:cubicBezTo>
                  <a:cubicBezTo>
                    <a:pt x="14398" y="543"/>
                    <a:pt x="14383" y="539"/>
                    <a:pt x="14374" y="535"/>
                  </a:cubicBezTo>
                  <a:lnTo>
                    <a:pt x="14384" y="402"/>
                  </a:lnTo>
                  <a:cubicBezTo>
                    <a:pt x="14394" y="406"/>
                    <a:pt x="14407" y="410"/>
                    <a:pt x="14426" y="414"/>
                  </a:cubicBezTo>
                  <a:cubicBezTo>
                    <a:pt x="14445" y="418"/>
                    <a:pt x="14466" y="420"/>
                    <a:pt x="14490" y="420"/>
                  </a:cubicBezTo>
                  <a:cubicBezTo>
                    <a:pt x="14493" y="420"/>
                    <a:pt x="14496" y="420"/>
                    <a:pt x="14498" y="420"/>
                  </a:cubicBezTo>
                  <a:cubicBezTo>
                    <a:pt x="14501" y="420"/>
                    <a:pt x="14504" y="420"/>
                    <a:pt x="14507" y="420"/>
                  </a:cubicBezTo>
                  <a:cubicBezTo>
                    <a:pt x="14508" y="416"/>
                    <a:pt x="14509" y="412"/>
                    <a:pt x="14510" y="407"/>
                  </a:cubicBezTo>
                  <a:cubicBezTo>
                    <a:pt x="14511" y="403"/>
                    <a:pt x="14512" y="398"/>
                    <a:pt x="14512" y="393"/>
                  </a:cubicBezTo>
                  <a:cubicBezTo>
                    <a:pt x="14511" y="384"/>
                    <a:pt x="14510" y="375"/>
                    <a:pt x="14506" y="366"/>
                  </a:cubicBezTo>
                  <a:cubicBezTo>
                    <a:pt x="14502" y="358"/>
                    <a:pt x="14498" y="348"/>
                    <a:pt x="14492" y="336"/>
                  </a:cubicBezTo>
                  <a:lnTo>
                    <a:pt x="14465" y="276"/>
                  </a:lnTo>
                  <a:cubicBezTo>
                    <a:pt x="14457" y="259"/>
                    <a:pt x="14451" y="241"/>
                    <a:pt x="14446" y="223"/>
                  </a:cubicBezTo>
                  <a:cubicBezTo>
                    <a:pt x="14441" y="205"/>
                    <a:pt x="14439" y="188"/>
                    <a:pt x="14439" y="171"/>
                  </a:cubicBezTo>
                  <a:cubicBezTo>
                    <a:pt x="14440" y="116"/>
                    <a:pt x="14455" y="75"/>
                    <a:pt x="14486" y="48"/>
                  </a:cubicBezTo>
                  <a:cubicBezTo>
                    <a:pt x="14517" y="20"/>
                    <a:pt x="14559" y="7"/>
                    <a:pt x="14611" y="7"/>
                  </a:cubicBezTo>
                  <a:close/>
                  <a:moveTo>
                    <a:pt x="12810" y="7"/>
                  </a:moveTo>
                  <a:cubicBezTo>
                    <a:pt x="12865" y="7"/>
                    <a:pt x="12902" y="21"/>
                    <a:pt x="12924" y="47"/>
                  </a:cubicBezTo>
                  <a:cubicBezTo>
                    <a:pt x="12945" y="73"/>
                    <a:pt x="12955" y="108"/>
                    <a:pt x="12954" y="151"/>
                  </a:cubicBezTo>
                  <a:cubicBezTo>
                    <a:pt x="12954" y="175"/>
                    <a:pt x="12952" y="200"/>
                    <a:pt x="12948" y="227"/>
                  </a:cubicBezTo>
                  <a:cubicBezTo>
                    <a:pt x="12944" y="253"/>
                    <a:pt x="12938" y="281"/>
                    <a:pt x="12932" y="310"/>
                  </a:cubicBezTo>
                  <a:cubicBezTo>
                    <a:pt x="12916" y="395"/>
                    <a:pt x="12891" y="457"/>
                    <a:pt x="12856" y="496"/>
                  </a:cubicBezTo>
                  <a:cubicBezTo>
                    <a:pt x="12820" y="535"/>
                    <a:pt x="12767" y="554"/>
                    <a:pt x="12697" y="554"/>
                  </a:cubicBezTo>
                  <a:cubicBezTo>
                    <a:pt x="12642" y="553"/>
                    <a:pt x="12605" y="540"/>
                    <a:pt x="12583" y="514"/>
                  </a:cubicBezTo>
                  <a:cubicBezTo>
                    <a:pt x="12562" y="487"/>
                    <a:pt x="12552" y="453"/>
                    <a:pt x="12553" y="409"/>
                  </a:cubicBezTo>
                  <a:cubicBezTo>
                    <a:pt x="12553" y="385"/>
                    <a:pt x="12556" y="360"/>
                    <a:pt x="12560" y="334"/>
                  </a:cubicBezTo>
                  <a:cubicBezTo>
                    <a:pt x="12564" y="307"/>
                    <a:pt x="12569" y="280"/>
                    <a:pt x="12576" y="251"/>
                  </a:cubicBezTo>
                  <a:cubicBezTo>
                    <a:pt x="12587" y="194"/>
                    <a:pt x="12601" y="148"/>
                    <a:pt x="12620" y="112"/>
                  </a:cubicBezTo>
                  <a:cubicBezTo>
                    <a:pt x="12638" y="76"/>
                    <a:pt x="12663" y="49"/>
                    <a:pt x="12693" y="32"/>
                  </a:cubicBezTo>
                  <a:cubicBezTo>
                    <a:pt x="12724" y="15"/>
                    <a:pt x="12763" y="7"/>
                    <a:pt x="12810" y="7"/>
                  </a:cubicBezTo>
                  <a:close/>
                  <a:moveTo>
                    <a:pt x="12421" y="7"/>
                  </a:moveTo>
                  <a:cubicBezTo>
                    <a:pt x="12450" y="7"/>
                    <a:pt x="12478" y="9"/>
                    <a:pt x="12504" y="13"/>
                  </a:cubicBezTo>
                  <a:cubicBezTo>
                    <a:pt x="12530" y="17"/>
                    <a:pt x="12549" y="21"/>
                    <a:pt x="12560" y="26"/>
                  </a:cubicBezTo>
                  <a:lnTo>
                    <a:pt x="12528" y="153"/>
                  </a:lnTo>
                  <a:cubicBezTo>
                    <a:pt x="12515" y="149"/>
                    <a:pt x="12499" y="146"/>
                    <a:pt x="12481" y="143"/>
                  </a:cubicBezTo>
                  <a:cubicBezTo>
                    <a:pt x="12463" y="140"/>
                    <a:pt x="12442" y="138"/>
                    <a:pt x="12419" y="138"/>
                  </a:cubicBezTo>
                  <a:cubicBezTo>
                    <a:pt x="12391" y="137"/>
                    <a:pt x="12372" y="144"/>
                    <a:pt x="12360" y="160"/>
                  </a:cubicBezTo>
                  <a:cubicBezTo>
                    <a:pt x="12349" y="176"/>
                    <a:pt x="12338" y="207"/>
                    <a:pt x="12328" y="252"/>
                  </a:cubicBezTo>
                  <a:cubicBezTo>
                    <a:pt x="12324" y="268"/>
                    <a:pt x="12321" y="288"/>
                    <a:pt x="12317" y="309"/>
                  </a:cubicBezTo>
                  <a:cubicBezTo>
                    <a:pt x="12313" y="331"/>
                    <a:pt x="12310" y="353"/>
                    <a:pt x="12308" y="374"/>
                  </a:cubicBezTo>
                  <a:cubicBezTo>
                    <a:pt x="12306" y="395"/>
                    <a:pt x="12304" y="413"/>
                    <a:pt x="12304" y="428"/>
                  </a:cubicBezTo>
                  <a:cubicBezTo>
                    <a:pt x="12307" y="429"/>
                    <a:pt x="12311" y="429"/>
                    <a:pt x="12314" y="429"/>
                  </a:cubicBezTo>
                  <a:cubicBezTo>
                    <a:pt x="12317" y="429"/>
                    <a:pt x="12320" y="429"/>
                    <a:pt x="12324" y="429"/>
                  </a:cubicBezTo>
                  <a:cubicBezTo>
                    <a:pt x="12333" y="429"/>
                    <a:pt x="12342" y="429"/>
                    <a:pt x="12351" y="428"/>
                  </a:cubicBezTo>
                  <a:cubicBezTo>
                    <a:pt x="12360" y="427"/>
                    <a:pt x="12369" y="426"/>
                    <a:pt x="12377" y="424"/>
                  </a:cubicBezTo>
                  <a:lnTo>
                    <a:pt x="12391" y="346"/>
                  </a:lnTo>
                  <a:lnTo>
                    <a:pt x="12350" y="346"/>
                  </a:lnTo>
                  <a:lnTo>
                    <a:pt x="12370" y="235"/>
                  </a:lnTo>
                  <a:lnTo>
                    <a:pt x="12534" y="235"/>
                  </a:lnTo>
                  <a:lnTo>
                    <a:pt x="12480" y="526"/>
                  </a:lnTo>
                  <a:cubicBezTo>
                    <a:pt x="12462" y="534"/>
                    <a:pt x="12436" y="541"/>
                    <a:pt x="12403" y="546"/>
                  </a:cubicBezTo>
                  <a:cubicBezTo>
                    <a:pt x="12370" y="551"/>
                    <a:pt x="12338" y="554"/>
                    <a:pt x="12305" y="554"/>
                  </a:cubicBezTo>
                  <a:cubicBezTo>
                    <a:pt x="12266" y="554"/>
                    <a:pt x="12236" y="548"/>
                    <a:pt x="12215" y="536"/>
                  </a:cubicBezTo>
                  <a:cubicBezTo>
                    <a:pt x="12194" y="524"/>
                    <a:pt x="12180" y="507"/>
                    <a:pt x="12172" y="485"/>
                  </a:cubicBezTo>
                  <a:cubicBezTo>
                    <a:pt x="12164" y="464"/>
                    <a:pt x="12161" y="439"/>
                    <a:pt x="12161" y="410"/>
                  </a:cubicBezTo>
                  <a:cubicBezTo>
                    <a:pt x="12161" y="386"/>
                    <a:pt x="12163" y="361"/>
                    <a:pt x="12167" y="334"/>
                  </a:cubicBezTo>
                  <a:cubicBezTo>
                    <a:pt x="12172" y="307"/>
                    <a:pt x="12177" y="280"/>
                    <a:pt x="12183" y="251"/>
                  </a:cubicBezTo>
                  <a:cubicBezTo>
                    <a:pt x="12199" y="166"/>
                    <a:pt x="12225" y="104"/>
                    <a:pt x="12261" y="65"/>
                  </a:cubicBezTo>
                  <a:cubicBezTo>
                    <a:pt x="12297" y="26"/>
                    <a:pt x="12351" y="6"/>
                    <a:pt x="12421" y="7"/>
                  </a:cubicBezTo>
                  <a:close/>
                  <a:moveTo>
                    <a:pt x="11959" y="7"/>
                  </a:moveTo>
                  <a:cubicBezTo>
                    <a:pt x="11990" y="7"/>
                    <a:pt x="12015" y="9"/>
                    <a:pt x="12034" y="13"/>
                  </a:cubicBezTo>
                  <a:cubicBezTo>
                    <a:pt x="12054" y="17"/>
                    <a:pt x="12068" y="21"/>
                    <a:pt x="12077" y="25"/>
                  </a:cubicBezTo>
                  <a:lnTo>
                    <a:pt x="12047" y="151"/>
                  </a:lnTo>
                  <a:cubicBezTo>
                    <a:pt x="12035" y="147"/>
                    <a:pt x="12023" y="143"/>
                    <a:pt x="12011" y="141"/>
                  </a:cubicBezTo>
                  <a:cubicBezTo>
                    <a:pt x="12000" y="139"/>
                    <a:pt x="11987" y="138"/>
                    <a:pt x="11974" y="138"/>
                  </a:cubicBezTo>
                  <a:cubicBezTo>
                    <a:pt x="11961" y="138"/>
                    <a:pt x="11951" y="140"/>
                    <a:pt x="11944" y="145"/>
                  </a:cubicBezTo>
                  <a:cubicBezTo>
                    <a:pt x="11937" y="150"/>
                    <a:pt x="11934" y="158"/>
                    <a:pt x="11934" y="169"/>
                  </a:cubicBezTo>
                  <a:cubicBezTo>
                    <a:pt x="11934" y="177"/>
                    <a:pt x="11935" y="186"/>
                    <a:pt x="11938" y="194"/>
                  </a:cubicBezTo>
                  <a:cubicBezTo>
                    <a:pt x="11941" y="203"/>
                    <a:pt x="11946" y="215"/>
                    <a:pt x="11952" y="230"/>
                  </a:cubicBezTo>
                  <a:lnTo>
                    <a:pt x="11978" y="291"/>
                  </a:lnTo>
                  <a:cubicBezTo>
                    <a:pt x="11985" y="306"/>
                    <a:pt x="11991" y="323"/>
                    <a:pt x="11997" y="341"/>
                  </a:cubicBezTo>
                  <a:cubicBezTo>
                    <a:pt x="12002" y="359"/>
                    <a:pt x="12006" y="377"/>
                    <a:pt x="12006" y="396"/>
                  </a:cubicBezTo>
                  <a:cubicBezTo>
                    <a:pt x="12005" y="451"/>
                    <a:pt x="11990" y="491"/>
                    <a:pt x="11961" y="516"/>
                  </a:cubicBezTo>
                  <a:cubicBezTo>
                    <a:pt x="11932" y="542"/>
                    <a:pt x="11895" y="554"/>
                    <a:pt x="11848" y="554"/>
                  </a:cubicBezTo>
                  <a:cubicBezTo>
                    <a:pt x="11815" y="553"/>
                    <a:pt x="11788" y="551"/>
                    <a:pt x="11767" y="547"/>
                  </a:cubicBezTo>
                  <a:cubicBezTo>
                    <a:pt x="11746" y="543"/>
                    <a:pt x="11731" y="539"/>
                    <a:pt x="11722" y="535"/>
                  </a:cubicBezTo>
                  <a:lnTo>
                    <a:pt x="11732" y="402"/>
                  </a:lnTo>
                  <a:cubicBezTo>
                    <a:pt x="11742" y="406"/>
                    <a:pt x="11755" y="410"/>
                    <a:pt x="11774" y="414"/>
                  </a:cubicBezTo>
                  <a:cubicBezTo>
                    <a:pt x="11793" y="418"/>
                    <a:pt x="11814" y="420"/>
                    <a:pt x="11838" y="420"/>
                  </a:cubicBezTo>
                  <a:cubicBezTo>
                    <a:pt x="11841" y="420"/>
                    <a:pt x="11844" y="420"/>
                    <a:pt x="11846" y="420"/>
                  </a:cubicBezTo>
                  <a:cubicBezTo>
                    <a:pt x="11849" y="420"/>
                    <a:pt x="11852" y="420"/>
                    <a:pt x="11855" y="420"/>
                  </a:cubicBezTo>
                  <a:cubicBezTo>
                    <a:pt x="11856" y="416"/>
                    <a:pt x="11857" y="412"/>
                    <a:pt x="11858" y="407"/>
                  </a:cubicBezTo>
                  <a:cubicBezTo>
                    <a:pt x="11859" y="403"/>
                    <a:pt x="11860" y="398"/>
                    <a:pt x="11860" y="393"/>
                  </a:cubicBezTo>
                  <a:cubicBezTo>
                    <a:pt x="11859" y="384"/>
                    <a:pt x="11858" y="375"/>
                    <a:pt x="11854" y="366"/>
                  </a:cubicBezTo>
                  <a:cubicBezTo>
                    <a:pt x="11850" y="358"/>
                    <a:pt x="11846" y="348"/>
                    <a:pt x="11840" y="336"/>
                  </a:cubicBezTo>
                  <a:lnTo>
                    <a:pt x="11813" y="276"/>
                  </a:lnTo>
                  <a:cubicBezTo>
                    <a:pt x="11805" y="259"/>
                    <a:pt x="11799" y="241"/>
                    <a:pt x="11794" y="223"/>
                  </a:cubicBezTo>
                  <a:cubicBezTo>
                    <a:pt x="11789" y="205"/>
                    <a:pt x="11787" y="188"/>
                    <a:pt x="11787" y="171"/>
                  </a:cubicBezTo>
                  <a:cubicBezTo>
                    <a:pt x="11788" y="116"/>
                    <a:pt x="11803" y="75"/>
                    <a:pt x="11834" y="48"/>
                  </a:cubicBezTo>
                  <a:cubicBezTo>
                    <a:pt x="11865" y="20"/>
                    <a:pt x="11907" y="7"/>
                    <a:pt x="11959" y="7"/>
                  </a:cubicBezTo>
                  <a:close/>
                  <a:moveTo>
                    <a:pt x="10156" y="7"/>
                  </a:moveTo>
                  <a:cubicBezTo>
                    <a:pt x="10211" y="7"/>
                    <a:pt x="10248" y="21"/>
                    <a:pt x="10270" y="47"/>
                  </a:cubicBezTo>
                  <a:cubicBezTo>
                    <a:pt x="10291" y="73"/>
                    <a:pt x="10301" y="108"/>
                    <a:pt x="10300" y="151"/>
                  </a:cubicBezTo>
                  <a:cubicBezTo>
                    <a:pt x="10300" y="175"/>
                    <a:pt x="10298" y="200"/>
                    <a:pt x="10294" y="227"/>
                  </a:cubicBezTo>
                  <a:cubicBezTo>
                    <a:pt x="10290" y="253"/>
                    <a:pt x="10284" y="281"/>
                    <a:pt x="10278" y="310"/>
                  </a:cubicBezTo>
                  <a:cubicBezTo>
                    <a:pt x="10262" y="395"/>
                    <a:pt x="10237" y="457"/>
                    <a:pt x="10202" y="496"/>
                  </a:cubicBezTo>
                  <a:cubicBezTo>
                    <a:pt x="10166" y="535"/>
                    <a:pt x="10113" y="554"/>
                    <a:pt x="10043" y="554"/>
                  </a:cubicBezTo>
                  <a:cubicBezTo>
                    <a:pt x="9988" y="553"/>
                    <a:pt x="9951" y="540"/>
                    <a:pt x="9929" y="514"/>
                  </a:cubicBezTo>
                  <a:cubicBezTo>
                    <a:pt x="9908" y="487"/>
                    <a:pt x="9898" y="453"/>
                    <a:pt x="9899" y="409"/>
                  </a:cubicBezTo>
                  <a:cubicBezTo>
                    <a:pt x="9899" y="385"/>
                    <a:pt x="9902" y="360"/>
                    <a:pt x="9906" y="334"/>
                  </a:cubicBezTo>
                  <a:cubicBezTo>
                    <a:pt x="9910" y="307"/>
                    <a:pt x="9915" y="280"/>
                    <a:pt x="9922" y="251"/>
                  </a:cubicBezTo>
                  <a:cubicBezTo>
                    <a:pt x="9933" y="194"/>
                    <a:pt x="9947" y="148"/>
                    <a:pt x="9966" y="112"/>
                  </a:cubicBezTo>
                  <a:cubicBezTo>
                    <a:pt x="9984" y="76"/>
                    <a:pt x="10009" y="49"/>
                    <a:pt x="10039" y="32"/>
                  </a:cubicBezTo>
                  <a:cubicBezTo>
                    <a:pt x="10070" y="15"/>
                    <a:pt x="10109" y="7"/>
                    <a:pt x="10156" y="7"/>
                  </a:cubicBezTo>
                  <a:close/>
                  <a:moveTo>
                    <a:pt x="9767" y="7"/>
                  </a:moveTo>
                  <a:cubicBezTo>
                    <a:pt x="9796" y="7"/>
                    <a:pt x="9824" y="9"/>
                    <a:pt x="9850" y="13"/>
                  </a:cubicBezTo>
                  <a:cubicBezTo>
                    <a:pt x="9876" y="17"/>
                    <a:pt x="9895" y="21"/>
                    <a:pt x="9906" y="26"/>
                  </a:cubicBezTo>
                  <a:lnTo>
                    <a:pt x="9874" y="153"/>
                  </a:lnTo>
                  <a:cubicBezTo>
                    <a:pt x="9861" y="149"/>
                    <a:pt x="9845" y="146"/>
                    <a:pt x="9827" y="143"/>
                  </a:cubicBezTo>
                  <a:cubicBezTo>
                    <a:pt x="9809" y="140"/>
                    <a:pt x="9788" y="138"/>
                    <a:pt x="9765" y="138"/>
                  </a:cubicBezTo>
                  <a:cubicBezTo>
                    <a:pt x="9737" y="137"/>
                    <a:pt x="9718" y="144"/>
                    <a:pt x="9706" y="160"/>
                  </a:cubicBezTo>
                  <a:cubicBezTo>
                    <a:pt x="9695" y="176"/>
                    <a:pt x="9684" y="207"/>
                    <a:pt x="9674" y="252"/>
                  </a:cubicBezTo>
                  <a:cubicBezTo>
                    <a:pt x="9670" y="268"/>
                    <a:pt x="9667" y="288"/>
                    <a:pt x="9663" y="309"/>
                  </a:cubicBezTo>
                  <a:cubicBezTo>
                    <a:pt x="9659" y="331"/>
                    <a:pt x="9656" y="353"/>
                    <a:pt x="9654" y="374"/>
                  </a:cubicBezTo>
                  <a:cubicBezTo>
                    <a:pt x="9652" y="395"/>
                    <a:pt x="9650" y="413"/>
                    <a:pt x="9650" y="428"/>
                  </a:cubicBezTo>
                  <a:cubicBezTo>
                    <a:pt x="9653" y="429"/>
                    <a:pt x="9657" y="429"/>
                    <a:pt x="9660" y="429"/>
                  </a:cubicBezTo>
                  <a:cubicBezTo>
                    <a:pt x="9663" y="429"/>
                    <a:pt x="9666" y="429"/>
                    <a:pt x="9670" y="429"/>
                  </a:cubicBezTo>
                  <a:cubicBezTo>
                    <a:pt x="9679" y="429"/>
                    <a:pt x="9688" y="429"/>
                    <a:pt x="9697" y="428"/>
                  </a:cubicBezTo>
                  <a:cubicBezTo>
                    <a:pt x="9706" y="427"/>
                    <a:pt x="9715" y="426"/>
                    <a:pt x="9723" y="424"/>
                  </a:cubicBezTo>
                  <a:lnTo>
                    <a:pt x="9737" y="346"/>
                  </a:lnTo>
                  <a:lnTo>
                    <a:pt x="9696" y="346"/>
                  </a:lnTo>
                  <a:lnTo>
                    <a:pt x="9716" y="235"/>
                  </a:lnTo>
                  <a:lnTo>
                    <a:pt x="9880" y="235"/>
                  </a:lnTo>
                  <a:lnTo>
                    <a:pt x="9826" y="526"/>
                  </a:lnTo>
                  <a:cubicBezTo>
                    <a:pt x="9808" y="534"/>
                    <a:pt x="9782" y="541"/>
                    <a:pt x="9749" y="546"/>
                  </a:cubicBezTo>
                  <a:cubicBezTo>
                    <a:pt x="9716" y="551"/>
                    <a:pt x="9684" y="554"/>
                    <a:pt x="9651" y="554"/>
                  </a:cubicBezTo>
                  <a:cubicBezTo>
                    <a:pt x="9612" y="554"/>
                    <a:pt x="9582" y="548"/>
                    <a:pt x="9561" y="536"/>
                  </a:cubicBezTo>
                  <a:cubicBezTo>
                    <a:pt x="9540" y="524"/>
                    <a:pt x="9526" y="507"/>
                    <a:pt x="9518" y="485"/>
                  </a:cubicBezTo>
                  <a:cubicBezTo>
                    <a:pt x="9510" y="464"/>
                    <a:pt x="9507" y="439"/>
                    <a:pt x="9507" y="410"/>
                  </a:cubicBezTo>
                  <a:cubicBezTo>
                    <a:pt x="9507" y="386"/>
                    <a:pt x="9509" y="361"/>
                    <a:pt x="9513" y="334"/>
                  </a:cubicBezTo>
                  <a:cubicBezTo>
                    <a:pt x="9518" y="307"/>
                    <a:pt x="9523" y="280"/>
                    <a:pt x="9529" y="251"/>
                  </a:cubicBezTo>
                  <a:cubicBezTo>
                    <a:pt x="9545" y="166"/>
                    <a:pt x="9571" y="104"/>
                    <a:pt x="9607" y="65"/>
                  </a:cubicBezTo>
                  <a:cubicBezTo>
                    <a:pt x="9643" y="26"/>
                    <a:pt x="9697" y="6"/>
                    <a:pt x="9767" y="7"/>
                  </a:cubicBezTo>
                  <a:close/>
                  <a:moveTo>
                    <a:pt x="9305" y="7"/>
                  </a:moveTo>
                  <a:cubicBezTo>
                    <a:pt x="9336" y="7"/>
                    <a:pt x="9361" y="9"/>
                    <a:pt x="9380" y="13"/>
                  </a:cubicBezTo>
                  <a:cubicBezTo>
                    <a:pt x="9400" y="17"/>
                    <a:pt x="9414" y="21"/>
                    <a:pt x="9423" y="25"/>
                  </a:cubicBezTo>
                  <a:lnTo>
                    <a:pt x="9393" y="151"/>
                  </a:lnTo>
                  <a:cubicBezTo>
                    <a:pt x="9381" y="147"/>
                    <a:pt x="9369" y="143"/>
                    <a:pt x="9357" y="141"/>
                  </a:cubicBezTo>
                  <a:cubicBezTo>
                    <a:pt x="9346" y="139"/>
                    <a:pt x="9333" y="138"/>
                    <a:pt x="9320" y="138"/>
                  </a:cubicBezTo>
                  <a:cubicBezTo>
                    <a:pt x="9307" y="138"/>
                    <a:pt x="9297" y="140"/>
                    <a:pt x="9290" y="145"/>
                  </a:cubicBezTo>
                  <a:cubicBezTo>
                    <a:pt x="9283" y="150"/>
                    <a:pt x="9280" y="158"/>
                    <a:pt x="9280" y="169"/>
                  </a:cubicBezTo>
                  <a:cubicBezTo>
                    <a:pt x="9280" y="177"/>
                    <a:pt x="9281" y="186"/>
                    <a:pt x="9284" y="194"/>
                  </a:cubicBezTo>
                  <a:cubicBezTo>
                    <a:pt x="9287" y="203"/>
                    <a:pt x="9292" y="215"/>
                    <a:pt x="9298" y="230"/>
                  </a:cubicBezTo>
                  <a:lnTo>
                    <a:pt x="9324" y="291"/>
                  </a:lnTo>
                  <a:cubicBezTo>
                    <a:pt x="9331" y="306"/>
                    <a:pt x="9337" y="323"/>
                    <a:pt x="9343" y="341"/>
                  </a:cubicBezTo>
                  <a:cubicBezTo>
                    <a:pt x="9348" y="359"/>
                    <a:pt x="9352" y="377"/>
                    <a:pt x="9352" y="396"/>
                  </a:cubicBezTo>
                  <a:cubicBezTo>
                    <a:pt x="9351" y="451"/>
                    <a:pt x="9336" y="491"/>
                    <a:pt x="9307" y="516"/>
                  </a:cubicBezTo>
                  <a:cubicBezTo>
                    <a:pt x="9278" y="542"/>
                    <a:pt x="9241" y="554"/>
                    <a:pt x="9194" y="554"/>
                  </a:cubicBezTo>
                  <a:cubicBezTo>
                    <a:pt x="9161" y="553"/>
                    <a:pt x="9134" y="551"/>
                    <a:pt x="9113" y="547"/>
                  </a:cubicBezTo>
                  <a:cubicBezTo>
                    <a:pt x="9092" y="543"/>
                    <a:pt x="9077" y="539"/>
                    <a:pt x="9068" y="535"/>
                  </a:cubicBezTo>
                  <a:lnTo>
                    <a:pt x="9078" y="402"/>
                  </a:lnTo>
                  <a:cubicBezTo>
                    <a:pt x="9088" y="406"/>
                    <a:pt x="9101" y="410"/>
                    <a:pt x="9120" y="414"/>
                  </a:cubicBezTo>
                  <a:cubicBezTo>
                    <a:pt x="9139" y="418"/>
                    <a:pt x="9160" y="420"/>
                    <a:pt x="9184" y="420"/>
                  </a:cubicBezTo>
                  <a:cubicBezTo>
                    <a:pt x="9187" y="420"/>
                    <a:pt x="9190" y="420"/>
                    <a:pt x="9192" y="420"/>
                  </a:cubicBezTo>
                  <a:cubicBezTo>
                    <a:pt x="9195" y="420"/>
                    <a:pt x="9198" y="420"/>
                    <a:pt x="9201" y="420"/>
                  </a:cubicBezTo>
                  <a:cubicBezTo>
                    <a:pt x="9202" y="416"/>
                    <a:pt x="9203" y="412"/>
                    <a:pt x="9204" y="407"/>
                  </a:cubicBezTo>
                  <a:cubicBezTo>
                    <a:pt x="9205" y="403"/>
                    <a:pt x="9206" y="398"/>
                    <a:pt x="9206" y="393"/>
                  </a:cubicBezTo>
                  <a:cubicBezTo>
                    <a:pt x="9205" y="384"/>
                    <a:pt x="9204" y="375"/>
                    <a:pt x="9200" y="366"/>
                  </a:cubicBezTo>
                  <a:cubicBezTo>
                    <a:pt x="9196" y="358"/>
                    <a:pt x="9192" y="348"/>
                    <a:pt x="9186" y="336"/>
                  </a:cubicBezTo>
                  <a:lnTo>
                    <a:pt x="9159" y="276"/>
                  </a:lnTo>
                  <a:cubicBezTo>
                    <a:pt x="9151" y="259"/>
                    <a:pt x="9145" y="241"/>
                    <a:pt x="9140" y="223"/>
                  </a:cubicBezTo>
                  <a:cubicBezTo>
                    <a:pt x="9135" y="205"/>
                    <a:pt x="9133" y="188"/>
                    <a:pt x="9133" y="171"/>
                  </a:cubicBezTo>
                  <a:cubicBezTo>
                    <a:pt x="9134" y="116"/>
                    <a:pt x="9149" y="75"/>
                    <a:pt x="9180" y="48"/>
                  </a:cubicBezTo>
                  <a:cubicBezTo>
                    <a:pt x="9211" y="20"/>
                    <a:pt x="9253" y="7"/>
                    <a:pt x="9305" y="7"/>
                  </a:cubicBezTo>
                  <a:close/>
                  <a:moveTo>
                    <a:pt x="7504" y="7"/>
                  </a:moveTo>
                  <a:cubicBezTo>
                    <a:pt x="7559" y="7"/>
                    <a:pt x="7596" y="21"/>
                    <a:pt x="7618" y="47"/>
                  </a:cubicBezTo>
                  <a:cubicBezTo>
                    <a:pt x="7639" y="73"/>
                    <a:pt x="7649" y="108"/>
                    <a:pt x="7648" y="151"/>
                  </a:cubicBezTo>
                  <a:cubicBezTo>
                    <a:pt x="7648" y="175"/>
                    <a:pt x="7646" y="200"/>
                    <a:pt x="7642" y="227"/>
                  </a:cubicBezTo>
                  <a:cubicBezTo>
                    <a:pt x="7638" y="253"/>
                    <a:pt x="7632" y="281"/>
                    <a:pt x="7626" y="310"/>
                  </a:cubicBezTo>
                  <a:cubicBezTo>
                    <a:pt x="7610" y="395"/>
                    <a:pt x="7585" y="457"/>
                    <a:pt x="7550" y="496"/>
                  </a:cubicBezTo>
                  <a:cubicBezTo>
                    <a:pt x="7514" y="535"/>
                    <a:pt x="7461" y="554"/>
                    <a:pt x="7391" y="554"/>
                  </a:cubicBezTo>
                  <a:cubicBezTo>
                    <a:pt x="7336" y="553"/>
                    <a:pt x="7299" y="540"/>
                    <a:pt x="7277" y="514"/>
                  </a:cubicBezTo>
                  <a:cubicBezTo>
                    <a:pt x="7256" y="487"/>
                    <a:pt x="7246" y="453"/>
                    <a:pt x="7247" y="409"/>
                  </a:cubicBezTo>
                  <a:cubicBezTo>
                    <a:pt x="7247" y="385"/>
                    <a:pt x="7250" y="360"/>
                    <a:pt x="7254" y="334"/>
                  </a:cubicBezTo>
                  <a:cubicBezTo>
                    <a:pt x="7258" y="307"/>
                    <a:pt x="7263" y="280"/>
                    <a:pt x="7270" y="251"/>
                  </a:cubicBezTo>
                  <a:cubicBezTo>
                    <a:pt x="7281" y="194"/>
                    <a:pt x="7295" y="148"/>
                    <a:pt x="7314" y="112"/>
                  </a:cubicBezTo>
                  <a:cubicBezTo>
                    <a:pt x="7332" y="76"/>
                    <a:pt x="7357" y="49"/>
                    <a:pt x="7387" y="32"/>
                  </a:cubicBezTo>
                  <a:cubicBezTo>
                    <a:pt x="7418" y="15"/>
                    <a:pt x="7457" y="7"/>
                    <a:pt x="7504" y="7"/>
                  </a:cubicBezTo>
                  <a:close/>
                  <a:moveTo>
                    <a:pt x="7115" y="7"/>
                  </a:moveTo>
                  <a:cubicBezTo>
                    <a:pt x="7144" y="7"/>
                    <a:pt x="7172" y="9"/>
                    <a:pt x="7198" y="13"/>
                  </a:cubicBezTo>
                  <a:cubicBezTo>
                    <a:pt x="7224" y="17"/>
                    <a:pt x="7243" y="21"/>
                    <a:pt x="7254" y="26"/>
                  </a:cubicBezTo>
                  <a:lnTo>
                    <a:pt x="7222" y="153"/>
                  </a:lnTo>
                  <a:cubicBezTo>
                    <a:pt x="7209" y="149"/>
                    <a:pt x="7193" y="146"/>
                    <a:pt x="7175" y="143"/>
                  </a:cubicBezTo>
                  <a:cubicBezTo>
                    <a:pt x="7157" y="140"/>
                    <a:pt x="7136" y="138"/>
                    <a:pt x="7113" y="138"/>
                  </a:cubicBezTo>
                  <a:cubicBezTo>
                    <a:pt x="7085" y="137"/>
                    <a:pt x="7066" y="144"/>
                    <a:pt x="7054" y="160"/>
                  </a:cubicBezTo>
                  <a:cubicBezTo>
                    <a:pt x="7043" y="176"/>
                    <a:pt x="7032" y="207"/>
                    <a:pt x="7022" y="252"/>
                  </a:cubicBezTo>
                  <a:cubicBezTo>
                    <a:pt x="7018" y="268"/>
                    <a:pt x="7015" y="288"/>
                    <a:pt x="7011" y="309"/>
                  </a:cubicBezTo>
                  <a:cubicBezTo>
                    <a:pt x="7007" y="331"/>
                    <a:pt x="7004" y="353"/>
                    <a:pt x="7002" y="374"/>
                  </a:cubicBezTo>
                  <a:cubicBezTo>
                    <a:pt x="7000" y="395"/>
                    <a:pt x="6998" y="413"/>
                    <a:pt x="6998" y="428"/>
                  </a:cubicBezTo>
                  <a:cubicBezTo>
                    <a:pt x="7001" y="429"/>
                    <a:pt x="7005" y="429"/>
                    <a:pt x="7008" y="429"/>
                  </a:cubicBezTo>
                  <a:cubicBezTo>
                    <a:pt x="7011" y="429"/>
                    <a:pt x="7014" y="429"/>
                    <a:pt x="7018" y="429"/>
                  </a:cubicBezTo>
                  <a:cubicBezTo>
                    <a:pt x="7027" y="429"/>
                    <a:pt x="7036" y="429"/>
                    <a:pt x="7045" y="428"/>
                  </a:cubicBezTo>
                  <a:cubicBezTo>
                    <a:pt x="7054" y="427"/>
                    <a:pt x="7063" y="426"/>
                    <a:pt x="7071" y="424"/>
                  </a:cubicBezTo>
                  <a:lnTo>
                    <a:pt x="7085" y="346"/>
                  </a:lnTo>
                  <a:lnTo>
                    <a:pt x="7044" y="346"/>
                  </a:lnTo>
                  <a:lnTo>
                    <a:pt x="7064" y="235"/>
                  </a:lnTo>
                  <a:lnTo>
                    <a:pt x="7228" y="235"/>
                  </a:lnTo>
                  <a:lnTo>
                    <a:pt x="7174" y="526"/>
                  </a:lnTo>
                  <a:cubicBezTo>
                    <a:pt x="7156" y="534"/>
                    <a:pt x="7130" y="541"/>
                    <a:pt x="7097" y="546"/>
                  </a:cubicBezTo>
                  <a:cubicBezTo>
                    <a:pt x="7064" y="551"/>
                    <a:pt x="7032" y="554"/>
                    <a:pt x="6999" y="554"/>
                  </a:cubicBezTo>
                  <a:cubicBezTo>
                    <a:pt x="6960" y="554"/>
                    <a:pt x="6930" y="548"/>
                    <a:pt x="6909" y="536"/>
                  </a:cubicBezTo>
                  <a:cubicBezTo>
                    <a:pt x="6888" y="524"/>
                    <a:pt x="6874" y="507"/>
                    <a:pt x="6866" y="485"/>
                  </a:cubicBezTo>
                  <a:cubicBezTo>
                    <a:pt x="6858" y="464"/>
                    <a:pt x="6855" y="439"/>
                    <a:pt x="6855" y="410"/>
                  </a:cubicBezTo>
                  <a:cubicBezTo>
                    <a:pt x="6855" y="386"/>
                    <a:pt x="6857" y="361"/>
                    <a:pt x="6861" y="334"/>
                  </a:cubicBezTo>
                  <a:cubicBezTo>
                    <a:pt x="6866" y="307"/>
                    <a:pt x="6871" y="280"/>
                    <a:pt x="6877" y="251"/>
                  </a:cubicBezTo>
                  <a:cubicBezTo>
                    <a:pt x="6893" y="166"/>
                    <a:pt x="6919" y="104"/>
                    <a:pt x="6955" y="65"/>
                  </a:cubicBezTo>
                  <a:cubicBezTo>
                    <a:pt x="6991" y="26"/>
                    <a:pt x="7045" y="6"/>
                    <a:pt x="7115" y="7"/>
                  </a:cubicBezTo>
                  <a:close/>
                  <a:moveTo>
                    <a:pt x="6653" y="7"/>
                  </a:moveTo>
                  <a:cubicBezTo>
                    <a:pt x="6684" y="7"/>
                    <a:pt x="6709" y="9"/>
                    <a:pt x="6728" y="13"/>
                  </a:cubicBezTo>
                  <a:cubicBezTo>
                    <a:pt x="6748" y="17"/>
                    <a:pt x="6762" y="21"/>
                    <a:pt x="6771" y="25"/>
                  </a:cubicBezTo>
                  <a:lnTo>
                    <a:pt x="6741" y="151"/>
                  </a:lnTo>
                  <a:cubicBezTo>
                    <a:pt x="6729" y="147"/>
                    <a:pt x="6717" y="143"/>
                    <a:pt x="6705" y="141"/>
                  </a:cubicBezTo>
                  <a:cubicBezTo>
                    <a:pt x="6694" y="139"/>
                    <a:pt x="6681" y="138"/>
                    <a:pt x="6668" y="138"/>
                  </a:cubicBezTo>
                  <a:cubicBezTo>
                    <a:pt x="6655" y="138"/>
                    <a:pt x="6645" y="140"/>
                    <a:pt x="6638" y="145"/>
                  </a:cubicBezTo>
                  <a:cubicBezTo>
                    <a:pt x="6631" y="150"/>
                    <a:pt x="6628" y="158"/>
                    <a:pt x="6628" y="169"/>
                  </a:cubicBezTo>
                  <a:cubicBezTo>
                    <a:pt x="6628" y="177"/>
                    <a:pt x="6629" y="186"/>
                    <a:pt x="6632" y="194"/>
                  </a:cubicBezTo>
                  <a:cubicBezTo>
                    <a:pt x="6635" y="203"/>
                    <a:pt x="6640" y="215"/>
                    <a:pt x="6646" y="230"/>
                  </a:cubicBezTo>
                  <a:lnTo>
                    <a:pt x="6672" y="291"/>
                  </a:lnTo>
                  <a:cubicBezTo>
                    <a:pt x="6679" y="306"/>
                    <a:pt x="6685" y="323"/>
                    <a:pt x="6691" y="341"/>
                  </a:cubicBezTo>
                  <a:cubicBezTo>
                    <a:pt x="6696" y="359"/>
                    <a:pt x="6700" y="377"/>
                    <a:pt x="6700" y="396"/>
                  </a:cubicBezTo>
                  <a:cubicBezTo>
                    <a:pt x="6699" y="451"/>
                    <a:pt x="6684" y="491"/>
                    <a:pt x="6655" y="516"/>
                  </a:cubicBezTo>
                  <a:cubicBezTo>
                    <a:pt x="6626" y="542"/>
                    <a:pt x="6589" y="554"/>
                    <a:pt x="6542" y="554"/>
                  </a:cubicBezTo>
                  <a:cubicBezTo>
                    <a:pt x="6509" y="553"/>
                    <a:pt x="6482" y="551"/>
                    <a:pt x="6461" y="547"/>
                  </a:cubicBezTo>
                  <a:cubicBezTo>
                    <a:pt x="6440" y="543"/>
                    <a:pt x="6425" y="539"/>
                    <a:pt x="6416" y="535"/>
                  </a:cubicBezTo>
                  <a:lnTo>
                    <a:pt x="6426" y="402"/>
                  </a:lnTo>
                  <a:cubicBezTo>
                    <a:pt x="6436" y="406"/>
                    <a:pt x="6449" y="410"/>
                    <a:pt x="6468" y="414"/>
                  </a:cubicBezTo>
                  <a:cubicBezTo>
                    <a:pt x="6487" y="418"/>
                    <a:pt x="6508" y="420"/>
                    <a:pt x="6532" y="420"/>
                  </a:cubicBezTo>
                  <a:cubicBezTo>
                    <a:pt x="6535" y="420"/>
                    <a:pt x="6538" y="420"/>
                    <a:pt x="6540" y="420"/>
                  </a:cubicBezTo>
                  <a:cubicBezTo>
                    <a:pt x="6543" y="420"/>
                    <a:pt x="6546" y="420"/>
                    <a:pt x="6549" y="420"/>
                  </a:cubicBezTo>
                  <a:cubicBezTo>
                    <a:pt x="6550" y="416"/>
                    <a:pt x="6551" y="412"/>
                    <a:pt x="6552" y="407"/>
                  </a:cubicBezTo>
                  <a:cubicBezTo>
                    <a:pt x="6553" y="403"/>
                    <a:pt x="6554" y="398"/>
                    <a:pt x="6554" y="393"/>
                  </a:cubicBezTo>
                  <a:cubicBezTo>
                    <a:pt x="6553" y="384"/>
                    <a:pt x="6552" y="375"/>
                    <a:pt x="6548" y="366"/>
                  </a:cubicBezTo>
                  <a:cubicBezTo>
                    <a:pt x="6544" y="358"/>
                    <a:pt x="6540" y="348"/>
                    <a:pt x="6534" y="336"/>
                  </a:cubicBezTo>
                  <a:lnTo>
                    <a:pt x="6507" y="276"/>
                  </a:lnTo>
                  <a:cubicBezTo>
                    <a:pt x="6499" y="259"/>
                    <a:pt x="6493" y="241"/>
                    <a:pt x="6488" y="223"/>
                  </a:cubicBezTo>
                  <a:cubicBezTo>
                    <a:pt x="6483" y="205"/>
                    <a:pt x="6481" y="188"/>
                    <a:pt x="6481" y="171"/>
                  </a:cubicBezTo>
                  <a:cubicBezTo>
                    <a:pt x="6482" y="116"/>
                    <a:pt x="6497" y="75"/>
                    <a:pt x="6528" y="48"/>
                  </a:cubicBezTo>
                  <a:cubicBezTo>
                    <a:pt x="6559" y="20"/>
                    <a:pt x="6601" y="7"/>
                    <a:pt x="6653" y="7"/>
                  </a:cubicBezTo>
                  <a:close/>
                  <a:moveTo>
                    <a:pt x="4850" y="7"/>
                  </a:moveTo>
                  <a:cubicBezTo>
                    <a:pt x="4905" y="7"/>
                    <a:pt x="4942" y="21"/>
                    <a:pt x="4964" y="47"/>
                  </a:cubicBezTo>
                  <a:cubicBezTo>
                    <a:pt x="4985" y="73"/>
                    <a:pt x="4995" y="108"/>
                    <a:pt x="4994" y="151"/>
                  </a:cubicBezTo>
                  <a:cubicBezTo>
                    <a:pt x="4994" y="175"/>
                    <a:pt x="4992" y="200"/>
                    <a:pt x="4988" y="227"/>
                  </a:cubicBezTo>
                  <a:cubicBezTo>
                    <a:pt x="4984" y="253"/>
                    <a:pt x="4978" y="281"/>
                    <a:pt x="4972" y="310"/>
                  </a:cubicBezTo>
                  <a:cubicBezTo>
                    <a:pt x="4956" y="395"/>
                    <a:pt x="4931" y="457"/>
                    <a:pt x="4896" y="496"/>
                  </a:cubicBezTo>
                  <a:cubicBezTo>
                    <a:pt x="4860" y="535"/>
                    <a:pt x="4807" y="554"/>
                    <a:pt x="4737" y="554"/>
                  </a:cubicBezTo>
                  <a:cubicBezTo>
                    <a:pt x="4682" y="553"/>
                    <a:pt x="4645" y="540"/>
                    <a:pt x="4623" y="514"/>
                  </a:cubicBezTo>
                  <a:cubicBezTo>
                    <a:pt x="4602" y="487"/>
                    <a:pt x="4592" y="453"/>
                    <a:pt x="4593" y="409"/>
                  </a:cubicBezTo>
                  <a:cubicBezTo>
                    <a:pt x="4593" y="385"/>
                    <a:pt x="4596" y="360"/>
                    <a:pt x="4600" y="334"/>
                  </a:cubicBezTo>
                  <a:cubicBezTo>
                    <a:pt x="4604" y="307"/>
                    <a:pt x="4609" y="280"/>
                    <a:pt x="4616" y="251"/>
                  </a:cubicBezTo>
                  <a:cubicBezTo>
                    <a:pt x="4627" y="194"/>
                    <a:pt x="4641" y="148"/>
                    <a:pt x="4660" y="112"/>
                  </a:cubicBezTo>
                  <a:cubicBezTo>
                    <a:pt x="4678" y="76"/>
                    <a:pt x="4703" y="49"/>
                    <a:pt x="4733" y="32"/>
                  </a:cubicBezTo>
                  <a:cubicBezTo>
                    <a:pt x="4764" y="15"/>
                    <a:pt x="4803" y="7"/>
                    <a:pt x="4850" y="7"/>
                  </a:cubicBezTo>
                  <a:close/>
                  <a:moveTo>
                    <a:pt x="4461" y="7"/>
                  </a:moveTo>
                  <a:cubicBezTo>
                    <a:pt x="4490" y="7"/>
                    <a:pt x="4518" y="9"/>
                    <a:pt x="4544" y="13"/>
                  </a:cubicBezTo>
                  <a:cubicBezTo>
                    <a:pt x="4570" y="17"/>
                    <a:pt x="4589" y="21"/>
                    <a:pt x="4600" y="26"/>
                  </a:cubicBezTo>
                  <a:lnTo>
                    <a:pt x="4568" y="153"/>
                  </a:lnTo>
                  <a:cubicBezTo>
                    <a:pt x="4555" y="149"/>
                    <a:pt x="4539" y="146"/>
                    <a:pt x="4521" y="143"/>
                  </a:cubicBezTo>
                  <a:cubicBezTo>
                    <a:pt x="4503" y="140"/>
                    <a:pt x="4482" y="138"/>
                    <a:pt x="4459" y="138"/>
                  </a:cubicBezTo>
                  <a:cubicBezTo>
                    <a:pt x="4431" y="137"/>
                    <a:pt x="4412" y="144"/>
                    <a:pt x="4400" y="160"/>
                  </a:cubicBezTo>
                  <a:cubicBezTo>
                    <a:pt x="4389" y="176"/>
                    <a:pt x="4378" y="207"/>
                    <a:pt x="4368" y="252"/>
                  </a:cubicBezTo>
                  <a:cubicBezTo>
                    <a:pt x="4364" y="268"/>
                    <a:pt x="4361" y="288"/>
                    <a:pt x="4357" y="309"/>
                  </a:cubicBezTo>
                  <a:cubicBezTo>
                    <a:pt x="4353" y="331"/>
                    <a:pt x="4350" y="353"/>
                    <a:pt x="4348" y="374"/>
                  </a:cubicBezTo>
                  <a:cubicBezTo>
                    <a:pt x="4346" y="395"/>
                    <a:pt x="4344" y="413"/>
                    <a:pt x="4344" y="428"/>
                  </a:cubicBezTo>
                  <a:cubicBezTo>
                    <a:pt x="4347" y="429"/>
                    <a:pt x="4351" y="429"/>
                    <a:pt x="4354" y="429"/>
                  </a:cubicBezTo>
                  <a:cubicBezTo>
                    <a:pt x="4357" y="429"/>
                    <a:pt x="4360" y="429"/>
                    <a:pt x="4364" y="429"/>
                  </a:cubicBezTo>
                  <a:cubicBezTo>
                    <a:pt x="4373" y="429"/>
                    <a:pt x="4382" y="429"/>
                    <a:pt x="4391" y="428"/>
                  </a:cubicBezTo>
                  <a:cubicBezTo>
                    <a:pt x="4400" y="427"/>
                    <a:pt x="4409" y="426"/>
                    <a:pt x="4417" y="424"/>
                  </a:cubicBezTo>
                  <a:lnTo>
                    <a:pt x="4431" y="346"/>
                  </a:lnTo>
                  <a:lnTo>
                    <a:pt x="4390" y="346"/>
                  </a:lnTo>
                  <a:lnTo>
                    <a:pt x="4410" y="235"/>
                  </a:lnTo>
                  <a:lnTo>
                    <a:pt x="4574" y="235"/>
                  </a:lnTo>
                  <a:lnTo>
                    <a:pt x="4520" y="526"/>
                  </a:lnTo>
                  <a:cubicBezTo>
                    <a:pt x="4502" y="534"/>
                    <a:pt x="4476" y="541"/>
                    <a:pt x="4443" y="546"/>
                  </a:cubicBezTo>
                  <a:cubicBezTo>
                    <a:pt x="4410" y="551"/>
                    <a:pt x="4378" y="554"/>
                    <a:pt x="4345" y="554"/>
                  </a:cubicBezTo>
                  <a:cubicBezTo>
                    <a:pt x="4306" y="554"/>
                    <a:pt x="4276" y="548"/>
                    <a:pt x="4255" y="536"/>
                  </a:cubicBezTo>
                  <a:cubicBezTo>
                    <a:pt x="4234" y="524"/>
                    <a:pt x="4220" y="507"/>
                    <a:pt x="4212" y="485"/>
                  </a:cubicBezTo>
                  <a:cubicBezTo>
                    <a:pt x="4204" y="464"/>
                    <a:pt x="4201" y="439"/>
                    <a:pt x="4201" y="410"/>
                  </a:cubicBezTo>
                  <a:cubicBezTo>
                    <a:pt x="4201" y="386"/>
                    <a:pt x="4203" y="361"/>
                    <a:pt x="4207" y="334"/>
                  </a:cubicBezTo>
                  <a:cubicBezTo>
                    <a:pt x="4212" y="307"/>
                    <a:pt x="4217" y="280"/>
                    <a:pt x="4223" y="251"/>
                  </a:cubicBezTo>
                  <a:cubicBezTo>
                    <a:pt x="4239" y="166"/>
                    <a:pt x="4265" y="104"/>
                    <a:pt x="4301" y="65"/>
                  </a:cubicBezTo>
                  <a:cubicBezTo>
                    <a:pt x="4337" y="26"/>
                    <a:pt x="4391" y="6"/>
                    <a:pt x="4461" y="7"/>
                  </a:cubicBezTo>
                  <a:close/>
                  <a:moveTo>
                    <a:pt x="3999" y="7"/>
                  </a:moveTo>
                  <a:cubicBezTo>
                    <a:pt x="4030" y="7"/>
                    <a:pt x="4055" y="9"/>
                    <a:pt x="4074" y="13"/>
                  </a:cubicBezTo>
                  <a:cubicBezTo>
                    <a:pt x="4094" y="17"/>
                    <a:pt x="4108" y="21"/>
                    <a:pt x="4117" y="25"/>
                  </a:cubicBezTo>
                  <a:lnTo>
                    <a:pt x="4087" y="151"/>
                  </a:lnTo>
                  <a:cubicBezTo>
                    <a:pt x="4075" y="147"/>
                    <a:pt x="4063" y="143"/>
                    <a:pt x="4051" y="141"/>
                  </a:cubicBezTo>
                  <a:cubicBezTo>
                    <a:pt x="4040" y="139"/>
                    <a:pt x="4027" y="138"/>
                    <a:pt x="4014" y="138"/>
                  </a:cubicBezTo>
                  <a:cubicBezTo>
                    <a:pt x="4001" y="138"/>
                    <a:pt x="3991" y="140"/>
                    <a:pt x="3984" y="145"/>
                  </a:cubicBezTo>
                  <a:cubicBezTo>
                    <a:pt x="3977" y="150"/>
                    <a:pt x="3974" y="158"/>
                    <a:pt x="3974" y="169"/>
                  </a:cubicBezTo>
                  <a:cubicBezTo>
                    <a:pt x="3974" y="177"/>
                    <a:pt x="3975" y="186"/>
                    <a:pt x="3978" y="194"/>
                  </a:cubicBezTo>
                  <a:cubicBezTo>
                    <a:pt x="3981" y="203"/>
                    <a:pt x="3986" y="215"/>
                    <a:pt x="3992" y="230"/>
                  </a:cubicBezTo>
                  <a:lnTo>
                    <a:pt x="4018" y="291"/>
                  </a:lnTo>
                  <a:cubicBezTo>
                    <a:pt x="4025" y="306"/>
                    <a:pt x="4031" y="323"/>
                    <a:pt x="4037" y="341"/>
                  </a:cubicBezTo>
                  <a:cubicBezTo>
                    <a:pt x="4042" y="359"/>
                    <a:pt x="4046" y="377"/>
                    <a:pt x="4046" y="396"/>
                  </a:cubicBezTo>
                  <a:cubicBezTo>
                    <a:pt x="4045" y="451"/>
                    <a:pt x="4030" y="491"/>
                    <a:pt x="4001" y="516"/>
                  </a:cubicBezTo>
                  <a:cubicBezTo>
                    <a:pt x="3972" y="542"/>
                    <a:pt x="3935" y="554"/>
                    <a:pt x="3888" y="554"/>
                  </a:cubicBezTo>
                  <a:cubicBezTo>
                    <a:pt x="3855" y="553"/>
                    <a:pt x="3828" y="551"/>
                    <a:pt x="3807" y="547"/>
                  </a:cubicBezTo>
                  <a:cubicBezTo>
                    <a:pt x="3786" y="543"/>
                    <a:pt x="3771" y="539"/>
                    <a:pt x="3762" y="535"/>
                  </a:cubicBezTo>
                  <a:lnTo>
                    <a:pt x="3772" y="402"/>
                  </a:lnTo>
                  <a:cubicBezTo>
                    <a:pt x="3782" y="406"/>
                    <a:pt x="3795" y="410"/>
                    <a:pt x="3814" y="414"/>
                  </a:cubicBezTo>
                  <a:cubicBezTo>
                    <a:pt x="3833" y="418"/>
                    <a:pt x="3854" y="420"/>
                    <a:pt x="3878" y="420"/>
                  </a:cubicBezTo>
                  <a:cubicBezTo>
                    <a:pt x="3881" y="420"/>
                    <a:pt x="3884" y="420"/>
                    <a:pt x="3886" y="420"/>
                  </a:cubicBezTo>
                  <a:cubicBezTo>
                    <a:pt x="3889" y="420"/>
                    <a:pt x="3892" y="420"/>
                    <a:pt x="3895" y="420"/>
                  </a:cubicBezTo>
                  <a:cubicBezTo>
                    <a:pt x="3896" y="416"/>
                    <a:pt x="3897" y="412"/>
                    <a:pt x="3898" y="407"/>
                  </a:cubicBezTo>
                  <a:cubicBezTo>
                    <a:pt x="3899" y="403"/>
                    <a:pt x="3900" y="398"/>
                    <a:pt x="3900" y="393"/>
                  </a:cubicBezTo>
                  <a:cubicBezTo>
                    <a:pt x="3899" y="384"/>
                    <a:pt x="3898" y="375"/>
                    <a:pt x="3894" y="366"/>
                  </a:cubicBezTo>
                  <a:cubicBezTo>
                    <a:pt x="3890" y="358"/>
                    <a:pt x="3886" y="348"/>
                    <a:pt x="3880" y="336"/>
                  </a:cubicBezTo>
                  <a:lnTo>
                    <a:pt x="3853" y="276"/>
                  </a:lnTo>
                  <a:cubicBezTo>
                    <a:pt x="3845" y="259"/>
                    <a:pt x="3839" y="241"/>
                    <a:pt x="3834" y="223"/>
                  </a:cubicBezTo>
                  <a:cubicBezTo>
                    <a:pt x="3829" y="205"/>
                    <a:pt x="3827" y="188"/>
                    <a:pt x="3827" y="171"/>
                  </a:cubicBezTo>
                  <a:cubicBezTo>
                    <a:pt x="3828" y="116"/>
                    <a:pt x="3843" y="75"/>
                    <a:pt x="3874" y="48"/>
                  </a:cubicBezTo>
                  <a:cubicBezTo>
                    <a:pt x="3905" y="20"/>
                    <a:pt x="3947" y="7"/>
                    <a:pt x="3999" y="7"/>
                  </a:cubicBezTo>
                  <a:close/>
                  <a:moveTo>
                    <a:pt x="2198" y="7"/>
                  </a:moveTo>
                  <a:cubicBezTo>
                    <a:pt x="2253" y="7"/>
                    <a:pt x="2290" y="21"/>
                    <a:pt x="2312" y="47"/>
                  </a:cubicBezTo>
                  <a:cubicBezTo>
                    <a:pt x="2333" y="73"/>
                    <a:pt x="2343" y="108"/>
                    <a:pt x="2342" y="151"/>
                  </a:cubicBezTo>
                  <a:cubicBezTo>
                    <a:pt x="2342" y="175"/>
                    <a:pt x="2340" y="200"/>
                    <a:pt x="2336" y="227"/>
                  </a:cubicBezTo>
                  <a:cubicBezTo>
                    <a:pt x="2332" y="253"/>
                    <a:pt x="2326" y="281"/>
                    <a:pt x="2320" y="310"/>
                  </a:cubicBezTo>
                  <a:cubicBezTo>
                    <a:pt x="2304" y="395"/>
                    <a:pt x="2279" y="457"/>
                    <a:pt x="2244" y="496"/>
                  </a:cubicBezTo>
                  <a:cubicBezTo>
                    <a:pt x="2208" y="535"/>
                    <a:pt x="2155" y="554"/>
                    <a:pt x="2085" y="554"/>
                  </a:cubicBezTo>
                  <a:cubicBezTo>
                    <a:pt x="2030" y="553"/>
                    <a:pt x="1993" y="540"/>
                    <a:pt x="1971" y="514"/>
                  </a:cubicBezTo>
                  <a:cubicBezTo>
                    <a:pt x="1950" y="487"/>
                    <a:pt x="1940" y="453"/>
                    <a:pt x="1941" y="409"/>
                  </a:cubicBezTo>
                  <a:cubicBezTo>
                    <a:pt x="1941" y="385"/>
                    <a:pt x="1944" y="360"/>
                    <a:pt x="1948" y="334"/>
                  </a:cubicBezTo>
                  <a:cubicBezTo>
                    <a:pt x="1952" y="307"/>
                    <a:pt x="1957" y="280"/>
                    <a:pt x="1964" y="251"/>
                  </a:cubicBezTo>
                  <a:cubicBezTo>
                    <a:pt x="1975" y="194"/>
                    <a:pt x="1989" y="148"/>
                    <a:pt x="2008" y="112"/>
                  </a:cubicBezTo>
                  <a:cubicBezTo>
                    <a:pt x="2026" y="76"/>
                    <a:pt x="2051" y="49"/>
                    <a:pt x="2081" y="32"/>
                  </a:cubicBezTo>
                  <a:cubicBezTo>
                    <a:pt x="2112" y="15"/>
                    <a:pt x="2151" y="7"/>
                    <a:pt x="2198" y="7"/>
                  </a:cubicBezTo>
                  <a:close/>
                  <a:moveTo>
                    <a:pt x="1809" y="7"/>
                  </a:moveTo>
                  <a:cubicBezTo>
                    <a:pt x="1838" y="7"/>
                    <a:pt x="1866" y="9"/>
                    <a:pt x="1892" y="13"/>
                  </a:cubicBezTo>
                  <a:cubicBezTo>
                    <a:pt x="1918" y="17"/>
                    <a:pt x="1937" y="21"/>
                    <a:pt x="1948" y="26"/>
                  </a:cubicBezTo>
                  <a:lnTo>
                    <a:pt x="1916" y="153"/>
                  </a:lnTo>
                  <a:cubicBezTo>
                    <a:pt x="1903" y="149"/>
                    <a:pt x="1887" y="146"/>
                    <a:pt x="1869" y="143"/>
                  </a:cubicBezTo>
                  <a:cubicBezTo>
                    <a:pt x="1851" y="140"/>
                    <a:pt x="1830" y="138"/>
                    <a:pt x="1807" y="138"/>
                  </a:cubicBezTo>
                  <a:cubicBezTo>
                    <a:pt x="1779" y="137"/>
                    <a:pt x="1760" y="144"/>
                    <a:pt x="1748" y="160"/>
                  </a:cubicBezTo>
                  <a:cubicBezTo>
                    <a:pt x="1737" y="176"/>
                    <a:pt x="1726" y="207"/>
                    <a:pt x="1716" y="252"/>
                  </a:cubicBezTo>
                  <a:cubicBezTo>
                    <a:pt x="1712" y="268"/>
                    <a:pt x="1709" y="288"/>
                    <a:pt x="1705" y="309"/>
                  </a:cubicBezTo>
                  <a:cubicBezTo>
                    <a:pt x="1701" y="331"/>
                    <a:pt x="1698" y="353"/>
                    <a:pt x="1696" y="374"/>
                  </a:cubicBezTo>
                  <a:cubicBezTo>
                    <a:pt x="1694" y="395"/>
                    <a:pt x="1692" y="413"/>
                    <a:pt x="1692" y="428"/>
                  </a:cubicBezTo>
                  <a:cubicBezTo>
                    <a:pt x="1695" y="429"/>
                    <a:pt x="1699" y="429"/>
                    <a:pt x="1702" y="429"/>
                  </a:cubicBezTo>
                  <a:cubicBezTo>
                    <a:pt x="1705" y="429"/>
                    <a:pt x="1708" y="429"/>
                    <a:pt x="1712" y="429"/>
                  </a:cubicBezTo>
                  <a:cubicBezTo>
                    <a:pt x="1721" y="429"/>
                    <a:pt x="1730" y="429"/>
                    <a:pt x="1739" y="428"/>
                  </a:cubicBezTo>
                  <a:cubicBezTo>
                    <a:pt x="1748" y="427"/>
                    <a:pt x="1757" y="426"/>
                    <a:pt x="1765" y="424"/>
                  </a:cubicBezTo>
                  <a:lnTo>
                    <a:pt x="1779" y="346"/>
                  </a:lnTo>
                  <a:lnTo>
                    <a:pt x="1738" y="346"/>
                  </a:lnTo>
                  <a:lnTo>
                    <a:pt x="1758" y="235"/>
                  </a:lnTo>
                  <a:lnTo>
                    <a:pt x="1922" y="235"/>
                  </a:lnTo>
                  <a:lnTo>
                    <a:pt x="1868" y="526"/>
                  </a:lnTo>
                  <a:cubicBezTo>
                    <a:pt x="1850" y="534"/>
                    <a:pt x="1824" y="541"/>
                    <a:pt x="1791" y="546"/>
                  </a:cubicBezTo>
                  <a:cubicBezTo>
                    <a:pt x="1758" y="551"/>
                    <a:pt x="1726" y="554"/>
                    <a:pt x="1693" y="554"/>
                  </a:cubicBezTo>
                  <a:cubicBezTo>
                    <a:pt x="1654" y="554"/>
                    <a:pt x="1624" y="548"/>
                    <a:pt x="1603" y="536"/>
                  </a:cubicBezTo>
                  <a:cubicBezTo>
                    <a:pt x="1582" y="524"/>
                    <a:pt x="1568" y="507"/>
                    <a:pt x="1560" y="485"/>
                  </a:cubicBezTo>
                  <a:cubicBezTo>
                    <a:pt x="1552" y="464"/>
                    <a:pt x="1549" y="439"/>
                    <a:pt x="1549" y="410"/>
                  </a:cubicBezTo>
                  <a:cubicBezTo>
                    <a:pt x="1549" y="386"/>
                    <a:pt x="1551" y="361"/>
                    <a:pt x="1555" y="334"/>
                  </a:cubicBezTo>
                  <a:cubicBezTo>
                    <a:pt x="1560" y="307"/>
                    <a:pt x="1565" y="280"/>
                    <a:pt x="1571" y="251"/>
                  </a:cubicBezTo>
                  <a:cubicBezTo>
                    <a:pt x="1587" y="166"/>
                    <a:pt x="1613" y="104"/>
                    <a:pt x="1649" y="65"/>
                  </a:cubicBezTo>
                  <a:cubicBezTo>
                    <a:pt x="1685" y="26"/>
                    <a:pt x="1739" y="6"/>
                    <a:pt x="1809" y="7"/>
                  </a:cubicBezTo>
                  <a:close/>
                  <a:moveTo>
                    <a:pt x="1347" y="7"/>
                  </a:moveTo>
                  <a:cubicBezTo>
                    <a:pt x="1378" y="7"/>
                    <a:pt x="1403" y="9"/>
                    <a:pt x="1422" y="13"/>
                  </a:cubicBezTo>
                  <a:cubicBezTo>
                    <a:pt x="1442" y="17"/>
                    <a:pt x="1456" y="21"/>
                    <a:pt x="1465" y="25"/>
                  </a:cubicBezTo>
                  <a:lnTo>
                    <a:pt x="1435" y="151"/>
                  </a:lnTo>
                  <a:cubicBezTo>
                    <a:pt x="1423" y="147"/>
                    <a:pt x="1411" y="143"/>
                    <a:pt x="1399" y="141"/>
                  </a:cubicBezTo>
                  <a:cubicBezTo>
                    <a:pt x="1388" y="139"/>
                    <a:pt x="1375" y="138"/>
                    <a:pt x="1362" y="138"/>
                  </a:cubicBezTo>
                  <a:cubicBezTo>
                    <a:pt x="1349" y="138"/>
                    <a:pt x="1339" y="140"/>
                    <a:pt x="1332" y="145"/>
                  </a:cubicBezTo>
                  <a:cubicBezTo>
                    <a:pt x="1325" y="150"/>
                    <a:pt x="1322" y="158"/>
                    <a:pt x="1322" y="169"/>
                  </a:cubicBezTo>
                  <a:cubicBezTo>
                    <a:pt x="1322" y="177"/>
                    <a:pt x="1323" y="186"/>
                    <a:pt x="1326" y="194"/>
                  </a:cubicBezTo>
                  <a:cubicBezTo>
                    <a:pt x="1329" y="203"/>
                    <a:pt x="1334" y="215"/>
                    <a:pt x="1340" y="230"/>
                  </a:cubicBezTo>
                  <a:lnTo>
                    <a:pt x="1366" y="291"/>
                  </a:lnTo>
                  <a:cubicBezTo>
                    <a:pt x="1373" y="306"/>
                    <a:pt x="1379" y="323"/>
                    <a:pt x="1385" y="341"/>
                  </a:cubicBezTo>
                  <a:cubicBezTo>
                    <a:pt x="1390" y="359"/>
                    <a:pt x="1394" y="377"/>
                    <a:pt x="1394" y="396"/>
                  </a:cubicBezTo>
                  <a:cubicBezTo>
                    <a:pt x="1393" y="451"/>
                    <a:pt x="1378" y="491"/>
                    <a:pt x="1349" y="516"/>
                  </a:cubicBezTo>
                  <a:cubicBezTo>
                    <a:pt x="1320" y="542"/>
                    <a:pt x="1283" y="554"/>
                    <a:pt x="1236" y="554"/>
                  </a:cubicBezTo>
                  <a:cubicBezTo>
                    <a:pt x="1203" y="553"/>
                    <a:pt x="1176" y="551"/>
                    <a:pt x="1155" y="547"/>
                  </a:cubicBezTo>
                  <a:cubicBezTo>
                    <a:pt x="1134" y="543"/>
                    <a:pt x="1119" y="539"/>
                    <a:pt x="1110" y="535"/>
                  </a:cubicBezTo>
                  <a:lnTo>
                    <a:pt x="1120" y="402"/>
                  </a:lnTo>
                  <a:cubicBezTo>
                    <a:pt x="1130" y="406"/>
                    <a:pt x="1143" y="410"/>
                    <a:pt x="1162" y="414"/>
                  </a:cubicBezTo>
                  <a:cubicBezTo>
                    <a:pt x="1181" y="418"/>
                    <a:pt x="1202" y="420"/>
                    <a:pt x="1226" y="420"/>
                  </a:cubicBezTo>
                  <a:cubicBezTo>
                    <a:pt x="1229" y="420"/>
                    <a:pt x="1232" y="420"/>
                    <a:pt x="1234" y="420"/>
                  </a:cubicBezTo>
                  <a:cubicBezTo>
                    <a:pt x="1237" y="420"/>
                    <a:pt x="1240" y="420"/>
                    <a:pt x="1243" y="420"/>
                  </a:cubicBezTo>
                  <a:cubicBezTo>
                    <a:pt x="1244" y="416"/>
                    <a:pt x="1245" y="412"/>
                    <a:pt x="1246" y="407"/>
                  </a:cubicBezTo>
                  <a:cubicBezTo>
                    <a:pt x="1247" y="403"/>
                    <a:pt x="1248" y="398"/>
                    <a:pt x="1248" y="393"/>
                  </a:cubicBezTo>
                  <a:cubicBezTo>
                    <a:pt x="1247" y="384"/>
                    <a:pt x="1246" y="375"/>
                    <a:pt x="1242" y="366"/>
                  </a:cubicBezTo>
                  <a:cubicBezTo>
                    <a:pt x="1238" y="358"/>
                    <a:pt x="1234" y="348"/>
                    <a:pt x="1228" y="336"/>
                  </a:cubicBezTo>
                  <a:lnTo>
                    <a:pt x="1201" y="276"/>
                  </a:lnTo>
                  <a:cubicBezTo>
                    <a:pt x="1193" y="259"/>
                    <a:pt x="1187" y="241"/>
                    <a:pt x="1182" y="223"/>
                  </a:cubicBezTo>
                  <a:cubicBezTo>
                    <a:pt x="1177" y="205"/>
                    <a:pt x="1175" y="188"/>
                    <a:pt x="1175" y="171"/>
                  </a:cubicBezTo>
                  <a:cubicBezTo>
                    <a:pt x="1176" y="116"/>
                    <a:pt x="1191" y="75"/>
                    <a:pt x="1222" y="48"/>
                  </a:cubicBezTo>
                  <a:cubicBezTo>
                    <a:pt x="1253" y="20"/>
                    <a:pt x="1295" y="7"/>
                    <a:pt x="1347" y="7"/>
                  </a:cubicBezTo>
                  <a:close/>
                  <a:moveTo>
                    <a:pt x="15848" y="0"/>
                  </a:moveTo>
                  <a:lnTo>
                    <a:pt x="15758" y="374"/>
                  </a:lnTo>
                  <a:lnTo>
                    <a:pt x="15639" y="374"/>
                  </a:lnTo>
                  <a:lnTo>
                    <a:pt x="15691" y="16"/>
                  </a:lnTo>
                  <a:lnTo>
                    <a:pt x="15848" y="0"/>
                  </a:lnTo>
                  <a:close/>
                  <a:moveTo>
                    <a:pt x="13196" y="0"/>
                  </a:moveTo>
                  <a:lnTo>
                    <a:pt x="13106" y="374"/>
                  </a:lnTo>
                  <a:lnTo>
                    <a:pt x="12987" y="374"/>
                  </a:lnTo>
                  <a:lnTo>
                    <a:pt x="13039" y="16"/>
                  </a:lnTo>
                  <a:lnTo>
                    <a:pt x="13196" y="0"/>
                  </a:lnTo>
                  <a:close/>
                  <a:moveTo>
                    <a:pt x="10542" y="0"/>
                  </a:moveTo>
                  <a:lnTo>
                    <a:pt x="10452" y="374"/>
                  </a:lnTo>
                  <a:lnTo>
                    <a:pt x="10333" y="374"/>
                  </a:lnTo>
                  <a:lnTo>
                    <a:pt x="10385" y="16"/>
                  </a:lnTo>
                  <a:lnTo>
                    <a:pt x="10542" y="0"/>
                  </a:lnTo>
                  <a:close/>
                  <a:moveTo>
                    <a:pt x="7890" y="0"/>
                  </a:moveTo>
                  <a:lnTo>
                    <a:pt x="7800" y="374"/>
                  </a:lnTo>
                  <a:lnTo>
                    <a:pt x="7681" y="374"/>
                  </a:lnTo>
                  <a:lnTo>
                    <a:pt x="7733" y="16"/>
                  </a:lnTo>
                  <a:lnTo>
                    <a:pt x="7890" y="0"/>
                  </a:lnTo>
                  <a:close/>
                  <a:moveTo>
                    <a:pt x="5236" y="0"/>
                  </a:moveTo>
                  <a:lnTo>
                    <a:pt x="5146" y="374"/>
                  </a:lnTo>
                  <a:lnTo>
                    <a:pt x="5027" y="374"/>
                  </a:lnTo>
                  <a:lnTo>
                    <a:pt x="5079" y="16"/>
                  </a:lnTo>
                  <a:lnTo>
                    <a:pt x="5236" y="0"/>
                  </a:lnTo>
                  <a:close/>
                  <a:moveTo>
                    <a:pt x="2584" y="0"/>
                  </a:moveTo>
                  <a:lnTo>
                    <a:pt x="2494" y="374"/>
                  </a:lnTo>
                  <a:lnTo>
                    <a:pt x="2375" y="374"/>
                  </a:lnTo>
                  <a:lnTo>
                    <a:pt x="2427" y="16"/>
                  </a:lnTo>
                  <a:lnTo>
                    <a:pt x="2584" y="0"/>
                  </a:lnTo>
                  <a:close/>
                </a:path>
              </a:pathLst>
            </a:custGeom>
            <a:noFill/>
            <a:ln w="1270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301C9D5C-2390-A2EE-0BB0-9BE8D0890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086" y="4105663"/>
              <a:ext cx="12484683" cy="408031"/>
            </a:xfrm>
            <a:custGeom>
              <a:avLst/>
              <a:gdLst>
                <a:gd name="T0" fmla="*/ 11398 w 16953"/>
                <a:gd name="T1" fmla="*/ 544 h 554"/>
                <a:gd name="T2" fmla="*/ 3575 w 16953"/>
                <a:gd name="T3" fmla="*/ 544 h 554"/>
                <a:gd name="T4" fmla="*/ 16472 w 16953"/>
                <a:gd name="T5" fmla="*/ 428 h 554"/>
                <a:gd name="T6" fmla="*/ 13860 w 16953"/>
                <a:gd name="T7" fmla="*/ 403 h 554"/>
                <a:gd name="T8" fmla="*/ 11237 w 16953"/>
                <a:gd name="T9" fmla="*/ 309 h 554"/>
                <a:gd name="T10" fmla="*/ 8600 w 16953"/>
                <a:gd name="T11" fmla="*/ 224 h 554"/>
                <a:gd name="T12" fmla="*/ 5958 w 16953"/>
                <a:gd name="T13" fmla="*/ 132 h 554"/>
                <a:gd name="T14" fmla="*/ 3294 w 16953"/>
                <a:gd name="T15" fmla="*/ 132 h 554"/>
                <a:gd name="T16" fmla="*/ 631 w 16953"/>
                <a:gd name="T17" fmla="*/ 131 h 554"/>
                <a:gd name="T18" fmla="*/ 15032 w 16953"/>
                <a:gd name="T19" fmla="*/ 145 h 554"/>
                <a:gd name="T20" fmla="*/ 14756 w 16953"/>
                <a:gd name="T21" fmla="*/ 16 h 554"/>
                <a:gd name="T22" fmla="*/ 12401 w 16953"/>
                <a:gd name="T23" fmla="*/ 16 h 554"/>
                <a:gd name="T24" fmla="*/ 12328 w 16953"/>
                <a:gd name="T25" fmla="*/ 217 h 554"/>
                <a:gd name="T26" fmla="*/ 11812 w 16953"/>
                <a:gd name="T27" fmla="*/ 16 h 554"/>
                <a:gd name="T28" fmla="*/ 9726 w 16953"/>
                <a:gd name="T29" fmla="*/ 145 h 554"/>
                <a:gd name="T30" fmla="*/ 9450 w 16953"/>
                <a:gd name="T31" fmla="*/ 16 h 554"/>
                <a:gd name="T32" fmla="*/ 7095 w 16953"/>
                <a:gd name="T33" fmla="*/ 16 h 554"/>
                <a:gd name="T34" fmla="*/ 7022 w 16953"/>
                <a:gd name="T35" fmla="*/ 217 h 554"/>
                <a:gd name="T36" fmla="*/ 6506 w 16953"/>
                <a:gd name="T37" fmla="*/ 16 h 554"/>
                <a:gd name="T38" fmla="*/ 4420 w 16953"/>
                <a:gd name="T39" fmla="*/ 145 h 554"/>
                <a:gd name="T40" fmla="*/ 4144 w 16953"/>
                <a:gd name="T41" fmla="*/ 16 h 554"/>
                <a:gd name="T42" fmla="*/ 1791 w 16953"/>
                <a:gd name="T43" fmla="*/ 16 h 554"/>
                <a:gd name="T44" fmla="*/ 1718 w 16953"/>
                <a:gd name="T45" fmla="*/ 217 h 554"/>
                <a:gd name="T46" fmla="*/ 1202 w 16953"/>
                <a:gd name="T47" fmla="*/ 16 h 554"/>
                <a:gd name="T48" fmla="*/ 16567 w 16953"/>
                <a:gd name="T49" fmla="*/ 7 h 554"/>
                <a:gd name="T50" fmla="*/ 16108 w 16953"/>
                <a:gd name="T51" fmla="*/ 428 h 554"/>
                <a:gd name="T52" fmla="*/ 16018 w 16953"/>
                <a:gd name="T53" fmla="*/ 65 h 554"/>
                <a:gd name="T54" fmla="*/ 15763 w 16953"/>
                <a:gd name="T55" fmla="*/ 396 h 554"/>
                <a:gd name="T56" fmla="*/ 15570 w 16953"/>
                <a:gd name="T57" fmla="*/ 276 h 554"/>
                <a:gd name="T58" fmla="*/ 13663 w 16953"/>
                <a:gd name="T59" fmla="*/ 334 h 554"/>
                <a:gd name="T60" fmla="*/ 13411 w 16953"/>
                <a:gd name="T61" fmla="*/ 374 h 554"/>
                <a:gd name="T62" fmla="*/ 13275 w 16953"/>
                <a:gd name="T63" fmla="*/ 485 h 554"/>
                <a:gd name="T64" fmla="*/ 13041 w 16953"/>
                <a:gd name="T65" fmla="*/ 194 h 554"/>
                <a:gd name="T66" fmla="*/ 12961 w 16953"/>
                <a:gd name="T67" fmla="*/ 407 h 554"/>
                <a:gd name="T68" fmla="*/ 11307 w 16953"/>
                <a:gd name="T69" fmla="*/ 496 h 554"/>
                <a:gd name="T70" fmla="*/ 10870 w 16953"/>
                <a:gd name="T71" fmla="*/ 138 h 554"/>
                <a:gd name="T72" fmla="*/ 10931 w 16953"/>
                <a:gd name="T73" fmla="*/ 526 h 554"/>
                <a:gd name="T74" fmla="*/ 10462 w 16953"/>
                <a:gd name="T75" fmla="*/ 141 h 554"/>
                <a:gd name="T76" fmla="*/ 10225 w 16953"/>
                <a:gd name="T77" fmla="*/ 414 h 554"/>
                <a:gd name="T78" fmla="*/ 8721 w 16953"/>
                <a:gd name="T79" fmla="*/ 47 h 554"/>
                <a:gd name="T80" fmla="*/ 8301 w 16953"/>
                <a:gd name="T81" fmla="*/ 13 h 554"/>
                <a:gd name="T82" fmla="*/ 8188 w 16953"/>
                <a:gd name="T83" fmla="*/ 346 h 554"/>
                <a:gd name="T84" fmla="*/ 7756 w 16953"/>
                <a:gd name="T85" fmla="*/ 7 h 554"/>
                <a:gd name="T86" fmla="*/ 7645 w 16953"/>
                <a:gd name="T87" fmla="*/ 554 h 554"/>
                <a:gd name="T88" fmla="*/ 7584 w 16953"/>
                <a:gd name="T89" fmla="*/ 171 h 554"/>
                <a:gd name="T90" fmla="*/ 5765 w 16953"/>
                <a:gd name="T91" fmla="*/ 112 h 554"/>
                <a:gd name="T92" fmla="*/ 5459 w 16953"/>
                <a:gd name="T93" fmla="*/ 429 h 554"/>
                <a:gd name="T94" fmla="*/ 5312 w 16953"/>
                <a:gd name="T95" fmla="*/ 334 h 554"/>
                <a:gd name="T96" fmla="*/ 5123 w 16953"/>
                <a:gd name="T97" fmla="*/ 291 h 554"/>
                <a:gd name="T98" fmla="*/ 4999 w 16953"/>
                <a:gd name="T99" fmla="*/ 366 h 554"/>
                <a:gd name="T100" fmla="*/ 3074 w 16953"/>
                <a:gd name="T101" fmla="*/ 514 h 554"/>
                <a:gd name="T102" fmla="*/ 2819 w 16953"/>
                <a:gd name="T103" fmla="*/ 252 h 554"/>
                <a:gd name="T104" fmla="*/ 2796 w 16953"/>
                <a:gd name="T105" fmla="*/ 554 h 554"/>
                <a:gd name="T106" fmla="*/ 2437 w 16953"/>
                <a:gd name="T107" fmla="*/ 145 h 554"/>
                <a:gd name="T108" fmla="*/ 2339 w 16953"/>
                <a:gd name="T109" fmla="*/ 420 h 554"/>
                <a:gd name="T110" fmla="*/ 787 w 16953"/>
                <a:gd name="T111" fmla="*/ 227 h 554"/>
                <a:gd name="T112" fmla="*/ 367 w 16953"/>
                <a:gd name="T113" fmla="*/ 153 h 554"/>
                <a:gd name="T114" fmla="*/ 209 w 16953"/>
                <a:gd name="T115" fmla="*/ 235 h 554"/>
                <a:gd name="T116" fmla="*/ 16744 w 16953"/>
                <a:gd name="T117" fmla="*/ 374 h 554"/>
                <a:gd name="T118" fmla="*/ 8903 w 16953"/>
                <a:gd name="T119" fmla="*/ 374 h 554"/>
                <a:gd name="T120" fmla="*/ 1035 w 1695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953" h="554">
                  <a:moveTo>
                    <a:pt x="16728" y="419"/>
                  </a:moveTo>
                  <a:lnTo>
                    <a:pt x="16864" y="419"/>
                  </a:lnTo>
                  <a:lnTo>
                    <a:pt x="16841" y="544"/>
                  </a:lnTo>
                  <a:lnTo>
                    <a:pt x="16704" y="544"/>
                  </a:lnTo>
                  <a:lnTo>
                    <a:pt x="16728" y="419"/>
                  </a:lnTo>
                  <a:close/>
                  <a:moveTo>
                    <a:pt x="14074" y="419"/>
                  </a:moveTo>
                  <a:lnTo>
                    <a:pt x="14210" y="419"/>
                  </a:lnTo>
                  <a:lnTo>
                    <a:pt x="14187" y="544"/>
                  </a:lnTo>
                  <a:lnTo>
                    <a:pt x="14050" y="544"/>
                  </a:lnTo>
                  <a:lnTo>
                    <a:pt x="14074" y="419"/>
                  </a:lnTo>
                  <a:close/>
                  <a:moveTo>
                    <a:pt x="11422" y="419"/>
                  </a:moveTo>
                  <a:lnTo>
                    <a:pt x="11558" y="419"/>
                  </a:lnTo>
                  <a:lnTo>
                    <a:pt x="11535" y="544"/>
                  </a:lnTo>
                  <a:lnTo>
                    <a:pt x="11398" y="544"/>
                  </a:lnTo>
                  <a:lnTo>
                    <a:pt x="11422" y="419"/>
                  </a:lnTo>
                  <a:close/>
                  <a:moveTo>
                    <a:pt x="8768" y="419"/>
                  </a:moveTo>
                  <a:lnTo>
                    <a:pt x="8904" y="419"/>
                  </a:lnTo>
                  <a:lnTo>
                    <a:pt x="8881" y="544"/>
                  </a:lnTo>
                  <a:lnTo>
                    <a:pt x="8744" y="544"/>
                  </a:lnTo>
                  <a:lnTo>
                    <a:pt x="8768" y="419"/>
                  </a:lnTo>
                  <a:close/>
                  <a:moveTo>
                    <a:pt x="6116" y="419"/>
                  </a:moveTo>
                  <a:lnTo>
                    <a:pt x="6252" y="419"/>
                  </a:lnTo>
                  <a:lnTo>
                    <a:pt x="6229" y="544"/>
                  </a:lnTo>
                  <a:lnTo>
                    <a:pt x="6092" y="544"/>
                  </a:lnTo>
                  <a:lnTo>
                    <a:pt x="6116" y="419"/>
                  </a:lnTo>
                  <a:close/>
                  <a:moveTo>
                    <a:pt x="3462" y="419"/>
                  </a:moveTo>
                  <a:lnTo>
                    <a:pt x="3598" y="419"/>
                  </a:lnTo>
                  <a:lnTo>
                    <a:pt x="3575" y="544"/>
                  </a:lnTo>
                  <a:lnTo>
                    <a:pt x="3438" y="544"/>
                  </a:lnTo>
                  <a:lnTo>
                    <a:pt x="3462" y="419"/>
                  </a:lnTo>
                  <a:close/>
                  <a:moveTo>
                    <a:pt x="810" y="419"/>
                  </a:moveTo>
                  <a:lnTo>
                    <a:pt x="946" y="419"/>
                  </a:lnTo>
                  <a:lnTo>
                    <a:pt x="923" y="544"/>
                  </a:lnTo>
                  <a:lnTo>
                    <a:pt x="786" y="544"/>
                  </a:lnTo>
                  <a:lnTo>
                    <a:pt x="810" y="419"/>
                  </a:lnTo>
                  <a:close/>
                  <a:moveTo>
                    <a:pt x="16549" y="131"/>
                  </a:moveTo>
                  <a:cubicBezTo>
                    <a:pt x="16531" y="131"/>
                    <a:pt x="16517" y="139"/>
                    <a:pt x="16507" y="157"/>
                  </a:cubicBezTo>
                  <a:cubicBezTo>
                    <a:pt x="16498" y="175"/>
                    <a:pt x="16488" y="206"/>
                    <a:pt x="16478" y="251"/>
                  </a:cubicBezTo>
                  <a:cubicBezTo>
                    <a:pt x="16472" y="277"/>
                    <a:pt x="16466" y="305"/>
                    <a:pt x="16461" y="336"/>
                  </a:cubicBezTo>
                  <a:cubicBezTo>
                    <a:pt x="16455" y="367"/>
                    <a:pt x="16452" y="398"/>
                    <a:pt x="16450" y="428"/>
                  </a:cubicBezTo>
                  <a:cubicBezTo>
                    <a:pt x="16454" y="428"/>
                    <a:pt x="16457" y="428"/>
                    <a:pt x="16461" y="428"/>
                  </a:cubicBezTo>
                  <a:cubicBezTo>
                    <a:pt x="16465" y="428"/>
                    <a:pt x="16468" y="428"/>
                    <a:pt x="16472" y="428"/>
                  </a:cubicBezTo>
                  <a:cubicBezTo>
                    <a:pt x="16490" y="429"/>
                    <a:pt x="16505" y="421"/>
                    <a:pt x="16514" y="403"/>
                  </a:cubicBezTo>
                  <a:cubicBezTo>
                    <a:pt x="16523" y="386"/>
                    <a:pt x="16533" y="354"/>
                    <a:pt x="16543" y="309"/>
                  </a:cubicBezTo>
                  <a:cubicBezTo>
                    <a:pt x="16549" y="284"/>
                    <a:pt x="16555" y="255"/>
                    <a:pt x="16560" y="224"/>
                  </a:cubicBezTo>
                  <a:cubicBezTo>
                    <a:pt x="16565" y="193"/>
                    <a:pt x="16568" y="162"/>
                    <a:pt x="16570" y="132"/>
                  </a:cubicBezTo>
                  <a:cubicBezTo>
                    <a:pt x="16567" y="132"/>
                    <a:pt x="16564" y="132"/>
                    <a:pt x="16560" y="132"/>
                  </a:cubicBezTo>
                  <a:cubicBezTo>
                    <a:pt x="16557" y="131"/>
                    <a:pt x="16553" y="131"/>
                    <a:pt x="16549" y="131"/>
                  </a:cubicBezTo>
                  <a:close/>
                  <a:moveTo>
                    <a:pt x="13895" y="131"/>
                  </a:moveTo>
                  <a:cubicBezTo>
                    <a:pt x="13877" y="131"/>
                    <a:pt x="13863" y="139"/>
                    <a:pt x="13853" y="157"/>
                  </a:cubicBezTo>
                  <a:cubicBezTo>
                    <a:pt x="13844" y="175"/>
                    <a:pt x="13834" y="206"/>
                    <a:pt x="13824" y="251"/>
                  </a:cubicBezTo>
                  <a:cubicBezTo>
                    <a:pt x="13818" y="277"/>
                    <a:pt x="13812" y="305"/>
                    <a:pt x="13807" y="336"/>
                  </a:cubicBezTo>
                  <a:cubicBezTo>
                    <a:pt x="13801" y="367"/>
                    <a:pt x="13798" y="398"/>
                    <a:pt x="13796" y="428"/>
                  </a:cubicBezTo>
                  <a:cubicBezTo>
                    <a:pt x="13800" y="428"/>
                    <a:pt x="13803" y="428"/>
                    <a:pt x="13807" y="428"/>
                  </a:cubicBezTo>
                  <a:cubicBezTo>
                    <a:pt x="13811" y="428"/>
                    <a:pt x="13814" y="428"/>
                    <a:pt x="13818" y="428"/>
                  </a:cubicBezTo>
                  <a:cubicBezTo>
                    <a:pt x="13836" y="429"/>
                    <a:pt x="13851" y="421"/>
                    <a:pt x="13860" y="403"/>
                  </a:cubicBezTo>
                  <a:cubicBezTo>
                    <a:pt x="13869" y="386"/>
                    <a:pt x="13879" y="354"/>
                    <a:pt x="13889" y="309"/>
                  </a:cubicBezTo>
                  <a:cubicBezTo>
                    <a:pt x="13895" y="284"/>
                    <a:pt x="13901" y="255"/>
                    <a:pt x="13906" y="224"/>
                  </a:cubicBezTo>
                  <a:cubicBezTo>
                    <a:pt x="13911" y="193"/>
                    <a:pt x="13914" y="162"/>
                    <a:pt x="13916" y="132"/>
                  </a:cubicBezTo>
                  <a:cubicBezTo>
                    <a:pt x="13913" y="132"/>
                    <a:pt x="13910" y="132"/>
                    <a:pt x="13906" y="132"/>
                  </a:cubicBezTo>
                  <a:cubicBezTo>
                    <a:pt x="13903" y="131"/>
                    <a:pt x="13899" y="131"/>
                    <a:pt x="13895" y="131"/>
                  </a:cubicBezTo>
                  <a:close/>
                  <a:moveTo>
                    <a:pt x="11243" y="131"/>
                  </a:moveTo>
                  <a:cubicBezTo>
                    <a:pt x="11225" y="131"/>
                    <a:pt x="11211" y="139"/>
                    <a:pt x="11201" y="157"/>
                  </a:cubicBezTo>
                  <a:cubicBezTo>
                    <a:pt x="11192" y="175"/>
                    <a:pt x="11182" y="206"/>
                    <a:pt x="11172" y="251"/>
                  </a:cubicBezTo>
                  <a:cubicBezTo>
                    <a:pt x="11166" y="277"/>
                    <a:pt x="11160" y="305"/>
                    <a:pt x="11155" y="336"/>
                  </a:cubicBezTo>
                  <a:cubicBezTo>
                    <a:pt x="11149" y="367"/>
                    <a:pt x="11146" y="398"/>
                    <a:pt x="11144" y="428"/>
                  </a:cubicBezTo>
                  <a:cubicBezTo>
                    <a:pt x="11148" y="428"/>
                    <a:pt x="11151" y="428"/>
                    <a:pt x="11155" y="428"/>
                  </a:cubicBezTo>
                  <a:cubicBezTo>
                    <a:pt x="11159" y="428"/>
                    <a:pt x="11162" y="428"/>
                    <a:pt x="11166" y="428"/>
                  </a:cubicBezTo>
                  <a:cubicBezTo>
                    <a:pt x="11184" y="429"/>
                    <a:pt x="11199" y="421"/>
                    <a:pt x="11208" y="403"/>
                  </a:cubicBezTo>
                  <a:cubicBezTo>
                    <a:pt x="11217" y="386"/>
                    <a:pt x="11227" y="354"/>
                    <a:pt x="11237" y="309"/>
                  </a:cubicBezTo>
                  <a:cubicBezTo>
                    <a:pt x="11243" y="284"/>
                    <a:pt x="11249" y="255"/>
                    <a:pt x="11254" y="224"/>
                  </a:cubicBezTo>
                  <a:cubicBezTo>
                    <a:pt x="11259" y="193"/>
                    <a:pt x="11262" y="162"/>
                    <a:pt x="11264" y="132"/>
                  </a:cubicBezTo>
                  <a:cubicBezTo>
                    <a:pt x="11261" y="132"/>
                    <a:pt x="11258" y="132"/>
                    <a:pt x="11254" y="132"/>
                  </a:cubicBezTo>
                  <a:cubicBezTo>
                    <a:pt x="11251" y="131"/>
                    <a:pt x="11247" y="131"/>
                    <a:pt x="11243" y="131"/>
                  </a:cubicBezTo>
                  <a:close/>
                  <a:moveTo>
                    <a:pt x="8589" y="131"/>
                  </a:moveTo>
                  <a:cubicBezTo>
                    <a:pt x="8571" y="131"/>
                    <a:pt x="8557" y="139"/>
                    <a:pt x="8547" y="157"/>
                  </a:cubicBezTo>
                  <a:cubicBezTo>
                    <a:pt x="8538" y="175"/>
                    <a:pt x="8528" y="206"/>
                    <a:pt x="8518" y="251"/>
                  </a:cubicBezTo>
                  <a:cubicBezTo>
                    <a:pt x="8512" y="277"/>
                    <a:pt x="8506" y="305"/>
                    <a:pt x="8501" y="336"/>
                  </a:cubicBezTo>
                  <a:cubicBezTo>
                    <a:pt x="8495" y="367"/>
                    <a:pt x="8492" y="398"/>
                    <a:pt x="8490" y="428"/>
                  </a:cubicBezTo>
                  <a:cubicBezTo>
                    <a:pt x="8494" y="428"/>
                    <a:pt x="8497" y="428"/>
                    <a:pt x="8501" y="428"/>
                  </a:cubicBezTo>
                  <a:cubicBezTo>
                    <a:pt x="8505" y="428"/>
                    <a:pt x="8508" y="428"/>
                    <a:pt x="8512" y="428"/>
                  </a:cubicBezTo>
                  <a:cubicBezTo>
                    <a:pt x="8530" y="429"/>
                    <a:pt x="8545" y="421"/>
                    <a:pt x="8554" y="403"/>
                  </a:cubicBezTo>
                  <a:cubicBezTo>
                    <a:pt x="8563" y="386"/>
                    <a:pt x="8573" y="354"/>
                    <a:pt x="8583" y="309"/>
                  </a:cubicBezTo>
                  <a:cubicBezTo>
                    <a:pt x="8589" y="284"/>
                    <a:pt x="8595" y="255"/>
                    <a:pt x="8600" y="224"/>
                  </a:cubicBezTo>
                  <a:cubicBezTo>
                    <a:pt x="8605" y="193"/>
                    <a:pt x="8608" y="162"/>
                    <a:pt x="8610" y="132"/>
                  </a:cubicBezTo>
                  <a:cubicBezTo>
                    <a:pt x="8607" y="132"/>
                    <a:pt x="8604" y="132"/>
                    <a:pt x="8600" y="132"/>
                  </a:cubicBezTo>
                  <a:cubicBezTo>
                    <a:pt x="8597" y="131"/>
                    <a:pt x="8593" y="131"/>
                    <a:pt x="8589" y="131"/>
                  </a:cubicBezTo>
                  <a:close/>
                  <a:moveTo>
                    <a:pt x="5937" y="131"/>
                  </a:moveTo>
                  <a:cubicBezTo>
                    <a:pt x="5919" y="131"/>
                    <a:pt x="5905" y="139"/>
                    <a:pt x="5895" y="157"/>
                  </a:cubicBezTo>
                  <a:cubicBezTo>
                    <a:pt x="5886" y="175"/>
                    <a:pt x="5876" y="206"/>
                    <a:pt x="5866" y="251"/>
                  </a:cubicBezTo>
                  <a:cubicBezTo>
                    <a:pt x="5860" y="277"/>
                    <a:pt x="5854" y="305"/>
                    <a:pt x="5849" y="336"/>
                  </a:cubicBezTo>
                  <a:cubicBezTo>
                    <a:pt x="5843" y="367"/>
                    <a:pt x="5840" y="398"/>
                    <a:pt x="5838" y="428"/>
                  </a:cubicBezTo>
                  <a:cubicBezTo>
                    <a:pt x="5842" y="428"/>
                    <a:pt x="5845" y="428"/>
                    <a:pt x="5849" y="428"/>
                  </a:cubicBezTo>
                  <a:cubicBezTo>
                    <a:pt x="5853" y="428"/>
                    <a:pt x="5856" y="428"/>
                    <a:pt x="5860" y="428"/>
                  </a:cubicBezTo>
                  <a:cubicBezTo>
                    <a:pt x="5878" y="429"/>
                    <a:pt x="5893" y="421"/>
                    <a:pt x="5902" y="403"/>
                  </a:cubicBezTo>
                  <a:cubicBezTo>
                    <a:pt x="5911" y="386"/>
                    <a:pt x="5921" y="354"/>
                    <a:pt x="5931" y="309"/>
                  </a:cubicBezTo>
                  <a:cubicBezTo>
                    <a:pt x="5937" y="284"/>
                    <a:pt x="5943" y="255"/>
                    <a:pt x="5948" y="224"/>
                  </a:cubicBezTo>
                  <a:cubicBezTo>
                    <a:pt x="5953" y="193"/>
                    <a:pt x="5956" y="162"/>
                    <a:pt x="5958" y="132"/>
                  </a:cubicBezTo>
                  <a:cubicBezTo>
                    <a:pt x="5955" y="132"/>
                    <a:pt x="5952" y="132"/>
                    <a:pt x="5948" y="132"/>
                  </a:cubicBezTo>
                  <a:cubicBezTo>
                    <a:pt x="5945" y="131"/>
                    <a:pt x="5941" y="131"/>
                    <a:pt x="5937" y="131"/>
                  </a:cubicBezTo>
                  <a:close/>
                  <a:moveTo>
                    <a:pt x="3283" y="131"/>
                  </a:moveTo>
                  <a:cubicBezTo>
                    <a:pt x="3265" y="131"/>
                    <a:pt x="3251" y="139"/>
                    <a:pt x="3241" y="157"/>
                  </a:cubicBezTo>
                  <a:cubicBezTo>
                    <a:pt x="3232" y="175"/>
                    <a:pt x="3222" y="206"/>
                    <a:pt x="3212" y="251"/>
                  </a:cubicBezTo>
                  <a:cubicBezTo>
                    <a:pt x="3206" y="277"/>
                    <a:pt x="3200" y="305"/>
                    <a:pt x="3195" y="336"/>
                  </a:cubicBezTo>
                  <a:cubicBezTo>
                    <a:pt x="3189" y="367"/>
                    <a:pt x="3186" y="398"/>
                    <a:pt x="3184" y="428"/>
                  </a:cubicBezTo>
                  <a:cubicBezTo>
                    <a:pt x="3188" y="428"/>
                    <a:pt x="3191" y="428"/>
                    <a:pt x="3195" y="428"/>
                  </a:cubicBezTo>
                  <a:cubicBezTo>
                    <a:pt x="3199" y="428"/>
                    <a:pt x="3202" y="428"/>
                    <a:pt x="3206" y="428"/>
                  </a:cubicBezTo>
                  <a:cubicBezTo>
                    <a:pt x="3224" y="429"/>
                    <a:pt x="3239" y="421"/>
                    <a:pt x="3248" y="403"/>
                  </a:cubicBezTo>
                  <a:cubicBezTo>
                    <a:pt x="3257" y="386"/>
                    <a:pt x="3267" y="354"/>
                    <a:pt x="3277" y="309"/>
                  </a:cubicBezTo>
                  <a:cubicBezTo>
                    <a:pt x="3283" y="284"/>
                    <a:pt x="3289" y="255"/>
                    <a:pt x="3294" y="224"/>
                  </a:cubicBezTo>
                  <a:cubicBezTo>
                    <a:pt x="3299" y="193"/>
                    <a:pt x="3302" y="162"/>
                    <a:pt x="3304" y="132"/>
                  </a:cubicBezTo>
                  <a:cubicBezTo>
                    <a:pt x="3301" y="132"/>
                    <a:pt x="3298" y="132"/>
                    <a:pt x="3294" y="132"/>
                  </a:cubicBezTo>
                  <a:cubicBezTo>
                    <a:pt x="3291" y="131"/>
                    <a:pt x="3287" y="131"/>
                    <a:pt x="3283" y="131"/>
                  </a:cubicBezTo>
                  <a:close/>
                  <a:moveTo>
                    <a:pt x="631" y="131"/>
                  </a:moveTo>
                  <a:cubicBezTo>
                    <a:pt x="613" y="131"/>
                    <a:pt x="599" y="139"/>
                    <a:pt x="589" y="157"/>
                  </a:cubicBezTo>
                  <a:cubicBezTo>
                    <a:pt x="580" y="175"/>
                    <a:pt x="570" y="206"/>
                    <a:pt x="560" y="251"/>
                  </a:cubicBezTo>
                  <a:cubicBezTo>
                    <a:pt x="554" y="277"/>
                    <a:pt x="548" y="305"/>
                    <a:pt x="543" y="336"/>
                  </a:cubicBezTo>
                  <a:cubicBezTo>
                    <a:pt x="537" y="367"/>
                    <a:pt x="534" y="398"/>
                    <a:pt x="532" y="428"/>
                  </a:cubicBezTo>
                  <a:cubicBezTo>
                    <a:pt x="536" y="428"/>
                    <a:pt x="539" y="428"/>
                    <a:pt x="543" y="428"/>
                  </a:cubicBezTo>
                  <a:cubicBezTo>
                    <a:pt x="547" y="428"/>
                    <a:pt x="550" y="428"/>
                    <a:pt x="554" y="428"/>
                  </a:cubicBezTo>
                  <a:cubicBezTo>
                    <a:pt x="572" y="429"/>
                    <a:pt x="587" y="421"/>
                    <a:pt x="596" y="403"/>
                  </a:cubicBezTo>
                  <a:cubicBezTo>
                    <a:pt x="605" y="386"/>
                    <a:pt x="615" y="354"/>
                    <a:pt x="625" y="309"/>
                  </a:cubicBezTo>
                  <a:cubicBezTo>
                    <a:pt x="631" y="284"/>
                    <a:pt x="637" y="255"/>
                    <a:pt x="642" y="224"/>
                  </a:cubicBezTo>
                  <a:cubicBezTo>
                    <a:pt x="647" y="193"/>
                    <a:pt x="650" y="162"/>
                    <a:pt x="652" y="132"/>
                  </a:cubicBezTo>
                  <a:cubicBezTo>
                    <a:pt x="649" y="132"/>
                    <a:pt x="646" y="132"/>
                    <a:pt x="642" y="132"/>
                  </a:cubicBezTo>
                  <a:cubicBezTo>
                    <a:pt x="639" y="131"/>
                    <a:pt x="635" y="131"/>
                    <a:pt x="631" y="131"/>
                  </a:cubicBezTo>
                  <a:close/>
                  <a:moveTo>
                    <a:pt x="15416" y="16"/>
                  </a:moveTo>
                  <a:lnTo>
                    <a:pt x="15525" y="16"/>
                  </a:lnTo>
                  <a:lnTo>
                    <a:pt x="15507" y="115"/>
                  </a:lnTo>
                  <a:lnTo>
                    <a:pt x="15457" y="211"/>
                  </a:lnTo>
                  <a:lnTo>
                    <a:pt x="15379" y="211"/>
                  </a:lnTo>
                  <a:lnTo>
                    <a:pt x="15416" y="16"/>
                  </a:lnTo>
                  <a:close/>
                  <a:moveTo>
                    <a:pt x="15055" y="16"/>
                  </a:moveTo>
                  <a:lnTo>
                    <a:pt x="15380" y="16"/>
                  </a:lnTo>
                  <a:lnTo>
                    <a:pt x="15347" y="145"/>
                  </a:lnTo>
                  <a:lnTo>
                    <a:pt x="15267" y="145"/>
                  </a:lnTo>
                  <a:lnTo>
                    <a:pt x="15193" y="544"/>
                  </a:lnTo>
                  <a:lnTo>
                    <a:pt x="15048" y="544"/>
                  </a:lnTo>
                  <a:lnTo>
                    <a:pt x="15121" y="145"/>
                  </a:lnTo>
                  <a:lnTo>
                    <a:pt x="15032" y="145"/>
                  </a:lnTo>
                  <a:lnTo>
                    <a:pt x="15055" y="16"/>
                  </a:lnTo>
                  <a:close/>
                  <a:moveTo>
                    <a:pt x="14756" y="16"/>
                  </a:moveTo>
                  <a:lnTo>
                    <a:pt x="15029" y="16"/>
                  </a:lnTo>
                  <a:lnTo>
                    <a:pt x="14996" y="145"/>
                  </a:lnTo>
                  <a:lnTo>
                    <a:pt x="14877" y="145"/>
                  </a:lnTo>
                  <a:lnTo>
                    <a:pt x="14865" y="217"/>
                  </a:lnTo>
                  <a:lnTo>
                    <a:pt x="14982" y="217"/>
                  </a:lnTo>
                  <a:lnTo>
                    <a:pt x="14960" y="338"/>
                  </a:lnTo>
                  <a:lnTo>
                    <a:pt x="14842" y="338"/>
                  </a:lnTo>
                  <a:lnTo>
                    <a:pt x="14829" y="414"/>
                  </a:lnTo>
                  <a:lnTo>
                    <a:pt x="14964" y="414"/>
                  </a:lnTo>
                  <a:lnTo>
                    <a:pt x="14929" y="544"/>
                  </a:lnTo>
                  <a:lnTo>
                    <a:pt x="14659" y="544"/>
                  </a:lnTo>
                  <a:lnTo>
                    <a:pt x="14756" y="16"/>
                  </a:lnTo>
                  <a:close/>
                  <a:moveTo>
                    <a:pt x="14466" y="16"/>
                  </a:moveTo>
                  <a:lnTo>
                    <a:pt x="14611" y="16"/>
                  </a:lnTo>
                  <a:lnTo>
                    <a:pt x="14539" y="414"/>
                  </a:lnTo>
                  <a:lnTo>
                    <a:pt x="14646" y="414"/>
                  </a:lnTo>
                  <a:lnTo>
                    <a:pt x="14611" y="544"/>
                  </a:lnTo>
                  <a:lnTo>
                    <a:pt x="14369" y="544"/>
                  </a:lnTo>
                  <a:lnTo>
                    <a:pt x="14466" y="16"/>
                  </a:lnTo>
                  <a:close/>
                  <a:moveTo>
                    <a:pt x="12762" y="16"/>
                  </a:moveTo>
                  <a:lnTo>
                    <a:pt x="12871" y="16"/>
                  </a:lnTo>
                  <a:lnTo>
                    <a:pt x="12853" y="115"/>
                  </a:lnTo>
                  <a:lnTo>
                    <a:pt x="12803" y="211"/>
                  </a:lnTo>
                  <a:lnTo>
                    <a:pt x="12725" y="211"/>
                  </a:lnTo>
                  <a:lnTo>
                    <a:pt x="12762" y="16"/>
                  </a:lnTo>
                  <a:close/>
                  <a:moveTo>
                    <a:pt x="12401" y="16"/>
                  </a:moveTo>
                  <a:lnTo>
                    <a:pt x="12726" y="16"/>
                  </a:lnTo>
                  <a:lnTo>
                    <a:pt x="12693" y="145"/>
                  </a:lnTo>
                  <a:lnTo>
                    <a:pt x="12613" y="145"/>
                  </a:lnTo>
                  <a:lnTo>
                    <a:pt x="12539" y="544"/>
                  </a:lnTo>
                  <a:lnTo>
                    <a:pt x="12394" y="544"/>
                  </a:lnTo>
                  <a:lnTo>
                    <a:pt x="12467" y="145"/>
                  </a:lnTo>
                  <a:lnTo>
                    <a:pt x="12378" y="145"/>
                  </a:lnTo>
                  <a:lnTo>
                    <a:pt x="12401" y="16"/>
                  </a:lnTo>
                  <a:close/>
                  <a:moveTo>
                    <a:pt x="12102" y="16"/>
                  </a:moveTo>
                  <a:lnTo>
                    <a:pt x="12375" y="16"/>
                  </a:lnTo>
                  <a:lnTo>
                    <a:pt x="12342" y="145"/>
                  </a:lnTo>
                  <a:lnTo>
                    <a:pt x="12223" y="145"/>
                  </a:lnTo>
                  <a:lnTo>
                    <a:pt x="12211" y="217"/>
                  </a:lnTo>
                  <a:lnTo>
                    <a:pt x="12328" y="217"/>
                  </a:lnTo>
                  <a:lnTo>
                    <a:pt x="12306" y="338"/>
                  </a:lnTo>
                  <a:lnTo>
                    <a:pt x="12188" y="338"/>
                  </a:lnTo>
                  <a:lnTo>
                    <a:pt x="12175" y="414"/>
                  </a:lnTo>
                  <a:lnTo>
                    <a:pt x="12310" y="414"/>
                  </a:lnTo>
                  <a:lnTo>
                    <a:pt x="12275" y="544"/>
                  </a:lnTo>
                  <a:lnTo>
                    <a:pt x="12005" y="544"/>
                  </a:lnTo>
                  <a:lnTo>
                    <a:pt x="12102" y="16"/>
                  </a:lnTo>
                  <a:close/>
                  <a:moveTo>
                    <a:pt x="11812" y="16"/>
                  </a:moveTo>
                  <a:lnTo>
                    <a:pt x="11957" y="16"/>
                  </a:lnTo>
                  <a:lnTo>
                    <a:pt x="11885" y="414"/>
                  </a:lnTo>
                  <a:lnTo>
                    <a:pt x="11992" y="414"/>
                  </a:lnTo>
                  <a:lnTo>
                    <a:pt x="11957" y="544"/>
                  </a:lnTo>
                  <a:lnTo>
                    <a:pt x="11715" y="544"/>
                  </a:lnTo>
                  <a:lnTo>
                    <a:pt x="11812" y="16"/>
                  </a:lnTo>
                  <a:close/>
                  <a:moveTo>
                    <a:pt x="10110" y="16"/>
                  </a:moveTo>
                  <a:lnTo>
                    <a:pt x="10219" y="16"/>
                  </a:lnTo>
                  <a:lnTo>
                    <a:pt x="10201" y="115"/>
                  </a:lnTo>
                  <a:lnTo>
                    <a:pt x="10151" y="211"/>
                  </a:lnTo>
                  <a:lnTo>
                    <a:pt x="10073" y="211"/>
                  </a:lnTo>
                  <a:lnTo>
                    <a:pt x="10110" y="16"/>
                  </a:lnTo>
                  <a:close/>
                  <a:moveTo>
                    <a:pt x="9749" y="16"/>
                  </a:moveTo>
                  <a:lnTo>
                    <a:pt x="10074" y="16"/>
                  </a:lnTo>
                  <a:lnTo>
                    <a:pt x="10041" y="145"/>
                  </a:lnTo>
                  <a:lnTo>
                    <a:pt x="9961" y="145"/>
                  </a:lnTo>
                  <a:lnTo>
                    <a:pt x="9887" y="544"/>
                  </a:lnTo>
                  <a:lnTo>
                    <a:pt x="9742" y="544"/>
                  </a:lnTo>
                  <a:lnTo>
                    <a:pt x="9815" y="145"/>
                  </a:lnTo>
                  <a:lnTo>
                    <a:pt x="9726" y="145"/>
                  </a:lnTo>
                  <a:lnTo>
                    <a:pt x="9749" y="16"/>
                  </a:lnTo>
                  <a:close/>
                  <a:moveTo>
                    <a:pt x="9450" y="16"/>
                  </a:moveTo>
                  <a:lnTo>
                    <a:pt x="9723" y="16"/>
                  </a:lnTo>
                  <a:lnTo>
                    <a:pt x="9690" y="145"/>
                  </a:lnTo>
                  <a:lnTo>
                    <a:pt x="9571" y="145"/>
                  </a:lnTo>
                  <a:lnTo>
                    <a:pt x="9559" y="217"/>
                  </a:lnTo>
                  <a:lnTo>
                    <a:pt x="9676" y="217"/>
                  </a:lnTo>
                  <a:lnTo>
                    <a:pt x="9654" y="338"/>
                  </a:lnTo>
                  <a:lnTo>
                    <a:pt x="9536" y="338"/>
                  </a:lnTo>
                  <a:lnTo>
                    <a:pt x="9523" y="414"/>
                  </a:lnTo>
                  <a:lnTo>
                    <a:pt x="9658" y="414"/>
                  </a:lnTo>
                  <a:lnTo>
                    <a:pt x="9623" y="544"/>
                  </a:lnTo>
                  <a:lnTo>
                    <a:pt x="9353" y="544"/>
                  </a:lnTo>
                  <a:lnTo>
                    <a:pt x="9450" y="16"/>
                  </a:lnTo>
                  <a:close/>
                  <a:moveTo>
                    <a:pt x="9160" y="16"/>
                  </a:moveTo>
                  <a:lnTo>
                    <a:pt x="9305" y="16"/>
                  </a:lnTo>
                  <a:lnTo>
                    <a:pt x="9233" y="414"/>
                  </a:lnTo>
                  <a:lnTo>
                    <a:pt x="9340" y="414"/>
                  </a:lnTo>
                  <a:lnTo>
                    <a:pt x="9305" y="544"/>
                  </a:lnTo>
                  <a:lnTo>
                    <a:pt x="9063" y="544"/>
                  </a:lnTo>
                  <a:lnTo>
                    <a:pt x="9160" y="16"/>
                  </a:lnTo>
                  <a:close/>
                  <a:moveTo>
                    <a:pt x="7456" y="16"/>
                  </a:moveTo>
                  <a:lnTo>
                    <a:pt x="7565" y="16"/>
                  </a:lnTo>
                  <a:lnTo>
                    <a:pt x="7547" y="115"/>
                  </a:lnTo>
                  <a:lnTo>
                    <a:pt x="7497" y="211"/>
                  </a:lnTo>
                  <a:lnTo>
                    <a:pt x="7419" y="211"/>
                  </a:lnTo>
                  <a:lnTo>
                    <a:pt x="7456" y="16"/>
                  </a:lnTo>
                  <a:close/>
                  <a:moveTo>
                    <a:pt x="7095" y="16"/>
                  </a:moveTo>
                  <a:lnTo>
                    <a:pt x="7420" y="16"/>
                  </a:lnTo>
                  <a:lnTo>
                    <a:pt x="7387" y="145"/>
                  </a:lnTo>
                  <a:lnTo>
                    <a:pt x="7307" y="145"/>
                  </a:lnTo>
                  <a:lnTo>
                    <a:pt x="7233" y="544"/>
                  </a:lnTo>
                  <a:lnTo>
                    <a:pt x="7088" y="544"/>
                  </a:lnTo>
                  <a:lnTo>
                    <a:pt x="7161" y="145"/>
                  </a:lnTo>
                  <a:lnTo>
                    <a:pt x="7072" y="145"/>
                  </a:lnTo>
                  <a:lnTo>
                    <a:pt x="7095" y="16"/>
                  </a:lnTo>
                  <a:close/>
                  <a:moveTo>
                    <a:pt x="6796" y="16"/>
                  </a:moveTo>
                  <a:lnTo>
                    <a:pt x="7069" y="16"/>
                  </a:lnTo>
                  <a:lnTo>
                    <a:pt x="7036" y="145"/>
                  </a:lnTo>
                  <a:lnTo>
                    <a:pt x="6917" y="145"/>
                  </a:lnTo>
                  <a:lnTo>
                    <a:pt x="6905" y="217"/>
                  </a:lnTo>
                  <a:lnTo>
                    <a:pt x="7022" y="217"/>
                  </a:lnTo>
                  <a:lnTo>
                    <a:pt x="7000" y="338"/>
                  </a:lnTo>
                  <a:lnTo>
                    <a:pt x="6882" y="338"/>
                  </a:lnTo>
                  <a:lnTo>
                    <a:pt x="6869" y="414"/>
                  </a:lnTo>
                  <a:lnTo>
                    <a:pt x="7004" y="414"/>
                  </a:lnTo>
                  <a:lnTo>
                    <a:pt x="6969" y="544"/>
                  </a:lnTo>
                  <a:lnTo>
                    <a:pt x="6699" y="544"/>
                  </a:lnTo>
                  <a:lnTo>
                    <a:pt x="6796" y="16"/>
                  </a:lnTo>
                  <a:close/>
                  <a:moveTo>
                    <a:pt x="6506" y="16"/>
                  </a:moveTo>
                  <a:lnTo>
                    <a:pt x="6651" y="16"/>
                  </a:lnTo>
                  <a:lnTo>
                    <a:pt x="6579" y="414"/>
                  </a:lnTo>
                  <a:lnTo>
                    <a:pt x="6686" y="414"/>
                  </a:lnTo>
                  <a:lnTo>
                    <a:pt x="6651" y="544"/>
                  </a:lnTo>
                  <a:lnTo>
                    <a:pt x="6409" y="544"/>
                  </a:lnTo>
                  <a:lnTo>
                    <a:pt x="6506" y="16"/>
                  </a:lnTo>
                  <a:close/>
                  <a:moveTo>
                    <a:pt x="4804" y="16"/>
                  </a:moveTo>
                  <a:lnTo>
                    <a:pt x="4913" y="16"/>
                  </a:lnTo>
                  <a:lnTo>
                    <a:pt x="4895" y="115"/>
                  </a:lnTo>
                  <a:lnTo>
                    <a:pt x="4845" y="211"/>
                  </a:lnTo>
                  <a:lnTo>
                    <a:pt x="4767" y="211"/>
                  </a:lnTo>
                  <a:lnTo>
                    <a:pt x="4804" y="16"/>
                  </a:lnTo>
                  <a:close/>
                  <a:moveTo>
                    <a:pt x="4443" y="16"/>
                  </a:moveTo>
                  <a:lnTo>
                    <a:pt x="4768" y="16"/>
                  </a:lnTo>
                  <a:lnTo>
                    <a:pt x="4735" y="145"/>
                  </a:lnTo>
                  <a:lnTo>
                    <a:pt x="4655" y="145"/>
                  </a:lnTo>
                  <a:lnTo>
                    <a:pt x="4581" y="544"/>
                  </a:lnTo>
                  <a:lnTo>
                    <a:pt x="4436" y="544"/>
                  </a:lnTo>
                  <a:lnTo>
                    <a:pt x="4509" y="145"/>
                  </a:lnTo>
                  <a:lnTo>
                    <a:pt x="4420" y="145"/>
                  </a:lnTo>
                  <a:lnTo>
                    <a:pt x="4443" y="16"/>
                  </a:lnTo>
                  <a:close/>
                  <a:moveTo>
                    <a:pt x="4144" y="16"/>
                  </a:moveTo>
                  <a:lnTo>
                    <a:pt x="4417" y="16"/>
                  </a:lnTo>
                  <a:lnTo>
                    <a:pt x="4384" y="145"/>
                  </a:lnTo>
                  <a:lnTo>
                    <a:pt x="4265" y="145"/>
                  </a:lnTo>
                  <a:lnTo>
                    <a:pt x="4253" y="217"/>
                  </a:lnTo>
                  <a:lnTo>
                    <a:pt x="4370" y="217"/>
                  </a:lnTo>
                  <a:lnTo>
                    <a:pt x="4348" y="338"/>
                  </a:lnTo>
                  <a:lnTo>
                    <a:pt x="4230" y="338"/>
                  </a:lnTo>
                  <a:lnTo>
                    <a:pt x="4217" y="414"/>
                  </a:lnTo>
                  <a:lnTo>
                    <a:pt x="4352" y="414"/>
                  </a:lnTo>
                  <a:lnTo>
                    <a:pt x="4317" y="544"/>
                  </a:lnTo>
                  <a:lnTo>
                    <a:pt x="4047" y="544"/>
                  </a:lnTo>
                  <a:lnTo>
                    <a:pt x="4144" y="16"/>
                  </a:lnTo>
                  <a:close/>
                  <a:moveTo>
                    <a:pt x="3854" y="16"/>
                  </a:moveTo>
                  <a:lnTo>
                    <a:pt x="3999" y="16"/>
                  </a:lnTo>
                  <a:lnTo>
                    <a:pt x="3927" y="414"/>
                  </a:lnTo>
                  <a:lnTo>
                    <a:pt x="4034" y="414"/>
                  </a:lnTo>
                  <a:lnTo>
                    <a:pt x="3999" y="544"/>
                  </a:lnTo>
                  <a:lnTo>
                    <a:pt x="3757" y="544"/>
                  </a:lnTo>
                  <a:lnTo>
                    <a:pt x="3854" y="16"/>
                  </a:lnTo>
                  <a:close/>
                  <a:moveTo>
                    <a:pt x="2152" y="16"/>
                  </a:moveTo>
                  <a:lnTo>
                    <a:pt x="2261" y="16"/>
                  </a:lnTo>
                  <a:lnTo>
                    <a:pt x="2243" y="115"/>
                  </a:lnTo>
                  <a:lnTo>
                    <a:pt x="2193" y="211"/>
                  </a:lnTo>
                  <a:lnTo>
                    <a:pt x="2115" y="211"/>
                  </a:lnTo>
                  <a:lnTo>
                    <a:pt x="2152" y="16"/>
                  </a:lnTo>
                  <a:close/>
                  <a:moveTo>
                    <a:pt x="1791" y="16"/>
                  </a:moveTo>
                  <a:lnTo>
                    <a:pt x="2116" y="16"/>
                  </a:lnTo>
                  <a:lnTo>
                    <a:pt x="2083" y="145"/>
                  </a:lnTo>
                  <a:lnTo>
                    <a:pt x="2003" y="145"/>
                  </a:lnTo>
                  <a:lnTo>
                    <a:pt x="1929" y="544"/>
                  </a:lnTo>
                  <a:lnTo>
                    <a:pt x="1784" y="544"/>
                  </a:lnTo>
                  <a:lnTo>
                    <a:pt x="1857" y="145"/>
                  </a:lnTo>
                  <a:lnTo>
                    <a:pt x="1768" y="145"/>
                  </a:lnTo>
                  <a:lnTo>
                    <a:pt x="1791" y="16"/>
                  </a:lnTo>
                  <a:close/>
                  <a:moveTo>
                    <a:pt x="1492" y="16"/>
                  </a:moveTo>
                  <a:lnTo>
                    <a:pt x="1765" y="16"/>
                  </a:lnTo>
                  <a:lnTo>
                    <a:pt x="1732" y="145"/>
                  </a:lnTo>
                  <a:lnTo>
                    <a:pt x="1613" y="145"/>
                  </a:lnTo>
                  <a:lnTo>
                    <a:pt x="1601" y="217"/>
                  </a:lnTo>
                  <a:lnTo>
                    <a:pt x="1718" y="217"/>
                  </a:lnTo>
                  <a:lnTo>
                    <a:pt x="1696" y="338"/>
                  </a:lnTo>
                  <a:lnTo>
                    <a:pt x="1578" y="338"/>
                  </a:lnTo>
                  <a:lnTo>
                    <a:pt x="1565" y="414"/>
                  </a:lnTo>
                  <a:lnTo>
                    <a:pt x="1700" y="414"/>
                  </a:lnTo>
                  <a:lnTo>
                    <a:pt x="1665" y="544"/>
                  </a:lnTo>
                  <a:lnTo>
                    <a:pt x="1395" y="544"/>
                  </a:lnTo>
                  <a:lnTo>
                    <a:pt x="1492" y="16"/>
                  </a:lnTo>
                  <a:close/>
                  <a:moveTo>
                    <a:pt x="1202" y="16"/>
                  </a:moveTo>
                  <a:lnTo>
                    <a:pt x="1347" y="16"/>
                  </a:lnTo>
                  <a:lnTo>
                    <a:pt x="1275" y="414"/>
                  </a:lnTo>
                  <a:lnTo>
                    <a:pt x="1382" y="414"/>
                  </a:lnTo>
                  <a:lnTo>
                    <a:pt x="1347" y="544"/>
                  </a:lnTo>
                  <a:lnTo>
                    <a:pt x="1105" y="544"/>
                  </a:lnTo>
                  <a:lnTo>
                    <a:pt x="1202" y="16"/>
                  </a:lnTo>
                  <a:close/>
                  <a:moveTo>
                    <a:pt x="16567" y="7"/>
                  </a:moveTo>
                  <a:cubicBezTo>
                    <a:pt x="16622" y="7"/>
                    <a:pt x="16659" y="21"/>
                    <a:pt x="16681" y="47"/>
                  </a:cubicBezTo>
                  <a:cubicBezTo>
                    <a:pt x="16702" y="73"/>
                    <a:pt x="16712" y="108"/>
                    <a:pt x="16711" y="151"/>
                  </a:cubicBezTo>
                  <a:cubicBezTo>
                    <a:pt x="16711" y="175"/>
                    <a:pt x="16709" y="200"/>
                    <a:pt x="16705" y="227"/>
                  </a:cubicBezTo>
                  <a:cubicBezTo>
                    <a:pt x="16701" y="253"/>
                    <a:pt x="16695" y="281"/>
                    <a:pt x="16689" y="310"/>
                  </a:cubicBezTo>
                  <a:cubicBezTo>
                    <a:pt x="16673" y="395"/>
                    <a:pt x="16648" y="457"/>
                    <a:pt x="16613" y="496"/>
                  </a:cubicBezTo>
                  <a:cubicBezTo>
                    <a:pt x="16577" y="535"/>
                    <a:pt x="16524" y="554"/>
                    <a:pt x="16454" y="554"/>
                  </a:cubicBezTo>
                  <a:cubicBezTo>
                    <a:pt x="16399" y="553"/>
                    <a:pt x="16362" y="540"/>
                    <a:pt x="16340" y="514"/>
                  </a:cubicBezTo>
                  <a:cubicBezTo>
                    <a:pt x="16319" y="487"/>
                    <a:pt x="16309" y="453"/>
                    <a:pt x="16310" y="409"/>
                  </a:cubicBezTo>
                  <a:cubicBezTo>
                    <a:pt x="16310" y="385"/>
                    <a:pt x="16313" y="360"/>
                    <a:pt x="16317" y="334"/>
                  </a:cubicBezTo>
                  <a:cubicBezTo>
                    <a:pt x="16321" y="307"/>
                    <a:pt x="16326" y="280"/>
                    <a:pt x="16333" y="251"/>
                  </a:cubicBezTo>
                  <a:cubicBezTo>
                    <a:pt x="16344" y="194"/>
                    <a:pt x="16358" y="148"/>
                    <a:pt x="16377" y="112"/>
                  </a:cubicBezTo>
                  <a:cubicBezTo>
                    <a:pt x="16395" y="76"/>
                    <a:pt x="16420" y="49"/>
                    <a:pt x="16450" y="32"/>
                  </a:cubicBezTo>
                  <a:cubicBezTo>
                    <a:pt x="16481" y="15"/>
                    <a:pt x="16520" y="7"/>
                    <a:pt x="16567" y="7"/>
                  </a:cubicBezTo>
                  <a:close/>
                  <a:moveTo>
                    <a:pt x="16178" y="7"/>
                  </a:moveTo>
                  <a:cubicBezTo>
                    <a:pt x="16207" y="7"/>
                    <a:pt x="16235" y="9"/>
                    <a:pt x="16261" y="13"/>
                  </a:cubicBezTo>
                  <a:cubicBezTo>
                    <a:pt x="16287" y="17"/>
                    <a:pt x="16306" y="21"/>
                    <a:pt x="16317" y="26"/>
                  </a:cubicBezTo>
                  <a:lnTo>
                    <a:pt x="16285" y="153"/>
                  </a:lnTo>
                  <a:cubicBezTo>
                    <a:pt x="16272" y="149"/>
                    <a:pt x="16256" y="146"/>
                    <a:pt x="16238" y="143"/>
                  </a:cubicBezTo>
                  <a:cubicBezTo>
                    <a:pt x="16220" y="140"/>
                    <a:pt x="16199" y="138"/>
                    <a:pt x="16176" y="138"/>
                  </a:cubicBezTo>
                  <a:cubicBezTo>
                    <a:pt x="16148" y="137"/>
                    <a:pt x="16129" y="144"/>
                    <a:pt x="16117" y="160"/>
                  </a:cubicBezTo>
                  <a:cubicBezTo>
                    <a:pt x="16106" y="176"/>
                    <a:pt x="16095" y="207"/>
                    <a:pt x="16085" y="252"/>
                  </a:cubicBezTo>
                  <a:cubicBezTo>
                    <a:pt x="16081" y="268"/>
                    <a:pt x="16078" y="288"/>
                    <a:pt x="16074" y="309"/>
                  </a:cubicBezTo>
                  <a:cubicBezTo>
                    <a:pt x="16070" y="331"/>
                    <a:pt x="16067" y="353"/>
                    <a:pt x="16065" y="374"/>
                  </a:cubicBezTo>
                  <a:cubicBezTo>
                    <a:pt x="16063" y="395"/>
                    <a:pt x="16061" y="413"/>
                    <a:pt x="16061" y="428"/>
                  </a:cubicBezTo>
                  <a:cubicBezTo>
                    <a:pt x="16064" y="429"/>
                    <a:pt x="16068" y="429"/>
                    <a:pt x="16071" y="429"/>
                  </a:cubicBezTo>
                  <a:cubicBezTo>
                    <a:pt x="16074" y="429"/>
                    <a:pt x="16077" y="429"/>
                    <a:pt x="16081" y="429"/>
                  </a:cubicBezTo>
                  <a:cubicBezTo>
                    <a:pt x="16090" y="429"/>
                    <a:pt x="16099" y="429"/>
                    <a:pt x="16108" y="428"/>
                  </a:cubicBezTo>
                  <a:cubicBezTo>
                    <a:pt x="16117" y="427"/>
                    <a:pt x="16126" y="426"/>
                    <a:pt x="16134" y="424"/>
                  </a:cubicBezTo>
                  <a:lnTo>
                    <a:pt x="16148" y="346"/>
                  </a:lnTo>
                  <a:lnTo>
                    <a:pt x="16107" y="346"/>
                  </a:lnTo>
                  <a:lnTo>
                    <a:pt x="16127" y="235"/>
                  </a:lnTo>
                  <a:lnTo>
                    <a:pt x="16291" y="235"/>
                  </a:lnTo>
                  <a:lnTo>
                    <a:pt x="16237" y="526"/>
                  </a:lnTo>
                  <a:cubicBezTo>
                    <a:pt x="16219" y="534"/>
                    <a:pt x="16193" y="541"/>
                    <a:pt x="16160" y="546"/>
                  </a:cubicBezTo>
                  <a:cubicBezTo>
                    <a:pt x="16127" y="551"/>
                    <a:pt x="16095" y="554"/>
                    <a:pt x="16062" y="554"/>
                  </a:cubicBezTo>
                  <a:cubicBezTo>
                    <a:pt x="16023" y="554"/>
                    <a:pt x="15993" y="548"/>
                    <a:pt x="15972" y="536"/>
                  </a:cubicBezTo>
                  <a:cubicBezTo>
                    <a:pt x="15951" y="524"/>
                    <a:pt x="15937" y="507"/>
                    <a:pt x="15929" y="485"/>
                  </a:cubicBezTo>
                  <a:cubicBezTo>
                    <a:pt x="15921" y="464"/>
                    <a:pt x="15918" y="439"/>
                    <a:pt x="15918" y="410"/>
                  </a:cubicBezTo>
                  <a:cubicBezTo>
                    <a:pt x="15918" y="386"/>
                    <a:pt x="15920" y="361"/>
                    <a:pt x="15924" y="334"/>
                  </a:cubicBezTo>
                  <a:cubicBezTo>
                    <a:pt x="15929" y="307"/>
                    <a:pt x="15934" y="280"/>
                    <a:pt x="15940" y="251"/>
                  </a:cubicBezTo>
                  <a:cubicBezTo>
                    <a:pt x="15956" y="166"/>
                    <a:pt x="15982" y="104"/>
                    <a:pt x="16018" y="65"/>
                  </a:cubicBezTo>
                  <a:cubicBezTo>
                    <a:pt x="16054" y="26"/>
                    <a:pt x="16108" y="6"/>
                    <a:pt x="16178" y="7"/>
                  </a:cubicBezTo>
                  <a:close/>
                  <a:moveTo>
                    <a:pt x="15716" y="7"/>
                  </a:moveTo>
                  <a:cubicBezTo>
                    <a:pt x="15747" y="7"/>
                    <a:pt x="15772" y="9"/>
                    <a:pt x="15791" y="13"/>
                  </a:cubicBezTo>
                  <a:cubicBezTo>
                    <a:pt x="15811" y="17"/>
                    <a:pt x="15825" y="21"/>
                    <a:pt x="15834" y="25"/>
                  </a:cubicBezTo>
                  <a:lnTo>
                    <a:pt x="15804" y="151"/>
                  </a:lnTo>
                  <a:cubicBezTo>
                    <a:pt x="15792" y="147"/>
                    <a:pt x="15780" y="143"/>
                    <a:pt x="15768" y="141"/>
                  </a:cubicBezTo>
                  <a:cubicBezTo>
                    <a:pt x="15757" y="139"/>
                    <a:pt x="15744" y="138"/>
                    <a:pt x="15731" y="138"/>
                  </a:cubicBezTo>
                  <a:cubicBezTo>
                    <a:pt x="15718" y="138"/>
                    <a:pt x="15708" y="140"/>
                    <a:pt x="15701" y="145"/>
                  </a:cubicBezTo>
                  <a:cubicBezTo>
                    <a:pt x="15694" y="150"/>
                    <a:pt x="15691" y="158"/>
                    <a:pt x="15691" y="169"/>
                  </a:cubicBezTo>
                  <a:cubicBezTo>
                    <a:pt x="15691" y="177"/>
                    <a:pt x="15692" y="186"/>
                    <a:pt x="15695" y="194"/>
                  </a:cubicBezTo>
                  <a:cubicBezTo>
                    <a:pt x="15698" y="203"/>
                    <a:pt x="15703" y="215"/>
                    <a:pt x="15709" y="230"/>
                  </a:cubicBezTo>
                  <a:lnTo>
                    <a:pt x="15735" y="291"/>
                  </a:lnTo>
                  <a:cubicBezTo>
                    <a:pt x="15742" y="306"/>
                    <a:pt x="15748" y="323"/>
                    <a:pt x="15754" y="341"/>
                  </a:cubicBezTo>
                  <a:cubicBezTo>
                    <a:pt x="15759" y="359"/>
                    <a:pt x="15763" y="377"/>
                    <a:pt x="15763" y="396"/>
                  </a:cubicBezTo>
                  <a:cubicBezTo>
                    <a:pt x="15762" y="451"/>
                    <a:pt x="15747" y="491"/>
                    <a:pt x="15718" y="516"/>
                  </a:cubicBezTo>
                  <a:cubicBezTo>
                    <a:pt x="15689" y="542"/>
                    <a:pt x="15652" y="554"/>
                    <a:pt x="15605" y="554"/>
                  </a:cubicBezTo>
                  <a:cubicBezTo>
                    <a:pt x="15572" y="553"/>
                    <a:pt x="15545" y="551"/>
                    <a:pt x="15524" y="547"/>
                  </a:cubicBezTo>
                  <a:cubicBezTo>
                    <a:pt x="15503" y="543"/>
                    <a:pt x="15488" y="539"/>
                    <a:pt x="15479" y="535"/>
                  </a:cubicBezTo>
                  <a:lnTo>
                    <a:pt x="15489" y="402"/>
                  </a:lnTo>
                  <a:cubicBezTo>
                    <a:pt x="15499" y="406"/>
                    <a:pt x="15512" y="410"/>
                    <a:pt x="15531" y="414"/>
                  </a:cubicBezTo>
                  <a:cubicBezTo>
                    <a:pt x="15550" y="418"/>
                    <a:pt x="15571" y="420"/>
                    <a:pt x="15595" y="420"/>
                  </a:cubicBezTo>
                  <a:cubicBezTo>
                    <a:pt x="15598" y="420"/>
                    <a:pt x="15601" y="420"/>
                    <a:pt x="15603" y="420"/>
                  </a:cubicBezTo>
                  <a:cubicBezTo>
                    <a:pt x="15606" y="420"/>
                    <a:pt x="15609" y="420"/>
                    <a:pt x="15612" y="420"/>
                  </a:cubicBezTo>
                  <a:cubicBezTo>
                    <a:pt x="15613" y="416"/>
                    <a:pt x="15614" y="412"/>
                    <a:pt x="15615" y="407"/>
                  </a:cubicBezTo>
                  <a:cubicBezTo>
                    <a:pt x="15616" y="403"/>
                    <a:pt x="15617" y="398"/>
                    <a:pt x="15617" y="393"/>
                  </a:cubicBezTo>
                  <a:cubicBezTo>
                    <a:pt x="15616" y="384"/>
                    <a:pt x="15615" y="375"/>
                    <a:pt x="15611" y="366"/>
                  </a:cubicBezTo>
                  <a:cubicBezTo>
                    <a:pt x="15607" y="358"/>
                    <a:pt x="15603" y="348"/>
                    <a:pt x="15597" y="336"/>
                  </a:cubicBezTo>
                  <a:lnTo>
                    <a:pt x="15570" y="276"/>
                  </a:lnTo>
                  <a:cubicBezTo>
                    <a:pt x="15562" y="259"/>
                    <a:pt x="15556" y="241"/>
                    <a:pt x="15551" y="223"/>
                  </a:cubicBezTo>
                  <a:cubicBezTo>
                    <a:pt x="15546" y="205"/>
                    <a:pt x="15544" y="188"/>
                    <a:pt x="15544" y="171"/>
                  </a:cubicBezTo>
                  <a:cubicBezTo>
                    <a:pt x="15545" y="116"/>
                    <a:pt x="15560" y="75"/>
                    <a:pt x="15591" y="48"/>
                  </a:cubicBezTo>
                  <a:cubicBezTo>
                    <a:pt x="15622" y="20"/>
                    <a:pt x="15664" y="7"/>
                    <a:pt x="15716" y="7"/>
                  </a:cubicBezTo>
                  <a:close/>
                  <a:moveTo>
                    <a:pt x="13913" y="7"/>
                  </a:moveTo>
                  <a:cubicBezTo>
                    <a:pt x="13968" y="7"/>
                    <a:pt x="14005" y="21"/>
                    <a:pt x="14027" y="47"/>
                  </a:cubicBezTo>
                  <a:cubicBezTo>
                    <a:pt x="14048" y="73"/>
                    <a:pt x="14058" y="108"/>
                    <a:pt x="14057" y="151"/>
                  </a:cubicBezTo>
                  <a:cubicBezTo>
                    <a:pt x="14057" y="175"/>
                    <a:pt x="14055" y="200"/>
                    <a:pt x="14051" y="227"/>
                  </a:cubicBezTo>
                  <a:cubicBezTo>
                    <a:pt x="14047" y="253"/>
                    <a:pt x="14041" y="281"/>
                    <a:pt x="14035" y="310"/>
                  </a:cubicBezTo>
                  <a:cubicBezTo>
                    <a:pt x="14019" y="395"/>
                    <a:pt x="13994" y="457"/>
                    <a:pt x="13959" y="496"/>
                  </a:cubicBezTo>
                  <a:cubicBezTo>
                    <a:pt x="13923" y="535"/>
                    <a:pt x="13870" y="554"/>
                    <a:pt x="13800" y="554"/>
                  </a:cubicBezTo>
                  <a:cubicBezTo>
                    <a:pt x="13745" y="553"/>
                    <a:pt x="13708" y="540"/>
                    <a:pt x="13686" y="514"/>
                  </a:cubicBezTo>
                  <a:cubicBezTo>
                    <a:pt x="13665" y="487"/>
                    <a:pt x="13655" y="453"/>
                    <a:pt x="13656" y="409"/>
                  </a:cubicBezTo>
                  <a:cubicBezTo>
                    <a:pt x="13656" y="385"/>
                    <a:pt x="13659" y="360"/>
                    <a:pt x="13663" y="334"/>
                  </a:cubicBezTo>
                  <a:cubicBezTo>
                    <a:pt x="13667" y="307"/>
                    <a:pt x="13672" y="280"/>
                    <a:pt x="13679" y="251"/>
                  </a:cubicBezTo>
                  <a:cubicBezTo>
                    <a:pt x="13690" y="194"/>
                    <a:pt x="13704" y="148"/>
                    <a:pt x="13723" y="112"/>
                  </a:cubicBezTo>
                  <a:cubicBezTo>
                    <a:pt x="13741" y="76"/>
                    <a:pt x="13766" y="49"/>
                    <a:pt x="13796" y="32"/>
                  </a:cubicBezTo>
                  <a:cubicBezTo>
                    <a:pt x="13827" y="15"/>
                    <a:pt x="13866" y="7"/>
                    <a:pt x="13913" y="7"/>
                  </a:cubicBezTo>
                  <a:close/>
                  <a:moveTo>
                    <a:pt x="13524" y="7"/>
                  </a:moveTo>
                  <a:cubicBezTo>
                    <a:pt x="13553" y="7"/>
                    <a:pt x="13581" y="9"/>
                    <a:pt x="13607" y="13"/>
                  </a:cubicBezTo>
                  <a:cubicBezTo>
                    <a:pt x="13633" y="17"/>
                    <a:pt x="13652" y="21"/>
                    <a:pt x="13663" y="26"/>
                  </a:cubicBezTo>
                  <a:lnTo>
                    <a:pt x="13631" y="153"/>
                  </a:lnTo>
                  <a:cubicBezTo>
                    <a:pt x="13618" y="149"/>
                    <a:pt x="13602" y="146"/>
                    <a:pt x="13584" y="143"/>
                  </a:cubicBezTo>
                  <a:cubicBezTo>
                    <a:pt x="13566" y="140"/>
                    <a:pt x="13545" y="138"/>
                    <a:pt x="13522" y="138"/>
                  </a:cubicBezTo>
                  <a:cubicBezTo>
                    <a:pt x="13494" y="137"/>
                    <a:pt x="13475" y="144"/>
                    <a:pt x="13463" y="160"/>
                  </a:cubicBezTo>
                  <a:cubicBezTo>
                    <a:pt x="13452" y="176"/>
                    <a:pt x="13441" y="207"/>
                    <a:pt x="13431" y="252"/>
                  </a:cubicBezTo>
                  <a:cubicBezTo>
                    <a:pt x="13427" y="268"/>
                    <a:pt x="13424" y="288"/>
                    <a:pt x="13420" y="309"/>
                  </a:cubicBezTo>
                  <a:cubicBezTo>
                    <a:pt x="13416" y="331"/>
                    <a:pt x="13413" y="353"/>
                    <a:pt x="13411" y="374"/>
                  </a:cubicBezTo>
                  <a:cubicBezTo>
                    <a:pt x="13409" y="395"/>
                    <a:pt x="13407" y="413"/>
                    <a:pt x="13407" y="428"/>
                  </a:cubicBezTo>
                  <a:cubicBezTo>
                    <a:pt x="13410" y="429"/>
                    <a:pt x="13414" y="429"/>
                    <a:pt x="13417" y="429"/>
                  </a:cubicBezTo>
                  <a:cubicBezTo>
                    <a:pt x="13420" y="429"/>
                    <a:pt x="13423" y="429"/>
                    <a:pt x="13427" y="429"/>
                  </a:cubicBezTo>
                  <a:cubicBezTo>
                    <a:pt x="13436" y="429"/>
                    <a:pt x="13445" y="429"/>
                    <a:pt x="13454" y="428"/>
                  </a:cubicBezTo>
                  <a:cubicBezTo>
                    <a:pt x="13463" y="427"/>
                    <a:pt x="13472" y="426"/>
                    <a:pt x="13480" y="424"/>
                  </a:cubicBezTo>
                  <a:lnTo>
                    <a:pt x="13494" y="346"/>
                  </a:lnTo>
                  <a:lnTo>
                    <a:pt x="13453" y="346"/>
                  </a:lnTo>
                  <a:lnTo>
                    <a:pt x="13473" y="235"/>
                  </a:lnTo>
                  <a:lnTo>
                    <a:pt x="13637" y="235"/>
                  </a:lnTo>
                  <a:lnTo>
                    <a:pt x="13583" y="526"/>
                  </a:lnTo>
                  <a:cubicBezTo>
                    <a:pt x="13565" y="534"/>
                    <a:pt x="13539" y="541"/>
                    <a:pt x="13506" y="546"/>
                  </a:cubicBezTo>
                  <a:cubicBezTo>
                    <a:pt x="13473" y="551"/>
                    <a:pt x="13441" y="554"/>
                    <a:pt x="13408" y="554"/>
                  </a:cubicBezTo>
                  <a:cubicBezTo>
                    <a:pt x="13369" y="554"/>
                    <a:pt x="13339" y="548"/>
                    <a:pt x="13318" y="536"/>
                  </a:cubicBezTo>
                  <a:cubicBezTo>
                    <a:pt x="13297" y="524"/>
                    <a:pt x="13283" y="507"/>
                    <a:pt x="13275" y="485"/>
                  </a:cubicBezTo>
                  <a:cubicBezTo>
                    <a:pt x="13267" y="464"/>
                    <a:pt x="13264" y="439"/>
                    <a:pt x="13264" y="410"/>
                  </a:cubicBezTo>
                  <a:cubicBezTo>
                    <a:pt x="13264" y="386"/>
                    <a:pt x="13266" y="361"/>
                    <a:pt x="13270" y="334"/>
                  </a:cubicBezTo>
                  <a:cubicBezTo>
                    <a:pt x="13275" y="307"/>
                    <a:pt x="13280" y="280"/>
                    <a:pt x="13286" y="251"/>
                  </a:cubicBezTo>
                  <a:cubicBezTo>
                    <a:pt x="13302" y="166"/>
                    <a:pt x="13328" y="104"/>
                    <a:pt x="13364" y="65"/>
                  </a:cubicBezTo>
                  <a:cubicBezTo>
                    <a:pt x="13400" y="26"/>
                    <a:pt x="13454" y="6"/>
                    <a:pt x="13524" y="7"/>
                  </a:cubicBezTo>
                  <a:close/>
                  <a:moveTo>
                    <a:pt x="13062" y="7"/>
                  </a:moveTo>
                  <a:cubicBezTo>
                    <a:pt x="13093" y="7"/>
                    <a:pt x="13118" y="9"/>
                    <a:pt x="13137" y="13"/>
                  </a:cubicBezTo>
                  <a:cubicBezTo>
                    <a:pt x="13157" y="17"/>
                    <a:pt x="13171" y="21"/>
                    <a:pt x="13180" y="25"/>
                  </a:cubicBezTo>
                  <a:lnTo>
                    <a:pt x="13150" y="151"/>
                  </a:lnTo>
                  <a:cubicBezTo>
                    <a:pt x="13138" y="147"/>
                    <a:pt x="13126" y="143"/>
                    <a:pt x="13114" y="141"/>
                  </a:cubicBezTo>
                  <a:cubicBezTo>
                    <a:pt x="13103" y="139"/>
                    <a:pt x="13090" y="138"/>
                    <a:pt x="13077" y="138"/>
                  </a:cubicBezTo>
                  <a:cubicBezTo>
                    <a:pt x="13064" y="138"/>
                    <a:pt x="13054" y="140"/>
                    <a:pt x="13047" y="145"/>
                  </a:cubicBezTo>
                  <a:cubicBezTo>
                    <a:pt x="13040" y="150"/>
                    <a:pt x="13037" y="158"/>
                    <a:pt x="13037" y="169"/>
                  </a:cubicBezTo>
                  <a:cubicBezTo>
                    <a:pt x="13037" y="177"/>
                    <a:pt x="13038" y="186"/>
                    <a:pt x="13041" y="194"/>
                  </a:cubicBezTo>
                  <a:cubicBezTo>
                    <a:pt x="13044" y="203"/>
                    <a:pt x="13049" y="215"/>
                    <a:pt x="13055" y="230"/>
                  </a:cubicBezTo>
                  <a:lnTo>
                    <a:pt x="13081" y="291"/>
                  </a:lnTo>
                  <a:cubicBezTo>
                    <a:pt x="13088" y="306"/>
                    <a:pt x="13094" y="323"/>
                    <a:pt x="13100" y="341"/>
                  </a:cubicBezTo>
                  <a:cubicBezTo>
                    <a:pt x="13105" y="359"/>
                    <a:pt x="13109" y="377"/>
                    <a:pt x="13109" y="396"/>
                  </a:cubicBezTo>
                  <a:cubicBezTo>
                    <a:pt x="13108" y="451"/>
                    <a:pt x="13093" y="491"/>
                    <a:pt x="13064" y="516"/>
                  </a:cubicBezTo>
                  <a:cubicBezTo>
                    <a:pt x="13035" y="542"/>
                    <a:pt x="12998" y="554"/>
                    <a:pt x="12951" y="554"/>
                  </a:cubicBezTo>
                  <a:cubicBezTo>
                    <a:pt x="12918" y="553"/>
                    <a:pt x="12891" y="551"/>
                    <a:pt x="12870" y="547"/>
                  </a:cubicBezTo>
                  <a:cubicBezTo>
                    <a:pt x="12849" y="543"/>
                    <a:pt x="12834" y="539"/>
                    <a:pt x="12825" y="535"/>
                  </a:cubicBezTo>
                  <a:lnTo>
                    <a:pt x="12835" y="402"/>
                  </a:lnTo>
                  <a:cubicBezTo>
                    <a:pt x="12845" y="406"/>
                    <a:pt x="12858" y="410"/>
                    <a:pt x="12877" y="414"/>
                  </a:cubicBezTo>
                  <a:cubicBezTo>
                    <a:pt x="12896" y="418"/>
                    <a:pt x="12917" y="420"/>
                    <a:pt x="12941" y="420"/>
                  </a:cubicBezTo>
                  <a:cubicBezTo>
                    <a:pt x="12944" y="420"/>
                    <a:pt x="12947" y="420"/>
                    <a:pt x="12949" y="420"/>
                  </a:cubicBezTo>
                  <a:cubicBezTo>
                    <a:pt x="12952" y="420"/>
                    <a:pt x="12955" y="420"/>
                    <a:pt x="12958" y="420"/>
                  </a:cubicBezTo>
                  <a:cubicBezTo>
                    <a:pt x="12959" y="416"/>
                    <a:pt x="12960" y="412"/>
                    <a:pt x="12961" y="407"/>
                  </a:cubicBezTo>
                  <a:cubicBezTo>
                    <a:pt x="12962" y="403"/>
                    <a:pt x="12963" y="398"/>
                    <a:pt x="12963" y="393"/>
                  </a:cubicBezTo>
                  <a:cubicBezTo>
                    <a:pt x="12962" y="384"/>
                    <a:pt x="12961" y="375"/>
                    <a:pt x="12957" y="366"/>
                  </a:cubicBezTo>
                  <a:cubicBezTo>
                    <a:pt x="12953" y="358"/>
                    <a:pt x="12949" y="348"/>
                    <a:pt x="12943" y="336"/>
                  </a:cubicBezTo>
                  <a:lnTo>
                    <a:pt x="12916" y="276"/>
                  </a:lnTo>
                  <a:cubicBezTo>
                    <a:pt x="12908" y="259"/>
                    <a:pt x="12902" y="241"/>
                    <a:pt x="12897" y="223"/>
                  </a:cubicBezTo>
                  <a:cubicBezTo>
                    <a:pt x="12892" y="205"/>
                    <a:pt x="12890" y="188"/>
                    <a:pt x="12890" y="171"/>
                  </a:cubicBezTo>
                  <a:cubicBezTo>
                    <a:pt x="12891" y="116"/>
                    <a:pt x="12906" y="75"/>
                    <a:pt x="12937" y="48"/>
                  </a:cubicBezTo>
                  <a:cubicBezTo>
                    <a:pt x="12968" y="20"/>
                    <a:pt x="13010" y="7"/>
                    <a:pt x="13062" y="7"/>
                  </a:cubicBezTo>
                  <a:close/>
                  <a:moveTo>
                    <a:pt x="11261" y="7"/>
                  </a:moveTo>
                  <a:cubicBezTo>
                    <a:pt x="11316" y="7"/>
                    <a:pt x="11353" y="21"/>
                    <a:pt x="11375" y="47"/>
                  </a:cubicBezTo>
                  <a:cubicBezTo>
                    <a:pt x="11396" y="73"/>
                    <a:pt x="11406" y="108"/>
                    <a:pt x="11405" y="151"/>
                  </a:cubicBezTo>
                  <a:cubicBezTo>
                    <a:pt x="11405" y="175"/>
                    <a:pt x="11403" y="200"/>
                    <a:pt x="11399" y="227"/>
                  </a:cubicBezTo>
                  <a:cubicBezTo>
                    <a:pt x="11395" y="253"/>
                    <a:pt x="11389" y="281"/>
                    <a:pt x="11383" y="310"/>
                  </a:cubicBezTo>
                  <a:cubicBezTo>
                    <a:pt x="11367" y="395"/>
                    <a:pt x="11342" y="457"/>
                    <a:pt x="11307" y="496"/>
                  </a:cubicBezTo>
                  <a:cubicBezTo>
                    <a:pt x="11271" y="535"/>
                    <a:pt x="11218" y="554"/>
                    <a:pt x="11148" y="554"/>
                  </a:cubicBezTo>
                  <a:cubicBezTo>
                    <a:pt x="11093" y="553"/>
                    <a:pt x="11056" y="540"/>
                    <a:pt x="11034" y="514"/>
                  </a:cubicBezTo>
                  <a:cubicBezTo>
                    <a:pt x="11013" y="487"/>
                    <a:pt x="11003" y="453"/>
                    <a:pt x="11004" y="409"/>
                  </a:cubicBezTo>
                  <a:cubicBezTo>
                    <a:pt x="11004" y="385"/>
                    <a:pt x="11007" y="360"/>
                    <a:pt x="11011" y="334"/>
                  </a:cubicBezTo>
                  <a:cubicBezTo>
                    <a:pt x="11015" y="307"/>
                    <a:pt x="11020" y="280"/>
                    <a:pt x="11027" y="251"/>
                  </a:cubicBezTo>
                  <a:cubicBezTo>
                    <a:pt x="11038" y="194"/>
                    <a:pt x="11052" y="148"/>
                    <a:pt x="11071" y="112"/>
                  </a:cubicBezTo>
                  <a:cubicBezTo>
                    <a:pt x="11089" y="76"/>
                    <a:pt x="11114" y="49"/>
                    <a:pt x="11144" y="32"/>
                  </a:cubicBezTo>
                  <a:cubicBezTo>
                    <a:pt x="11175" y="15"/>
                    <a:pt x="11214" y="7"/>
                    <a:pt x="11261" y="7"/>
                  </a:cubicBezTo>
                  <a:close/>
                  <a:moveTo>
                    <a:pt x="10872" y="7"/>
                  </a:moveTo>
                  <a:cubicBezTo>
                    <a:pt x="10901" y="7"/>
                    <a:pt x="10929" y="9"/>
                    <a:pt x="10955" y="13"/>
                  </a:cubicBezTo>
                  <a:cubicBezTo>
                    <a:pt x="10981" y="17"/>
                    <a:pt x="11000" y="21"/>
                    <a:pt x="11011" y="26"/>
                  </a:cubicBezTo>
                  <a:lnTo>
                    <a:pt x="10979" y="153"/>
                  </a:lnTo>
                  <a:cubicBezTo>
                    <a:pt x="10966" y="149"/>
                    <a:pt x="10950" y="146"/>
                    <a:pt x="10932" y="143"/>
                  </a:cubicBezTo>
                  <a:cubicBezTo>
                    <a:pt x="10914" y="140"/>
                    <a:pt x="10893" y="138"/>
                    <a:pt x="10870" y="138"/>
                  </a:cubicBezTo>
                  <a:cubicBezTo>
                    <a:pt x="10842" y="137"/>
                    <a:pt x="10823" y="144"/>
                    <a:pt x="10811" y="160"/>
                  </a:cubicBezTo>
                  <a:cubicBezTo>
                    <a:pt x="10800" y="176"/>
                    <a:pt x="10789" y="207"/>
                    <a:pt x="10779" y="252"/>
                  </a:cubicBezTo>
                  <a:cubicBezTo>
                    <a:pt x="10775" y="268"/>
                    <a:pt x="10772" y="288"/>
                    <a:pt x="10768" y="309"/>
                  </a:cubicBezTo>
                  <a:cubicBezTo>
                    <a:pt x="10764" y="331"/>
                    <a:pt x="10761" y="353"/>
                    <a:pt x="10759" y="374"/>
                  </a:cubicBezTo>
                  <a:cubicBezTo>
                    <a:pt x="10757" y="395"/>
                    <a:pt x="10755" y="413"/>
                    <a:pt x="10755" y="428"/>
                  </a:cubicBezTo>
                  <a:cubicBezTo>
                    <a:pt x="10758" y="429"/>
                    <a:pt x="10762" y="429"/>
                    <a:pt x="10765" y="429"/>
                  </a:cubicBezTo>
                  <a:cubicBezTo>
                    <a:pt x="10768" y="429"/>
                    <a:pt x="10771" y="429"/>
                    <a:pt x="10775" y="429"/>
                  </a:cubicBezTo>
                  <a:cubicBezTo>
                    <a:pt x="10784" y="429"/>
                    <a:pt x="10793" y="429"/>
                    <a:pt x="10802" y="428"/>
                  </a:cubicBezTo>
                  <a:cubicBezTo>
                    <a:pt x="10811" y="427"/>
                    <a:pt x="10820" y="426"/>
                    <a:pt x="10828" y="424"/>
                  </a:cubicBezTo>
                  <a:lnTo>
                    <a:pt x="10842" y="346"/>
                  </a:lnTo>
                  <a:lnTo>
                    <a:pt x="10801" y="346"/>
                  </a:lnTo>
                  <a:lnTo>
                    <a:pt x="10821" y="235"/>
                  </a:lnTo>
                  <a:lnTo>
                    <a:pt x="10985" y="235"/>
                  </a:lnTo>
                  <a:lnTo>
                    <a:pt x="10931" y="526"/>
                  </a:lnTo>
                  <a:cubicBezTo>
                    <a:pt x="10913" y="534"/>
                    <a:pt x="10887" y="541"/>
                    <a:pt x="10854" y="546"/>
                  </a:cubicBezTo>
                  <a:cubicBezTo>
                    <a:pt x="10821" y="551"/>
                    <a:pt x="10789" y="554"/>
                    <a:pt x="10756" y="554"/>
                  </a:cubicBezTo>
                  <a:cubicBezTo>
                    <a:pt x="10717" y="554"/>
                    <a:pt x="10687" y="548"/>
                    <a:pt x="10666" y="536"/>
                  </a:cubicBezTo>
                  <a:cubicBezTo>
                    <a:pt x="10645" y="524"/>
                    <a:pt x="10631" y="507"/>
                    <a:pt x="10623" y="485"/>
                  </a:cubicBezTo>
                  <a:cubicBezTo>
                    <a:pt x="10615" y="464"/>
                    <a:pt x="10612" y="439"/>
                    <a:pt x="10612" y="410"/>
                  </a:cubicBezTo>
                  <a:cubicBezTo>
                    <a:pt x="10612" y="386"/>
                    <a:pt x="10614" y="361"/>
                    <a:pt x="10618" y="334"/>
                  </a:cubicBezTo>
                  <a:cubicBezTo>
                    <a:pt x="10623" y="307"/>
                    <a:pt x="10628" y="280"/>
                    <a:pt x="10634" y="251"/>
                  </a:cubicBezTo>
                  <a:cubicBezTo>
                    <a:pt x="10650" y="166"/>
                    <a:pt x="10676" y="104"/>
                    <a:pt x="10712" y="65"/>
                  </a:cubicBezTo>
                  <a:cubicBezTo>
                    <a:pt x="10748" y="26"/>
                    <a:pt x="10802" y="6"/>
                    <a:pt x="10872" y="7"/>
                  </a:cubicBezTo>
                  <a:close/>
                  <a:moveTo>
                    <a:pt x="10410" y="7"/>
                  </a:moveTo>
                  <a:cubicBezTo>
                    <a:pt x="10441" y="7"/>
                    <a:pt x="10466" y="9"/>
                    <a:pt x="10485" y="13"/>
                  </a:cubicBezTo>
                  <a:cubicBezTo>
                    <a:pt x="10505" y="17"/>
                    <a:pt x="10519" y="21"/>
                    <a:pt x="10528" y="25"/>
                  </a:cubicBezTo>
                  <a:lnTo>
                    <a:pt x="10498" y="151"/>
                  </a:lnTo>
                  <a:cubicBezTo>
                    <a:pt x="10486" y="147"/>
                    <a:pt x="10474" y="143"/>
                    <a:pt x="10462" y="141"/>
                  </a:cubicBezTo>
                  <a:cubicBezTo>
                    <a:pt x="10451" y="139"/>
                    <a:pt x="10438" y="138"/>
                    <a:pt x="10425" y="138"/>
                  </a:cubicBezTo>
                  <a:cubicBezTo>
                    <a:pt x="10412" y="138"/>
                    <a:pt x="10402" y="140"/>
                    <a:pt x="10395" y="145"/>
                  </a:cubicBezTo>
                  <a:cubicBezTo>
                    <a:pt x="10388" y="150"/>
                    <a:pt x="10385" y="158"/>
                    <a:pt x="10385" y="169"/>
                  </a:cubicBezTo>
                  <a:cubicBezTo>
                    <a:pt x="10385" y="177"/>
                    <a:pt x="10386" y="186"/>
                    <a:pt x="10389" y="194"/>
                  </a:cubicBezTo>
                  <a:cubicBezTo>
                    <a:pt x="10392" y="203"/>
                    <a:pt x="10397" y="215"/>
                    <a:pt x="10403" y="230"/>
                  </a:cubicBezTo>
                  <a:lnTo>
                    <a:pt x="10429" y="291"/>
                  </a:lnTo>
                  <a:cubicBezTo>
                    <a:pt x="10436" y="306"/>
                    <a:pt x="10442" y="323"/>
                    <a:pt x="10448" y="341"/>
                  </a:cubicBezTo>
                  <a:cubicBezTo>
                    <a:pt x="10453" y="359"/>
                    <a:pt x="10457" y="377"/>
                    <a:pt x="10457" y="396"/>
                  </a:cubicBezTo>
                  <a:cubicBezTo>
                    <a:pt x="10456" y="451"/>
                    <a:pt x="10441" y="491"/>
                    <a:pt x="10412" y="516"/>
                  </a:cubicBezTo>
                  <a:cubicBezTo>
                    <a:pt x="10383" y="542"/>
                    <a:pt x="10346" y="554"/>
                    <a:pt x="10299" y="554"/>
                  </a:cubicBezTo>
                  <a:cubicBezTo>
                    <a:pt x="10266" y="553"/>
                    <a:pt x="10239" y="551"/>
                    <a:pt x="10218" y="547"/>
                  </a:cubicBezTo>
                  <a:cubicBezTo>
                    <a:pt x="10197" y="543"/>
                    <a:pt x="10182" y="539"/>
                    <a:pt x="10173" y="535"/>
                  </a:cubicBezTo>
                  <a:lnTo>
                    <a:pt x="10183" y="402"/>
                  </a:lnTo>
                  <a:cubicBezTo>
                    <a:pt x="10193" y="406"/>
                    <a:pt x="10206" y="410"/>
                    <a:pt x="10225" y="414"/>
                  </a:cubicBezTo>
                  <a:cubicBezTo>
                    <a:pt x="10244" y="418"/>
                    <a:pt x="10265" y="420"/>
                    <a:pt x="10289" y="420"/>
                  </a:cubicBezTo>
                  <a:cubicBezTo>
                    <a:pt x="10292" y="420"/>
                    <a:pt x="10295" y="420"/>
                    <a:pt x="10297" y="420"/>
                  </a:cubicBezTo>
                  <a:cubicBezTo>
                    <a:pt x="10300" y="420"/>
                    <a:pt x="10303" y="420"/>
                    <a:pt x="10306" y="420"/>
                  </a:cubicBezTo>
                  <a:cubicBezTo>
                    <a:pt x="10307" y="416"/>
                    <a:pt x="10308" y="412"/>
                    <a:pt x="10309" y="407"/>
                  </a:cubicBezTo>
                  <a:cubicBezTo>
                    <a:pt x="10310" y="403"/>
                    <a:pt x="10311" y="398"/>
                    <a:pt x="10311" y="393"/>
                  </a:cubicBezTo>
                  <a:cubicBezTo>
                    <a:pt x="10310" y="384"/>
                    <a:pt x="10309" y="375"/>
                    <a:pt x="10305" y="366"/>
                  </a:cubicBezTo>
                  <a:cubicBezTo>
                    <a:pt x="10301" y="358"/>
                    <a:pt x="10297" y="348"/>
                    <a:pt x="10291" y="336"/>
                  </a:cubicBezTo>
                  <a:lnTo>
                    <a:pt x="10264" y="276"/>
                  </a:lnTo>
                  <a:cubicBezTo>
                    <a:pt x="10256" y="259"/>
                    <a:pt x="10250" y="241"/>
                    <a:pt x="10245" y="223"/>
                  </a:cubicBezTo>
                  <a:cubicBezTo>
                    <a:pt x="10240" y="205"/>
                    <a:pt x="10238" y="188"/>
                    <a:pt x="10238" y="171"/>
                  </a:cubicBezTo>
                  <a:cubicBezTo>
                    <a:pt x="10239" y="116"/>
                    <a:pt x="10254" y="75"/>
                    <a:pt x="10285" y="48"/>
                  </a:cubicBezTo>
                  <a:cubicBezTo>
                    <a:pt x="10316" y="20"/>
                    <a:pt x="10358" y="7"/>
                    <a:pt x="10410" y="7"/>
                  </a:cubicBezTo>
                  <a:close/>
                  <a:moveTo>
                    <a:pt x="8607" y="7"/>
                  </a:moveTo>
                  <a:cubicBezTo>
                    <a:pt x="8662" y="7"/>
                    <a:pt x="8699" y="21"/>
                    <a:pt x="8721" y="47"/>
                  </a:cubicBezTo>
                  <a:cubicBezTo>
                    <a:pt x="8742" y="73"/>
                    <a:pt x="8752" y="108"/>
                    <a:pt x="8751" y="151"/>
                  </a:cubicBezTo>
                  <a:cubicBezTo>
                    <a:pt x="8751" y="175"/>
                    <a:pt x="8749" y="200"/>
                    <a:pt x="8745" y="227"/>
                  </a:cubicBezTo>
                  <a:cubicBezTo>
                    <a:pt x="8741" y="253"/>
                    <a:pt x="8735" y="281"/>
                    <a:pt x="8729" y="310"/>
                  </a:cubicBezTo>
                  <a:cubicBezTo>
                    <a:pt x="8713" y="395"/>
                    <a:pt x="8688" y="457"/>
                    <a:pt x="8653" y="496"/>
                  </a:cubicBezTo>
                  <a:cubicBezTo>
                    <a:pt x="8617" y="535"/>
                    <a:pt x="8564" y="554"/>
                    <a:pt x="8494" y="554"/>
                  </a:cubicBezTo>
                  <a:cubicBezTo>
                    <a:pt x="8439" y="553"/>
                    <a:pt x="8402" y="540"/>
                    <a:pt x="8380" y="514"/>
                  </a:cubicBezTo>
                  <a:cubicBezTo>
                    <a:pt x="8359" y="487"/>
                    <a:pt x="8349" y="453"/>
                    <a:pt x="8350" y="409"/>
                  </a:cubicBezTo>
                  <a:cubicBezTo>
                    <a:pt x="8350" y="385"/>
                    <a:pt x="8353" y="360"/>
                    <a:pt x="8357" y="334"/>
                  </a:cubicBezTo>
                  <a:cubicBezTo>
                    <a:pt x="8361" y="307"/>
                    <a:pt x="8366" y="280"/>
                    <a:pt x="8373" y="251"/>
                  </a:cubicBezTo>
                  <a:cubicBezTo>
                    <a:pt x="8384" y="194"/>
                    <a:pt x="8398" y="148"/>
                    <a:pt x="8417" y="112"/>
                  </a:cubicBezTo>
                  <a:cubicBezTo>
                    <a:pt x="8435" y="76"/>
                    <a:pt x="8460" y="49"/>
                    <a:pt x="8490" y="32"/>
                  </a:cubicBezTo>
                  <a:cubicBezTo>
                    <a:pt x="8521" y="15"/>
                    <a:pt x="8560" y="7"/>
                    <a:pt x="8607" y="7"/>
                  </a:cubicBezTo>
                  <a:close/>
                  <a:moveTo>
                    <a:pt x="8218" y="7"/>
                  </a:moveTo>
                  <a:cubicBezTo>
                    <a:pt x="8247" y="7"/>
                    <a:pt x="8275" y="9"/>
                    <a:pt x="8301" y="13"/>
                  </a:cubicBezTo>
                  <a:cubicBezTo>
                    <a:pt x="8327" y="17"/>
                    <a:pt x="8346" y="21"/>
                    <a:pt x="8357" y="26"/>
                  </a:cubicBezTo>
                  <a:lnTo>
                    <a:pt x="8325" y="153"/>
                  </a:lnTo>
                  <a:cubicBezTo>
                    <a:pt x="8312" y="149"/>
                    <a:pt x="8296" y="146"/>
                    <a:pt x="8278" y="143"/>
                  </a:cubicBezTo>
                  <a:cubicBezTo>
                    <a:pt x="8260" y="140"/>
                    <a:pt x="8239" y="138"/>
                    <a:pt x="8216" y="138"/>
                  </a:cubicBezTo>
                  <a:cubicBezTo>
                    <a:pt x="8188" y="137"/>
                    <a:pt x="8169" y="144"/>
                    <a:pt x="8157" y="160"/>
                  </a:cubicBezTo>
                  <a:cubicBezTo>
                    <a:pt x="8146" y="176"/>
                    <a:pt x="8135" y="207"/>
                    <a:pt x="8125" y="252"/>
                  </a:cubicBezTo>
                  <a:cubicBezTo>
                    <a:pt x="8121" y="268"/>
                    <a:pt x="8118" y="288"/>
                    <a:pt x="8114" y="309"/>
                  </a:cubicBezTo>
                  <a:cubicBezTo>
                    <a:pt x="8110" y="331"/>
                    <a:pt x="8107" y="353"/>
                    <a:pt x="8105" y="374"/>
                  </a:cubicBezTo>
                  <a:cubicBezTo>
                    <a:pt x="8103" y="395"/>
                    <a:pt x="8101" y="413"/>
                    <a:pt x="8101" y="428"/>
                  </a:cubicBezTo>
                  <a:cubicBezTo>
                    <a:pt x="8104" y="429"/>
                    <a:pt x="8108" y="429"/>
                    <a:pt x="8111" y="429"/>
                  </a:cubicBezTo>
                  <a:cubicBezTo>
                    <a:pt x="8114" y="429"/>
                    <a:pt x="8117" y="429"/>
                    <a:pt x="8121" y="429"/>
                  </a:cubicBezTo>
                  <a:cubicBezTo>
                    <a:pt x="8130" y="429"/>
                    <a:pt x="8139" y="429"/>
                    <a:pt x="8148" y="428"/>
                  </a:cubicBezTo>
                  <a:cubicBezTo>
                    <a:pt x="8157" y="427"/>
                    <a:pt x="8166" y="426"/>
                    <a:pt x="8174" y="424"/>
                  </a:cubicBezTo>
                  <a:lnTo>
                    <a:pt x="8188" y="346"/>
                  </a:lnTo>
                  <a:lnTo>
                    <a:pt x="8147" y="346"/>
                  </a:lnTo>
                  <a:lnTo>
                    <a:pt x="8167" y="235"/>
                  </a:lnTo>
                  <a:lnTo>
                    <a:pt x="8331" y="235"/>
                  </a:lnTo>
                  <a:lnTo>
                    <a:pt x="8277" y="526"/>
                  </a:lnTo>
                  <a:cubicBezTo>
                    <a:pt x="8259" y="534"/>
                    <a:pt x="8233" y="541"/>
                    <a:pt x="8200" y="546"/>
                  </a:cubicBezTo>
                  <a:cubicBezTo>
                    <a:pt x="8167" y="551"/>
                    <a:pt x="8135" y="554"/>
                    <a:pt x="8102" y="554"/>
                  </a:cubicBezTo>
                  <a:cubicBezTo>
                    <a:pt x="8063" y="554"/>
                    <a:pt x="8033" y="548"/>
                    <a:pt x="8012" y="536"/>
                  </a:cubicBezTo>
                  <a:cubicBezTo>
                    <a:pt x="7991" y="524"/>
                    <a:pt x="7977" y="507"/>
                    <a:pt x="7969" y="485"/>
                  </a:cubicBezTo>
                  <a:cubicBezTo>
                    <a:pt x="7961" y="464"/>
                    <a:pt x="7958" y="439"/>
                    <a:pt x="7958" y="410"/>
                  </a:cubicBezTo>
                  <a:cubicBezTo>
                    <a:pt x="7958" y="386"/>
                    <a:pt x="7960" y="361"/>
                    <a:pt x="7964" y="334"/>
                  </a:cubicBezTo>
                  <a:cubicBezTo>
                    <a:pt x="7969" y="307"/>
                    <a:pt x="7974" y="280"/>
                    <a:pt x="7980" y="251"/>
                  </a:cubicBezTo>
                  <a:cubicBezTo>
                    <a:pt x="7996" y="166"/>
                    <a:pt x="8022" y="104"/>
                    <a:pt x="8058" y="65"/>
                  </a:cubicBezTo>
                  <a:cubicBezTo>
                    <a:pt x="8094" y="26"/>
                    <a:pt x="8148" y="6"/>
                    <a:pt x="8218" y="7"/>
                  </a:cubicBezTo>
                  <a:close/>
                  <a:moveTo>
                    <a:pt x="7756" y="7"/>
                  </a:moveTo>
                  <a:cubicBezTo>
                    <a:pt x="7787" y="7"/>
                    <a:pt x="7812" y="9"/>
                    <a:pt x="7831" y="13"/>
                  </a:cubicBezTo>
                  <a:cubicBezTo>
                    <a:pt x="7851" y="17"/>
                    <a:pt x="7865" y="21"/>
                    <a:pt x="7874" y="25"/>
                  </a:cubicBezTo>
                  <a:lnTo>
                    <a:pt x="7844" y="151"/>
                  </a:lnTo>
                  <a:cubicBezTo>
                    <a:pt x="7832" y="147"/>
                    <a:pt x="7820" y="143"/>
                    <a:pt x="7808" y="141"/>
                  </a:cubicBezTo>
                  <a:cubicBezTo>
                    <a:pt x="7797" y="139"/>
                    <a:pt x="7784" y="138"/>
                    <a:pt x="7771" y="138"/>
                  </a:cubicBezTo>
                  <a:cubicBezTo>
                    <a:pt x="7758" y="138"/>
                    <a:pt x="7748" y="140"/>
                    <a:pt x="7741" y="145"/>
                  </a:cubicBezTo>
                  <a:cubicBezTo>
                    <a:pt x="7734" y="150"/>
                    <a:pt x="7731" y="158"/>
                    <a:pt x="7731" y="169"/>
                  </a:cubicBezTo>
                  <a:cubicBezTo>
                    <a:pt x="7731" y="177"/>
                    <a:pt x="7732" y="186"/>
                    <a:pt x="7735" y="194"/>
                  </a:cubicBezTo>
                  <a:cubicBezTo>
                    <a:pt x="7738" y="203"/>
                    <a:pt x="7743" y="215"/>
                    <a:pt x="7749" y="230"/>
                  </a:cubicBezTo>
                  <a:lnTo>
                    <a:pt x="7775" y="291"/>
                  </a:lnTo>
                  <a:cubicBezTo>
                    <a:pt x="7782" y="306"/>
                    <a:pt x="7788" y="323"/>
                    <a:pt x="7794" y="341"/>
                  </a:cubicBezTo>
                  <a:cubicBezTo>
                    <a:pt x="7799" y="359"/>
                    <a:pt x="7803" y="377"/>
                    <a:pt x="7803" y="396"/>
                  </a:cubicBezTo>
                  <a:cubicBezTo>
                    <a:pt x="7802" y="451"/>
                    <a:pt x="7787" y="491"/>
                    <a:pt x="7758" y="516"/>
                  </a:cubicBezTo>
                  <a:cubicBezTo>
                    <a:pt x="7729" y="542"/>
                    <a:pt x="7692" y="554"/>
                    <a:pt x="7645" y="554"/>
                  </a:cubicBezTo>
                  <a:cubicBezTo>
                    <a:pt x="7612" y="553"/>
                    <a:pt x="7585" y="551"/>
                    <a:pt x="7564" y="547"/>
                  </a:cubicBezTo>
                  <a:cubicBezTo>
                    <a:pt x="7543" y="543"/>
                    <a:pt x="7528" y="539"/>
                    <a:pt x="7519" y="535"/>
                  </a:cubicBezTo>
                  <a:lnTo>
                    <a:pt x="7529" y="402"/>
                  </a:lnTo>
                  <a:cubicBezTo>
                    <a:pt x="7539" y="406"/>
                    <a:pt x="7552" y="410"/>
                    <a:pt x="7571" y="414"/>
                  </a:cubicBezTo>
                  <a:cubicBezTo>
                    <a:pt x="7590" y="418"/>
                    <a:pt x="7611" y="420"/>
                    <a:pt x="7635" y="420"/>
                  </a:cubicBezTo>
                  <a:cubicBezTo>
                    <a:pt x="7638" y="420"/>
                    <a:pt x="7641" y="420"/>
                    <a:pt x="7643" y="420"/>
                  </a:cubicBezTo>
                  <a:cubicBezTo>
                    <a:pt x="7646" y="420"/>
                    <a:pt x="7649" y="420"/>
                    <a:pt x="7652" y="420"/>
                  </a:cubicBezTo>
                  <a:cubicBezTo>
                    <a:pt x="7653" y="416"/>
                    <a:pt x="7654" y="412"/>
                    <a:pt x="7655" y="407"/>
                  </a:cubicBezTo>
                  <a:cubicBezTo>
                    <a:pt x="7656" y="403"/>
                    <a:pt x="7657" y="398"/>
                    <a:pt x="7657" y="393"/>
                  </a:cubicBezTo>
                  <a:cubicBezTo>
                    <a:pt x="7656" y="384"/>
                    <a:pt x="7655" y="375"/>
                    <a:pt x="7651" y="366"/>
                  </a:cubicBezTo>
                  <a:cubicBezTo>
                    <a:pt x="7647" y="358"/>
                    <a:pt x="7643" y="348"/>
                    <a:pt x="7637" y="336"/>
                  </a:cubicBezTo>
                  <a:lnTo>
                    <a:pt x="7610" y="276"/>
                  </a:lnTo>
                  <a:cubicBezTo>
                    <a:pt x="7602" y="259"/>
                    <a:pt x="7596" y="241"/>
                    <a:pt x="7591" y="223"/>
                  </a:cubicBezTo>
                  <a:cubicBezTo>
                    <a:pt x="7586" y="205"/>
                    <a:pt x="7584" y="188"/>
                    <a:pt x="7584" y="171"/>
                  </a:cubicBezTo>
                  <a:cubicBezTo>
                    <a:pt x="7585" y="116"/>
                    <a:pt x="7600" y="75"/>
                    <a:pt x="7631" y="48"/>
                  </a:cubicBezTo>
                  <a:cubicBezTo>
                    <a:pt x="7662" y="20"/>
                    <a:pt x="7704" y="7"/>
                    <a:pt x="7756" y="7"/>
                  </a:cubicBezTo>
                  <a:close/>
                  <a:moveTo>
                    <a:pt x="5955" y="7"/>
                  </a:moveTo>
                  <a:cubicBezTo>
                    <a:pt x="6010" y="7"/>
                    <a:pt x="6047" y="21"/>
                    <a:pt x="6069" y="47"/>
                  </a:cubicBezTo>
                  <a:cubicBezTo>
                    <a:pt x="6090" y="73"/>
                    <a:pt x="6100" y="108"/>
                    <a:pt x="6099" y="151"/>
                  </a:cubicBezTo>
                  <a:cubicBezTo>
                    <a:pt x="6099" y="175"/>
                    <a:pt x="6097" y="200"/>
                    <a:pt x="6093" y="227"/>
                  </a:cubicBezTo>
                  <a:cubicBezTo>
                    <a:pt x="6089" y="253"/>
                    <a:pt x="6083" y="281"/>
                    <a:pt x="6077" y="310"/>
                  </a:cubicBezTo>
                  <a:cubicBezTo>
                    <a:pt x="6061" y="395"/>
                    <a:pt x="6036" y="457"/>
                    <a:pt x="6001" y="496"/>
                  </a:cubicBezTo>
                  <a:cubicBezTo>
                    <a:pt x="5965" y="535"/>
                    <a:pt x="5912" y="554"/>
                    <a:pt x="5842" y="554"/>
                  </a:cubicBezTo>
                  <a:cubicBezTo>
                    <a:pt x="5787" y="553"/>
                    <a:pt x="5750" y="540"/>
                    <a:pt x="5728" y="514"/>
                  </a:cubicBezTo>
                  <a:cubicBezTo>
                    <a:pt x="5707" y="487"/>
                    <a:pt x="5697" y="453"/>
                    <a:pt x="5698" y="409"/>
                  </a:cubicBezTo>
                  <a:cubicBezTo>
                    <a:pt x="5698" y="385"/>
                    <a:pt x="5701" y="360"/>
                    <a:pt x="5705" y="334"/>
                  </a:cubicBezTo>
                  <a:cubicBezTo>
                    <a:pt x="5709" y="307"/>
                    <a:pt x="5714" y="280"/>
                    <a:pt x="5721" y="251"/>
                  </a:cubicBezTo>
                  <a:cubicBezTo>
                    <a:pt x="5732" y="194"/>
                    <a:pt x="5746" y="148"/>
                    <a:pt x="5765" y="112"/>
                  </a:cubicBezTo>
                  <a:cubicBezTo>
                    <a:pt x="5783" y="76"/>
                    <a:pt x="5808" y="49"/>
                    <a:pt x="5838" y="32"/>
                  </a:cubicBezTo>
                  <a:cubicBezTo>
                    <a:pt x="5869" y="15"/>
                    <a:pt x="5908" y="7"/>
                    <a:pt x="5955" y="7"/>
                  </a:cubicBezTo>
                  <a:close/>
                  <a:moveTo>
                    <a:pt x="5566" y="7"/>
                  </a:moveTo>
                  <a:cubicBezTo>
                    <a:pt x="5595" y="7"/>
                    <a:pt x="5623" y="9"/>
                    <a:pt x="5649" y="13"/>
                  </a:cubicBezTo>
                  <a:cubicBezTo>
                    <a:pt x="5675" y="17"/>
                    <a:pt x="5694" y="21"/>
                    <a:pt x="5705" y="26"/>
                  </a:cubicBezTo>
                  <a:lnTo>
                    <a:pt x="5673" y="153"/>
                  </a:lnTo>
                  <a:cubicBezTo>
                    <a:pt x="5660" y="149"/>
                    <a:pt x="5644" y="146"/>
                    <a:pt x="5626" y="143"/>
                  </a:cubicBezTo>
                  <a:cubicBezTo>
                    <a:pt x="5608" y="140"/>
                    <a:pt x="5587" y="138"/>
                    <a:pt x="5564" y="138"/>
                  </a:cubicBezTo>
                  <a:cubicBezTo>
                    <a:pt x="5536" y="137"/>
                    <a:pt x="5517" y="144"/>
                    <a:pt x="5505" y="160"/>
                  </a:cubicBezTo>
                  <a:cubicBezTo>
                    <a:pt x="5494" y="176"/>
                    <a:pt x="5483" y="207"/>
                    <a:pt x="5473" y="252"/>
                  </a:cubicBezTo>
                  <a:cubicBezTo>
                    <a:pt x="5469" y="268"/>
                    <a:pt x="5466" y="288"/>
                    <a:pt x="5462" y="309"/>
                  </a:cubicBezTo>
                  <a:cubicBezTo>
                    <a:pt x="5458" y="331"/>
                    <a:pt x="5455" y="353"/>
                    <a:pt x="5453" y="374"/>
                  </a:cubicBezTo>
                  <a:cubicBezTo>
                    <a:pt x="5451" y="395"/>
                    <a:pt x="5449" y="413"/>
                    <a:pt x="5449" y="428"/>
                  </a:cubicBezTo>
                  <a:cubicBezTo>
                    <a:pt x="5452" y="429"/>
                    <a:pt x="5456" y="429"/>
                    <a:pt x="5459" y="429"/>
                  </a:cubicBezTo>
                  <a:cubicBezTo>
                    <a:pt x="5462" y="429"/>
                    <a:pt x="5465" y="429"/>
                    <a:pt x="5469" y="429"/>
                  </a:cubicBezTo>
                  <a:cubicBezTo>
                    <a:pt x="5478" y="429"/>
                    <a:pt x="5487" y="429"/>
                    <a:pt x="5496" y="428"/>
                  </a:cubicBezTo>
                  <a:cubicBezTo>
                    <a:pt x="5505" y="427"/>
                    <a:pt x="5514" y="426"/>
                    <a:pt x="5522" y="424"/>
                  </a:cubicBezTo>
                  <a:lnTo>
                    <a:pt x="5536" y="346"/>
                  </a:lnTo>
                  <a:lnTo>
                    <a:pt x="5495" y="346"/>
                  </a:lnTo>
                  <a:lnTo>
                    <a:pt x="5515" y="235"/>
                  </a:lnTo>
                  <a:lnTo>
                    <a:pt x="5679" y="235"/>
                  </a:lnTo>
                  <a:lnTo>
                    <a:pt x="5625" y="526"/>
                  </a:lnTo>
                  <a:cubicBezTo>
                    <a:pt x="5607" y="534"/>
                    <a:pt x="5581" y="541"/>
                    <a:pt x="5548" y="546"/>
                  </a:cubicBezTo>
                  <a:cubicBezTo>
                    <a:pt x="5515" y="551"/>
                    <a:pt x="5483" y="554"/>
                    <a:pt x="5450" y="554"/>
                  </a:cubicBezTo>
                  <a:cubicBezTo>
                    <a:pt x="5411" y="554"/>
                    <a:pt x="5381" y="548"/>
                    <a:pt x="5360" y="536"/>
                  </a:cubicBezTo>
                  <a:cubicBezTo>
                    <a:pt x="5339" y="524"/>
                    <a:pt x="5325" y="507"/>
                    <a:pt x="5317" y="485"/>
                  </a:cubicBezTo>
                  <a:cubicBezTo>
                    <a:pt x="5309" y="464"/>
                    <a:pt x="5306" y="439"/>
                    <a:pt x="5306" y="410"/>
                  </a:cubicBezTo>
                  <a:cubicBezTo>
                    <a:pt x="5306" y="386"/>
                    <a:pt x="5308" y="361"/>
                    <a:pt x="5312" y="334"/>
                  </a:cubicBezTo>
                  <a:cubicBezTo>
                    <a:pt x="5317" y="307"/>
                    <a:pt x="5322" y="280"/>
                    <a:pt x="5328" y="251"/>
                  </a:cubicBezTo>
                  <a:cubicBezTo>
                    <a:pt x="5344" y="166"/>
                    <a:pt x="5370" y="104"/>
                    <a:pt x="5406" y="65"/>
                  </a:cubicBezTo>
                  <a:cubicBezTo>
                    <a:pt x="5442" y="26"/>
                    <a:pt x="5496" y="6"/>
                    <a:pt x="5566" y="7"/>
                  </a:cubicBezTo>
                  <a:close/>
                  <a:moveTo>
                    <a:pt x="5104" y="7"/>
                  </a:moveTo>
                  <a:cubicBezTo>
                    <a:pt x="5135" y="7"/>
                    <a:pt x="5160" y="9"/>
                    <a:pt x="5179" y="13"/>
                  </a:cubicBezTo>
                  <a:cubicBezTo>
                    <a:pt x="5199" y="17"/>
                    <a:pt x="5213" y="21"/>
                    <a:pt x="5222" y="25"/>
                  </a:cubicBezTo>
                  <a:lnTo>
                    <a:pt x="5192" y="151"/>
                  </a:lnTo>
                  <a:cubicBezTo>
                    <a:pt x="5180" y="147"/>
                    <a:pt x="5168" y="143"/>
                    <a:pt x="5156" y="141"/>
                  </a:cubicBezTo>
                  <a:cubicBezTo>
                    <a:pt x="5145" y="139"/>
                    <a:pt x="5132" y="138"/>
                    <a:pt x="5119" y="138"/>
                  </a:cubicBezTo>
                  <a:cubicBezTo>
                    <a:pt x="5106" y="138"/>
                    <a:pt x="5096" y="140"/>
                    <a:pt x="5089" y="145"/>
                  </a:cubicBezTo>
                  <a:cubicBezTo>
                    <a:pt x="5082" y="150"/>
                    <a:pt x="5079" y="158"/>
                    <a:pt x="5079" y="169"/>
                  </a:cubicBezTo>
                  <a:cubicBezTo>
                    <a:pt x="5079" y="177"/>
                    <a:pt x="5080" y="186"/>
                    <a:pt x="5083" y="194"/>
                  </a:cubicBezTo>
                  <a:cubicBezTo>
                    <a:pt x="5086" y="203"/>
                    <a:pt x="5091" y="215"/>
                    <a:pt x="5097" y="230"/>
                  </a:cubicBezTo>
                  <a:lnTo>
                    <a:pt x="5123" y="291"/>
                  </a:lnTo>
                  <a:cubicBezTo>
                    <a:pt x="5130" y="306"/>
                    <a:pt x="5136" y="323"/>
                    <a:pt x="5142" y="341"/>
                  </a:cubicBezTo>
                  <a:cubicBezTo>
                    <a:pt x="5147" y="359"/>
                    <a:pt x="5151" y="377"/>
                    <a:pt x="5151" y="396"/>
                  </a:cubicBezTo>
                  <a:cubicBezTo>
                    <a:pt x="5150" y="451"/>
                    <a:pt x="5135" y="491"/>
                    <a:pt x="5106" y="516"/>
                  </a:cubicBezTo>
                  <a:cubicBezTo>
                    <a:pt x="5077" y="542"/>
                    <a:pt x="5040" y="554"/>
                    <a:pt x="4993" y="554"/>
                  </a:cubicBezTo>
                  <a:cubicBezTo>
                    <a:pt x="4960" y="553"/>
                    <a:pt x="4933" y="551"/>
                    <a:pt x="4912" y="547"/>
                  </a:cubicBezTo>
                  <a:cubicBezTo>
                    <a:pt x="4891" y="543"/>
                    <a:pt x="4876" y="539"/>
                    <a:pt x="4867" y="535"/>
                  </a:cubicBezTo>
                  <a:lnTo>
                    <a:pt x="4877" y="402"/>
                  </a:lnTo>
                  <a:cubicBezTo>
                    <a:pt x="4887" y="406"/>
                    <a:pt x="4900" y="410"/>
                    <a:pt x="4919" y="414"/>
                  </a:cubicBezTo>
                  <a:cubicBezTo>
                    <a:pt x="4938" y="418"/>
                    <a:pt x="4959" y="420"/>
                    <a:pt x="4983" y="420"/>
                  </a:cubicBezTo>
                  <a:cubicBezTo>
                    <a:pt x="4986" y="420"/>
                    <a:pt x="4989" y="420"/>
                    <a:pt x="4991" y="420"/>
                  </a:cubicBezTo>
                  <a:cubicBezTo>
                    <a:pt x="4994" y="420"/>
                    <a:pt x="4997" y="420"/>
                    <a:pt x="5000" y="420"/>
                  </a:cubicBezTo>
                  <a:cubicBezTo>
                    <a:pt x="5001" y="416"/>
                    <a:pt x="5002" y="412"/>
                    <a:pt x="5003" y="407"/>
                  </a:cubicBezTo>
                  <a:cubicBezTo>
                    <a:pt x="5004" y="403"/>
                    <a:pt x="5005" y="398"/>
                    <a:pt x="5005" y="393"/>
                  </a:cubicBezTo>
                  <a:cubicBezTo>
                    <a:pt x="5004" y="384"/>
                    <a:pt x="5003" y="375"/>
                    <a:pt x="4999" y="366"/>
                  </a:cubicBezTo>
                  <a:cubicBezTo>
                    <a:pt x="4995" y="358"/>
                    <a:pt x="4991" y="348"/>
                    <a:pt x="4985" y="336"/>
                  </a:cubicBezTo>
                  <a:lnTo>
                    <a:pt x="4958" y="276"/>
                  </a:lnTo>
                  <a:cubicBezTo>
                    <a:pt x="4950" y="259"/>
                    <a:pt x="4944" y="241"/>
                    <a:pt x="4939" y="223"/>
                  </a:cubicBezTo>
                  <a:cubicBezTo>
                    <a:pt x="4934" y="205"/>
                    <a:pt x="4932" y="188"/>
                    <a:pt x="4932" y="171"/>
                  </a:cubicBezTo>
                  <a:cubicBezTo>
                    <a:pt x="4933" y="116"/>
                    <a:pt x="4948" y="75"/>
                    <a:pt x="4979" y="48"/>
                  </a:cubicBezTo>
                  <a:cubicBezTo>
                    <a:pt x="5010" y="20"/>
                    <a:pt x="5052" y="7"/>
                    <a:pt x="5104" y="7"/>
                  </a:cubicBezTo>
                  <a:close/>
                  <a:moveTo>
                    <a:pt x="3301" y="7"/>
                  </a:moveTo>
                  <a:cubicBezTo>
                    <a:pt x="3356" y="7"/>
                    <a:pt x="3393" y="21"/>
                    <a:pt x="3415" y="47"/>
                  </a:cubicBezTo>
                  <a:cubicBezTo>
                    <a:pt x="3436" y="73"/>
                    <a:pt x="3446" y="108"/>
                    <a:pt x="3445" y="151"/>
                  </a:cubicBezTo>
                  <a:cubicBezTo>
                    <a:pt x="3445" y="175"/>
                    <a:pt x="3443" y="200"/>
                    <a:pt x="3439" y="227"/>
                  </a:cubicBezTo>
                  <a:cubicBezTo>
                    <a:pt x="3435" y="253"/>
                    <a:pt x="3429" y="281"/>
                    <a:pt x="3423" y="310"/>
                  </a:cubicBezTo>
                  <a:cubicBezTo>
                    <a:pt x="3407" y="395"/>
                    <a:pt x="3382" y="457"/>
                    <a:pt x="3347" y="496"/>
                  </a:cubicBezTo>
                  <a:cubicBezTo>
                    <a:pt x="3311" y="535"/>
                    <a:pt x="3258" y="554"/>
                    <a:pt x="3188" y="554"/>
                  </a:cubicBezTo>
                  <a:cubicBezTo>
                    <a:pt x="3133" y="553"/>
                    <a:pt x="3096" y="540"/>
                    <a:pt x="3074" y="514"/>
                  </a:cubicBezTo>
                  <a:cubicBezTo>
                    <a:pt x="3053" y="487"/>
                    <a:pt x="3043" y="453"/>
                    <a:pt x="3044" y="409"/>
                  </a:cubicBezTo>
                  <a:cubicBezTo>
                    <a:pt x="3044" y="385"/>
                    <a:pt x="3047" y="360"/>
                    <a:pt x="3051" y="334"/>
                  </a:cubicBezTo>
                  <a:cubicBezTo>
                    <a:pt x="3055" y="307"/>
                    <a:pt x="3060" y="280"/>
                    <a:pt x="3067" y="251"/>
                  </a:cubicBezTo>
                  <a:cubicBezTo>
                    <a:pt x="3078" y="194"/>
                    <a:pt x="3092" y="148"/>
                    <a:pt x="3111" y="112"/>
                  </a:cubicBezTo>
                  <a:cubicBezTo>
                    <a:pt x="3129" y="76"/>
                    <a:pt x="3154" y="49"/>
                    <a:pt x="3184" y="32"/>
                  </a:cubicBezTo>
                  <a:cubicBezTo>
                    <a:pt x="3215" y="15"/>
                    <a:pt x="3254" y="7"/>
                    <a:pt x="3301" y="7"/>
                  </a:cubicBezTo>
                  <a:close/>
                  <a:moveTo>
                    <a:pt x="2912" y="7"/>
                  </a:moveTo>
                  <a:cubicBezTo>
                    <a:pt x="2941" y="7"/>
                    <a:pt x="2969" y="9"/>
                    <a:pt x="2995" y="13"/>
                  </a:cubicBezTo>
                  <a:cubicBezTo>
                    <a:pt x="3021" y="17"/>
                    <a:pt x="3040" y="21"/>
                    <a:pt x="3051" y="26"/>
                  </a:cubicBezTo>
                  <a:lnTo>
                    <a:pt x="3019" y="153"/>
                  </a:lnTo>
                  <a:cubicBezTo>
                    <a:pt x="3006" y="149"/>
                    <a:pt x="2990" y="146"/>
                    <a:pt x="2972" y="143"/>
                  </a:cubicBezTo>
                  <a:cubicBezTo>
                    <a:pt x="2954" y="140"/>
                    <a:pt x="2933" y="138"/>
                    <a:pt x="2910" y="138"/>
                  </a:cubicBezTo>
                  <a:cubicBezTo>
                    <a:pt x="2882" y="137"/>
                    <a:pt x="2863" y="144"/>
                    <a:pt x="2851" y="160"/>
                  </a:cubicBezTo>
                  <a:cubicBezTo>
                    <a:pt x="2840" y="176"/>
                    <a:pt x="2829" y="207"/>
                    <a:pt x="2819" y="252"/>
                  </a:cubicBezTo>
                  <a:cubicBezTo>
                    <a:pt x="2815" y="268"/>
                    <a:pt x="2812" y="288"/>
                    <a:pt x="2808" y="309"/>
                  </a:cubicBezTo>
                  <a:cubicBezTo>
                    <a:pt x="2804" y="331"/>
                    <a:pt x="2801" y="353"/>
                    <a:pt x="2799" y="374"/>
                  </a:cubicBezTo>
                  <a:cubicBezTo>
                    <a:pt x="2797" y="395"/>
                    <a:pt x="2795" y="413"/>
                    <a:pt x="2795" y="428"/>
                  </a:cubicBezTo>
                  <a:cubicBezTo>
                    <a:pt x="2798" y="429"/>
                    <a:pt x="2802" y="429"/>
                    <a:pt x="2805" y="429"/>
                  </a:cubicBezTo>
                  <a:cubicBezTo>
                    <a:pt x="2808" y="429"/>
                    <a:pt x="2811" y="429"/>
                    <a:pt x="2815" y="429"/>
                  </a:cubicBezTo>
                  <a:cubicBezTo>
                    <a:pt x="2824" y="429"/>
                    <a:pt x="2833" y="429"/>
                    <a:pt x="2842" y="428"/>
                  </a:cubicBezTo>
                  <a:cubicBezTo>
                    <a:pt x="2851" y="427"/>
                    <a:pt x="2860" y="426"/>
                    <a:pt x="2868" y="424"/>
                  </a:cubicBezTo>
                  <a:lnTo>
                    <a:pt x="2882" y="346"/>
                  </a:lnTo>
                  <a:lnTo>
                    <a:pt x="2841" y="346"/>
                  </a:lnTo>
                  <a:lnTo>
                    <a:pt x="2861" y="235"/>
                  </a:lnTo>
                  <a:lnTo>
                    <a:pt x="3025" y="235"/>
                  </a:lnTo>
                  <a:lnTo>
                    <a:pt x="2971" y="526"/>
                  </a:lnTo>
                  <a:cubicBezTo>
                    <a:pt x="2953" y="534"/>
                    <a:pt x="2927" y="541"/>
                    <a:pt x="2894" y="546"/>
                  </a:cubicBezTo>
                  <a:cubicBezTo>
                    <a:pt x="2861" y="551"/>
                    <a:pt x="2829" y="554"/>
                    <a:pt x="2796" y="554"/>
                  </a:cubicBezTo>
                  <a:cubicBezTo>
                    <a:pt x="2757" y="554"/>
                    <a:pt x="2727" y="548"/>
                    <a:pt x="2706" y="536"/>
                  </a:cubicBezTo>
                  <a:cubicBezTo>
                    <a:pt x="2685" y="524"/>
                    <a:pt x="2671" y="507"/>
                    <a:pt x="2663" y="485"/>
                  </a:cubicBezTo>
                  <a:cubicBezTo>
                    <a:pt x="2655" y="464"/>
                    <a:pt x="2652" y="439"/>
                    <a:pt x="2652" y="410"/>
                  </a:cubicBezTo>
                  <a:cubicBezTo>
                    <a:pt x="2652" y="386"/>
                    <a:pt x="2654" y="361"/>
                    <a:pt x="2658" y="334"/>
                  </a:cubicBezTo>
                  <a:cubicBezTo>
                    <a:pt x="2663" y="307"/>
                    <a:pt x="2668" y="280"/>
                    <a:pt x="2674" y="251"/>
                  </a:cubicBezTo>
                  <a:cubicBezTo>
                    <a:pt x="2690" y="166"/>
                    <a:pt x="2716" y="104"/>
                    <a:pt x="2752" y="65"/>
                  </a:cubicBezTo>
                  <a:cubicBezTo>
                    <a:pt x="2788" y="26"/>
                    <a:pt x="2842" y="6"/>
                    <a:pt x="2912" y="7"/>
                  </a:cubicBezTo>
                  <a:close/>
                  <a:moveTo>
                    <a:pt x="2452" y="7"/>
                  </a:moveTo>
                  <a:cubicBezTo>
                    <a:pt x="2483" y="7"/>
                    <a:pt x="2508" y="9"/>
                    <a:pt x="2527" y="13"/>
                  </a:cubicBezTo>
                  <a:cubicBezTo>
                    <a:pt x="2547" y="17"/>
                    <a:pt x="2561" y="21"/>
                    <a:pt x="2570" y="25"/>
                  </a:cubicBezTo>
                  <a:lnTo>
                    <a:pt x="2540" y="151"/>
                  </a:lnTo>
                  <a:cubicBezTo>
                    <a:pt x="2528" y="147"/>
                    <a:pt x="2516" y="143"/>
                    <a:pt x="2504" y="141"/>
                  </a:cubicBezTo>
                  <a:cubicBezTo>
                    <a:pt x="2493" y="139"/>
                    <a:pt x="2480" y="138"/>
                    <a:pt x="2467" y="138"/>
                  </a:cubicBezTo>
                  <a:cubicBezTo>
                    <a:pt x="2454" y="138"/>
                    <a:pt x="2444" y="140"/>
                    <a:pt x="2437" y="145"/>
                  </a:cubicBezTo>
                  <a:cubicBezTo>
                    <a:pt x="2430" y="150"/>
                    <a:pt x="2427" y="158"/>
                    <a:pt x="2427" y="169"/>
                  </a:cubicBezTo>
                  <a:cubicBezTo>
                    <a:pt x="2427" y="177"/>
                    <a:pt x="2428" y="186"/>
                    <a:pt x="2431" y="194"/>
                  </a:cubicBezTo>
                  <a:cubicBezTo>
                    <a:pt x="2434" y="203"/>
                    <a:pt x="2439" y="215"/>
                    <a:pt x="2445" y="230"/>
                  </a:cubicBezTo>
                  <a:lnTo>
                    <a:pt x="2471" y="291"/>
                  </a:lnTo>
                  <a:cubicBezTo>
                    <a:pt x="2478" y="306"/>
                    <a:pt x="2484" y="323"/>
                    <a:pt x="2490" y="341"/>
                  </a:cubicBezTo>
                  <a:cubicBezTo>
                    <a:pt x="2495" y="359"/>
                    <a:pt x="2499" y="377"/>
                    <a:pt x="2499" y="396"/>
                  </a:cubicBezTo>
                  <a:cubicBezTo>
                    <a:pt x="2498" y="451"/>
                    <a:pt x="2483" y="491"/>
                    <a:pt x="2454" y="516"/>
                  </a:cubicBezTo>
                  <a:cubicBezTo>
                    <a:pt x="2425" y="542"/>
                    <a:pt x="2388" y="554"/>
                    <a:pt x="2341" y="554"/>
                  </a:cubicBezTo>
                  <a:cubicBezTo>
                    <a:pt x="2308" y="553"/>
                    <a:pt x="2281" y="551"/>
                    <a:pt x="2260" y="547"/>
                  </a:cubicBezTo>
                  <a:cubicBezTo>
                    <a:pt x="2239" y="543"/>
                    <a:pt x="2224" y="539"/>
                    <a:pt x="2215" y="535"/>
                  </a:cubicBezTo>
                  <a:lnTo>
                    <a:pt x="2225" y="402"/>
                  </a:lnTo>
                  <a:cubicBezTo>
                    <a:pt x="2235" y="406"/>
                    <a:pt x="2248" y="410"/>
                    <a:pt x="2267" y="414"/>
                  </a:cubicBezTo>
                  <a:cubicBezTo>
                    <a:pt x="2286" y="418"/>
                    <a:pt x="2307" y="420"/>
                    <a:pt x="2331" y="420"/>
                  </a:cubicBezTo>
                  <a:cubicBezTo>
                    <a:pt x="2334" y="420"/>
                    <a:pt x="2337" y="420"/>
                    <a:pt x="2339" y="420"/>
                  </a:cubicBezTo>
                  <a:cubicBezTo>
                    <a:pt x="2342" y="420"/>
                    <a:pt x="2345" y="420"/>
                    <a:pt x="2348" y="420"/>
                  </a:cubicBezTo>
                  <a:cubicBezTo>
                    <a:pt x="2349" y="416"/>
                    <a:pt x="2350" y="412"/>
                    <a:pt x="2351" y="407"/>
                  </a:cubicBezTo>
                  <a:cubicBezTo>
                    <a:pt x="2352" y="403"/>
                    <a:pt x="2353" y="398"/>
                    <a:pt x="2353" y="393"/>
                  </a:cubicBezTo>
                  <a:cubicBezTo>
                    <a:pt x="2352" y="384"/>
                    <a:pt x="2351" y="375"/>
                    <a:pt x="2347" y="366"/>
                  </a:cubicBezTo>
                  <a:cubicBezTo>
                    <a:pt x="2343" y="358"/>
                    <a:pt x="2339" y="348"/>
                    <a:pt x="2333" y="336"/>
                  </a:cubicBezTo>
                  <a:lnTo>
                    <a:pt x="2306" y="276"/>
                  </a:lnTo>
                  <a:cubicBezTo>
                    <a:pt x="2298" y="259"/>
                    <a:pt x="2292" y="241"/>
                    <a:pt x="2287" y="223"/>
                  </a:cubicBezTo>
                  <a:cubicBezTo>
                    <a:pt x="2282" y="205"/>
                    <a:pt x="2280" y="188"/>
                    <a:pt x="2280" y="171"/>
                  </a:cubicBezTo>
                  <a:cubicBezTo>
                    <a:pt x="2281" y="116"/>
                    <a:pt x="2296" y="75"/>
                    <a:pt x="2327" y="48"/>
                  </a:cubicBezTo>
                  <a:cubicBezTo>
                    <a:pt x="2358" y="20"/>
                    <a:pt x="2400" y="7"/>
                    <a:pt x="2452" y="7"/>
                  </a:cubicBezTo>
                  <a:close/>
                  <a:moveTo>
                    <a:pt x="649" y="7"/>
                  </a:moveTo>
                  <a:cubicBezTo>
                    <a:pt x="704" y="7"/>
                    <a:pt x="741" y="21"/>
                    <a:pt x="763" y="47"/>
                  </a:cubicBezTo>
                  <a:cubicBezTo>
                    <a:pt x="784" y="73"/>
                    <a:pt x="794" y="108"/>
                    <a:pt x="793" y="151"/>
                  </a:cubicBezTo>
                  <a:cubicBezTo>
                    <a:pt x="793" y="175"/>
                    <a:pt x="791" y="200"/>
                    <a:pt x="787" y="227"/>
                  </a:cubicBezTo>
                  <a:cubicBezTo>
                    <a:pt x="783" y="253"/>
                    <a:pt x="777" y="281"/>
                    <a:pt x="771" y="310"/>
                  </a:cubicBezTo>
                  <a:cubicBezTo>
                    <a:pt x="755" y="395"/>
                    <a:pt x="730" y="457"/>
                    <a:pt x="695" y="496"/>
                  </a:cubicBezTo>
                  <a:cubicBezTo>
                    <a:pt x="659" y="535"/>
                    <a:pt x="606" y="554"/>
                    <a:pt x="536" y="554"/>
                  </a:cubicBezTo>
                  <a:cubicBezTo>
                    <a:pt x="481" y="553"/>
                    <a:pt x="444" y="540"/>
                    <a:pt x="422" y="514"/>
                  </a:cubicBezTo>
                  <a:cubicBezTo>
                    <a:pt x="401" y="487"/>
                    <a:pt x="391" y="453"/>
                    <a:pt x="392" y="409"/>
                  </a:cubicBezTo>
                  <a:cubicBezTo>
                    <a:pt x="392" y="385"/>
                    <a:pt x="395" y="360"/>
                    <a:pt x="399" y="334"/>
                  </a:cubicBezTo>
                  <a:cubicBezTo>
                    <a:pt x="403" y="307"/>
                    <a:pt x="408" y="280"/>
                    <a:pt x="415" y="251"/>
                  </a:cubicBezTo>
                  <a:cubicBezTo>
                    <a:pt x="426" y="194"/>
                    <a:pt x="440" y="148"/>
                    <a:pt x="459" y="112"/>
                  </a:cubicBezTo>
                  <a:cubicBezTo>
                    <a:pt x="477" y="76"/>
                    <a:pt x="502" y="49"/>
                    <a:pt x="532" y="32"/>
                  </a:cubicBezTo>
                  <a:cubicBezTo>
                    <a:pt x="563" y="15"/>
                    <a:pt x="602" y="7"/>
                    <a:pt x="649" y="7"/>
                  </a:cubicBezTo>
                  <a:close/>
                  <a:moveTo>
                    <a:pt x="260" y="7"/>
                  </a:moveTo>
                  <a:cubicBezTo>
                    <a:pt x="289" y="7"/>
                    <a:pt x="317" y="9"/>
                    <a:pt x="343" y="13"/>
                  </a:cubicBezTo>
                  <a:cubicBezTo>
                    <a:pt x="369" y="17"/>
                    <a:pt x="388" y="21"/>
                    <a:pt x="399" y="26"/>
                  </a:cubicBezTo>
                  <a:lnTo>
                    <a:pt x="367" y="153"/>
                  </a:lnTo>
                  <a:cubicBezTo>
                    <a:pt x="354" y="149"/>
                    <a:pt x="338" y="146"/>
                    <a:pt x="320" y="143"/>
                  </a:cubicBezTo>
                  <a:cubicBezTo>
                    <a:pt x="302" y="140"/>
                    <a:pt x="281" y="138"/>
                    <a:pt x="258" y="138"/>
                  </a:cubicBezTo>
                  <a:cubicBezTo>
                    <a:pt x="230" y="137"/>
                    <a:pt x="211" y="144"/>
                    <a:pt x="199" y="160"/>
                  </a:cubicBezTo>
                  <a:cubicBezTo>
                    <a:pt x="188" y="176"/>
                    <a:pt x="177" y="207"/>
                    <a:pt x="167" y="252"/>
                  </a:cubicBezTo>
                  <a:cubicBezTo>
                    <a:pt x="163" y="268"/>
                    <a:pt x="160" y="288"/>
                    <a:pt x="156" y="309"/>
                  </a:cubicBezTo>
                  <a:cubicBezTo>
                    <a:pt x="152" y="331"/>
                    <a:pt x="149" y="353"/>
                    <a:pt x="147" y="374"/>
                  </a:cubicBezTo>
                  <a:cubicBezTo>
                    <a:pt x="145" y="395"/>
                    <a:pt x="143" y="413"/>
                    <a:pt x="143" y="428"/>
                  </a:cubicBezTo>
                  <a:cubicBezTo>
                    <a:pt x="146" y="429"/>
                    <a:pt x="150" y="429"/>
                    <a:pt x="153" y="429"/>
                  </a:cubicBezTo>
                  <a:cubicBezTo>
                    <a:pt x="156" y="429"/>
                    <a:pt x="159" y="429"/>
                    <a:pt x="163" y="429"/>
                  </a:cubicBezTo>
                  <a:cubicBezTo>
                    <a:pt x="172" y="429"/>
                    <a:pt x="181" y="429"/>
                    <a:pt x="190" y="428"/>
                  </a:cubicBezTo>
                  <a:cubicBezTo>
                    <a:pt x="199" y="427"/>
                    <a:pt x="208" y="426"/>
                    <a:pt x="216" y="424"/>
                  </a:cubicBezTo>
                  <a:lnTo>
                    <a:pt x="230" y="346"/>
                  </a:lnTo>
                  <a:lnTo>
                    <a:pt x="189" y="346"/>
                  </a:lnTo>
                  <a:lnTo>
                    <a:pt x="209" y="235"/>
                  </a:lnTo>
                  <a:lnTo>
                    <a:pt x="373" y="235"/>
                  </a:lnTo>
                  <a:lnTo>
                    <a:pt x="319" y="526"/>
                  </a:lnTo>
                  <a:cubicBezTo>
                    <a:pt x="301" y="534"/>
                    <a:pt x="275" y="541"/>
                    <a:pt x="242" y="546"/>
                  </a:cubicBezTo>
                  <a:cubicBezTo>
                    <a:pt x="209" y="551"/>
                    <a:pt x="177" y="554"/>
                    <a:pt x="144" y="554"/>
                  </a:cubicBezTo>
                  <a:cubicBezTo>
                    <a:pt x="105" y="554"/>
                    <a:pt x="75" y="548"/>
                    <a:pt x="54" y="536"/>
                  </a:cubicBezTo>
                  <a:cubicBezTo>
                    <a:pt x="33" y="524"/>
                    <a:pt x="19" y="507"/>
                    <a:pt x="11" y="485"/>
                  </a:cubicBezTo>
                  <a:cubicBezTo>
                    <a:pt x="3" y="464"/>
                    <a:pt x="0" y="439"/>
                    <a:pt x="0" y="410"/>
                  </a:cubicBezTo>
                  <a:cubicBezTo>
                    <a:pt x="0" y="386"/>
                    <a:pt x="2" y="361"/>
                    <a:pt x="6" y="334"/>
                  </a:cubicBezTo>
                  <a:cubicBezTo>
                    <a:pt x="11" y="307"/>
                    <a:pt x="16" y="280"/>
                    <a:pt x="22" y="251"/>
                  </a:cubicBezTo>
                  <a:cubicBezTo>
                    <a:pt x="38" y="166"/>
                    <a:pt x="64" y="104"/>
                    <a:pt x="100" y="65"/>
                  </a:cubicBezTo>
                  <a:cubicBezTo>
                    <a:pt x="136" y="26"/>
                    <a:pt x="190" y="6"/>
                    <a:pt x="260" y="7"/>
                  </a:cubicBezTo>
                  <a:close/>
                  <a:moveTo>
                    <a:pt x="16953" y="0"/>
                  </a:moveTo>
                  <a:lnTo>
                    <a:pt x="16863" y="374"/>
                  </a:lnTo>
                  <a:lnTo>
                    <a:pt x="16744" y="374"/>
                  </a:lnTo>
                  <a:lnTo>
                    <a:pt x="16796" y="16"/>
                  </a:lnTo>
                  <a:lnTo>
                    <a:pt x="16953" y="0"/>
                  </a:lnTo>
                  <a:close/>
                  <a:moveTo>
                    <a:pt x="14299" y="0"/>
                  </a:moveTo>
                  <a:lnTo>
                    <a:pt x="14209" y="374"/>
                  </a:lnTo>
                  <a:lnTo>
                    <a:pt x="14090" y="374"/>
                  </a:lnTo>
                  <a:lnTo>
                    <a:pt x="14142" y="16"/>
                  </a:lnTo>
                  <a:lnTo>
                    <a:pt x="14299" y="0"/>
                  </a:lnTo>
                  <a:close/>
                  <a:moveTo>
                    <a:pt x="11647" y="0"/>
                  </a:moveTo>
                  <a:lnTo>
                    <a:pt x="11557" y="374"/>
                  </a:lnTo>
                  <a:lnTo>
                    <a:pt x="11438" y="374"/>
                  </a:lnTo>
                  <a:lnTo>
                    <a:pt x="11490" y="16"/>
                  </a:lnTo>
                  <a:lnTo>
                    <a:pt x="11647" y="0"/>
                  </a:lnTo>
                  <a:close/>
                  <a:moveTo>
                    <a:pt x="8993" y="0"/>
                  </a:moveTo>
                  <a:lnTo>
                    <a:pt x="8903" y="374"/>
                  </a:lnTo>
                  <a:lnTo>
                    <a:pt x="8784" y="374"/>
                  </a:lnTo>
                  <a:lnTo>
                    <a:pt x="8836" y="16"/>
                  </a:lnTo>
                  <a:lnTo>
                    <a:pt x="8993" y="0"/>
                  </a:lnTo>
                  <a:close/>
                  <a:moveTo>
                    <a:pt x="6341" y="0"/>
                  </a:moveTo>
                  <a:lnTo>
                    <a:pt x="6251" y="374"/>
                  </a:lnTo>
                  <a:lnTo>
                    <a:pt x="6132" y="374"/>
                  </a:lnTo>
                  <a:lnTo>
                    <a:pt x="6184" y="16"/>
                  </a:lnTo>
                  <a:lnTo>
                    <a:pt x="6341" y="0"/>
                  </a:lnTo>
                  <a:close/>
                  <a:moveTo>
                    <a:pt x="3687" y="0"/>
                  </a:moveTo>
                  <a:lnTo>
                    <a:pt x="3597" y="374"/>
                  </a:lnTo>
                  <a:lnTo>
                    <a:pt x="3478" y="374"/>
                  </a:lnTo>
                  <a:lnTo>
                    <a:pt x="3530" y="16"/>
                  </a:lnTo>
                  <a:lnTo>
                    <a:pt x="3687" y="0"/>
                  </a:lnTo>
                  <a:close/>
                  <a:moveTo>
                    <a:pt x="1035" y="0"/>
                  </a:moveTo>
                  <a:lnTo>
                    <a:pt x="945" y="374"/>
                  </a:lnTo>
                  <a:lnTo>
                    <a:pt x="826" y="374"/>
                  </a:lnTo>
                  <a:lnTo>
                    <a:pt x="878" y="16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w="1270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219A5EF-4C11-FDF6-E63D-9AA5EB2A91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31" y="4683105"/>
              <a:ext cx="12802442" cy="408031"/>
            </a:xfrm>
            <a:custGeom>
              <a:avLst/>
              <a:gdLst>
                <a:gd name="T0" fmla="*/ 10293 w 17383"/>
                <a:gd name="T1" fmla="*/ 544 h 554"/>
                <a:gd name="T2" fmla="*/ 2472 w 17383"/>
                <a:gd name="T3" fmla="*/ 544 h 554"/>
                <a:gd name="T4" fmla="*/ 15455 w 17383"/>
                <a:gd name="T5" fmla="*/ 132 h 554"/>
                <a:gd name="T6" fmla="*/ 12792 w 17383"/>
                <a:gd name="T7" fmla="*/ 131 h 554"/>
                <a:gd name="T8" fmla="*/ 7486 w 17383"/>
                <a:gd name="T9" fmla="*/ 131 h 554"/>
                <a:gd name="T10" fmla="*/ 4790 w 17383"/>
                <a:gd name="T11" fmla="*/ 157 h 554"/>
                <a:gd name="T12" fmla="*/ 2109 w 17383"/>
                <a:gd name="T13" fmla="*/ 251 h 554"/>
                <a:gd name="T14" fmla="*/ 17006 w 17383"/>
                <a:gd name="T15" fmla="*/ 211 h 554"/>
                <a:gd name="T16" fmla="*/ 16545 w 17383"/>
                <a:gd name="T17" fmla="*/ 145 h 554"/>
                <a:gd name="T18" fmla="*/ 16195 w 17383"/>
                <a:gd name="T19" fmla="*/ 414 h 554"/>
                <a:gd name="T20" fmla="*/ 14088 w 17383"/>
                <a:gd name="T21" fmla="*/ 544 h 554"/>
                <a:gd name="T22" fmla="*/ 13859 w 17383"/>
                <a:gd name="T23" fmla="*/ 414 h 554"/>
                <a:gd name="T24" fmla="*/ 11700 w 17383"/>
                <a:gd name="T25" fmla="*/ 211 h 554"/>
                <a:gd name="T26" fmla="*/ 11239 w 17383"/>
                <a:gd name="T27" fmla="*/ 145 h 554"/>
                <a:gd name="T28" fmla="*/ 10889 w 17383"/>
                <a:gd name="T29" fmla="*/ 414 h 554"/>
                <a:gd name="T30" fmla="*/ 8782 w 17383"/>
                <a:gd name="T31" fmla="*/ 544 h 554"/>
                <a:gd name="T32" fmla="*/ 8553 w 17383"/>
                <a:gd name="T33" fmla="*/ 414 h 554"/>
                <a:gd name="T34" fmla="*/ 6394 w 17383"/>
                <a:gd name="T35" fmla="*/ 211 h 554"/>
                <a:gd name="T36" fmla="*/ 5933 w 17383"/>
                <a:gd name="T37" fmla="*/ 145 h 554"/>
                <a:gd name="T38" fmla="*/ 5583 w 17383"/>
                <a:gd name="T39" fmla="*/ 414 h 554"/>
                <a:gd name="T40" fmla="*/ 3476 w 17383"/>
                <a:gd name="T41" fmla="*/ 544 h 554"/>
                <a:gd name="T42" fmla="*/ 3247 w 17383"/>
                <a:gd name="T43" fmla="*/ 414 h 554"/>
                <a:gd name="T44" fmla="*/ 1088 w 17383"/>
                <a:gd name="T45" fmla="*/ 211 h 554"/>
                <a:gd name="T46" fmla="*/ 627 w 17383"/>
                <a:gd name="T47" fmla="*/ 145 h 554"/>
                <a:gd name="T48" fmla="*/ 277 w 17383"/>
                <a:gd name="T49" fmla="*/ 414 h 554"/>
                <a:gd name="T50" fmla="*/ 17284 w 17383"/>
                <a:gd name="T51" fmla="*/ 291 h 554"/>
                <a:gd name="T52" fmla="*/ 17160 w 17383"/>
                <a:gd name="T53" fmla="*/ 366 h 554"/>
                <a:gd name="T54" fmla="*/ 15235 w 17383"/>
                <a:gd name="T55" fmla="*/ 514 h 554"/>
                <a:gd name="T56" fmla="*/ 14980 w 17383"/>
                <a:gd name="T57" fmla="*/ 252 h 554"/>
                <a:gd name="T58" fmla="*/ 14957 w 17383"/>
                <a:gd name="T59" fmla="*/ 554 h 554"/>
                <a:gd name="T60" fmla="*/ 14596 w 17383"/>
                <a:gd name="T61" fmla="*/ 145 h 554"/>
                <a:gd name="T62" fmla="*/ 14498 w 17383"/>
                <a:gd name="T63" fmla="*/ 420 h 554"/>
                <a:gd name="T64" fmla="*/ 12948 w 17383"/>
                <a:gd name="T65" fmla="*/ 227 h 554"/>
                <a:gd name="T66" fmla="*/ 12528 w 17383"/>
                <a:gd name="T67" fmla="*/ 153 h 554"/>
                <a:gd name="T68" fmla="*/ 12370 w 17383"/>
                <a:gd name="T69" fmla="*/ 235 h 554"/>
                <a:gd name="T70" fmla="*/ 12077 w 17383"/>
                <a:gd name="T71" fmla="*/ 25 h 554"/>
                <a:gd name="T72" fmla="*/ 11722 w 17383"/>
                <a:gd name="T73" fmla="*/ 535 h 554"/>
                <a:gd name="T74" fmla="*/ 11959 w 17383"/>
                <a:gd name="T75" fmla="*/ 7 h 554"/>
                <a:gd name="T76" fmla="*/ 10156 w 17383"/>
                <a:gd name="T77" fmla="*/ 7 h 554"/>
                <a:gd name="T78" fmla="*/ 9697 w 17383"/>
                <a:gd name="T79" fmla="*/ 428 h 554"/>
                <a:gd name="T80" fmla="*/ 9607 w 17383"/>
                <a:gd name="T81" fmla="*/ 65 h 554"/>
                <a:gd name="T82" fmla="*/ 9352 w 17383"/>
                <a:gd name="T83" fmla="*/ 396 h 554"/>
                <a:gd name="T84" fmla="*/ 9159 w 17383"/>
                <a:gd name="T85" fmla="*/ 276 h 554"/>
                <a:gd name="T86" fmla="*/ 7254 w 17383"/>
                <a:gd name="T87" fmla="*/ 334 h 554"/>
                <a:gd name="T88" fmla="*/ 7002 w 17383"/>
                <a:gd name="T89" fmla="*/ 374 h 554"/>
                <a:gd name="T90" fmla="*/ 6866 w 17383"/>
                <a:gd name="T91" fmla="*/ 485 h 554"/>
                <a:gd name="T92" fmla="*/ 6632 w 17383"/>
                <a:gd name="T93" fmla="*/ 194 h 554"/>
                <a:gd name="T94" fmla="*/ 6552 w 17383"/>
                <a:gd name="T95" fmla="*/ 407 h 554"/>
                <a:gd name="T96" fmla="*/ 4896 w 17383"/>
                <a:gd name="T97" fmla="*/ 496 h 554"/>
                <a:gd name="T98" fmla="*/ 4459 w 17383"/>
                <a:gd name="T99" fmla="*/ 138 h 554"/>
                <a:gd name="T100" fmla="*/ 4520 w 17383"/>
                <a:gd name="T101" fmla="*/ 526 h 554"/>
                <a:gd name="T102" fmla="*/ 4051 w 17383"/>
                <a:gd name="T103" fmla="*/ 141 h 554"/>
                <a:gd name="T104" fmla="*/ 3814 w 17383"/>
                <a:gd name="T105" fmla="*/ 414 h 554"/>
                <a:gd name="T106" fmla="*/ 2312 w 17383"/>
                <a:gd name="T107" fmla="*/ 47 h 554"/>
                <a:gd name="T108" fmla="*/ 1892 w 17383"/>
                <a:gd name="T109" fmla="*/ 13 h 554"/>
                <a:gd name="T110" fmla="*/ 1779 w 17383"/>
                <a:gd name="T111" fmla="*/ 346 h 554"/>
                <a:gd name="T112" fmla="*/ 1347 w 17383"/>
                <a:gd name="T113" fmla="*/ 7 h 554"/>
                <a:gd name="T114" fmla="*/ 1236 w 17383"/>
                <a:gd name="T115" fmla="*/ 554 h 554"/>
                <a:gd name="T116" fmla="*/ 1175 w 17383"/>
                <a:gd name="T117" fmla="*/ 171 h 554"/>
                <a:gd name="T118" fmla="*/ 10452 w 17383"/>
                <a:gd name="T119" fmla="*/ 374 h 554"/>
                <a:gd name="T120" fmla="*/ 2584 w 1738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83" h="554">
                  <a:moveTo>
                    <a:pt x="15623" y="419"/>
                  </a:moveTo>
                  <a:lnTo>
                    <a:pt x="15759" y="419"/>
                  </a:lnTo>
                  <a:lnTo>
                    <a:pt x="15736" y="544"/>
                  </a:lnTo>
                  <a:lnTo>
                    <a:pt x="15599" y="544"/>
                  </a:lnTo>
                  <a:lnTo>
                    <a:pt x="15623" y="419"/>
                  </a:lnTo>
                  <a:close/>
                  <a:moveTo>
                    <a:pt x="12971" y="419"/>
                  </a:moveTo>
                  <a:lnTo>
                    <a:pt x="13107" y="419"/>
                  </a:lnTo>
                  <a:lnTo>
                    <a:pt x="13084" y="544"/>
                  </a:lnTo>
                  <a:lnTo>
                    <a:pt x="12947" y="544"/>
                  </a:lnTo>
                  <a:lnTo>
                    <a:pt x="12971" y="419"/>
                  </a:lnTo>
                  <a:close/>
                  <a:moveTo>
                    <a:pt x="10317" y="419"/>
                  </a:moveTo>
                  <a:lnTo>
                    <a:pt x="10453" y="419"/>
                  </a:lnTo>
                  <a:lnTo>
                    <a:pt x="10430" y="544"/>
                  </a:lnTo>
                  <a:lnTo>
                    <a:pt x="10293" y="544"/>
                  </a:lnTo>
                  <a:lnTo>
                    <a:pt x="10317" y="419"/>
                  </a:lnTo>
                  <a:close/>
                  <a:moveTo>
                    <a:pt x="7665" y="419"/>
                  </a:moveTo>
                  <a:lnTo>
                    <a:pt x="7801" y="419"/>
                  </a:lnTo>
                  <a:lnTo>
                    <a:pt x="7778" y="544"/>
                  </a:lnTo>
                  <a:lnTo>
                    <a:pt x="7641" y="544"/>
                  </a:lnTo>
                  <a:lnTo>
                    <a:pt x="7665" y="419"/>
                  </a:lnTo>
                  <a:close/>
                  <a:moveTo>
                    <a:pt x="5011" y="419"/>
                  </a:moveTo>
                  <a:lnTo>
                    <a:pt x="5147" y="419"/>
                  </a:lnTo>
                  <a:lnTo>
                    <a:pt x="5124" y="544"/>
                  </a:lnTo>
                  <a:lnTo>
                    <a:pt x="4987" y="544"/>
                  </a:lnTo>
                  <a:lnTo>
                    <a:pt x="5011" y="419"/>
                  </a:lnTo>
                  <a:close/>
                  <a:moveTo>
                    <a:pt x="2359" y="419"/>
                  </a:moveTo>
                  <a:lnTo>
                    <a:pt x="2495" y="419"/>
                  </a:lnTo>
                  <a:lnTo>
                    <a:pt x="2472" y="544"/>
                  </a:lnTo>
                  <a:lnTo>
                    <a:pt x="2335" y="544"/>
                  </a:lnTo>
                  <a:lnTo>
                    <a:pt x="2359" y="419"/>
                  </a:lnTo>
                  <a:close/>
                  <a:moveTo>
                    <a:pt x="15444" y="131"/>
                  </a:moveTo>
                  <a:cubicBezTo>
                    <a:pt x="15426" y="131"/>
                    <a:pt x="15412" y="139"/>
                    <a:pt x="15402" y="157"/>
                  </a:cubicBezTo>
                  <a:cubicBezTo>
                    <a:pt x="15393" y="175"/>
                    <a:pt x="15383" y="206"/>
                    <a:pt x="15373" y="251"/>
                  </a:cubicBezTo>
                  <a:cubicBezTo>
                    <a:pt x="15367" y="277"/>
                    <a:pt x="15361" y="305"/>
                    <a:pt x="15356" y="336"/>
                  </a:cubicBezTo>
                  <a:cubicBezTo>
                    <a:pt x="15350" y="367"/>
                    <a:pt x="15347" y="398"/>
                    <a:pt x="15345" y="428"/>
                  </a:cubicBezTo>
                  <a:cubicBezTo>
                    <a:pt x="15349" y="428"/>
                    <a:pt x="15352" y="428"/>
                    <a:pt x="15356" y="428"/>
                  </a:cubicBezTo>
                  <a:cubicBezTo>
                    <a:pt x="15360" y="428"/>
                    <a:pt x="15363" y="428"/>
                    <a:pt x="15367" y="428"/>
                  </a:cubicBezTo>
                  <a:cubicBezTo>
                    <a:pt x="15385" y="429"/>
                    <a:pt x="15400" y="421"/>
                    <a:pt x="15409" y="403"/>
                  </a:cubicBezTo>
                  <a:cubicBezTo>
                    <a:pt x="15418" y="386"/>
                    <a:pt x="15428" y="354"/>
                    <a:pt x="15438" y="309"/>
                  </a:cubicBezTo>
                  <a:cubicBezTo>
                    <a:pt x="15444" y="284"/>
                    <a:pt x="15450" y="255"/>
                    <a:pt x="15455" y="224"/>
                  </a:cubicBezTo>
                  <a:cubicBezTo>
                    <a:pt x="15460" y="193"/>
                    <a:pt x="15463" y="162"/>
                    <a:pt x="15465" y="132"/>
                  </a:cubicBezTo>
                  <a:cubicBezTo>
                    <a:pt x="15462" y="132"/>
                    <a:pt x="15459" y="132"/>
                    <a:pt x="15455" y="132"/>
                  </a:cubicBezTo>
                  <a:cubicBezTo>
                    <a:pt x="15452" y="131"/>
                    <a:pt x="15448" y="131"/>
                    <a:pt x="15444" y="131"/>
                  </a:cubicBezTo>
                  <a:close/>
                  <a:moveTo>
                    <a:pt x="12792" y="131"/>
                  </a:moveTo>
                  <a:cubicBezTo>
                    <a:pt x="12774" y="131"/>
                    <a:pt x="12760" y="139"/>
                    <a:pt x="12750" y="157"/>
                  </a:cubicBezTo>
                  <a:cubicBezTo>
                    <a:pt x="12741" y="175"/>
                    <a:pt x="12731" y="206"/>
                    <a:pt x="12721" y="251"/>
                  </a:cubicBezTo>
                  <a:cubicBezTo>
                    <a:pt x="12715" y="277"/>
                    <a:pt x="12709" y="305"/>
                    <a:pt x="12704" y="336"/>
                  </a:cubicBezTo>
                  <a:cubicBezTo>
                    <a:pt x="12698" y="367"/>
                    <a:pt x="12695" y="398"/>
                    <a:pt x="12693" y="428"/>
                  </a:cubicBezTo>
                  <a:cubicBezTo>
                    <a:pt x="12697" y="428"/>
                    <a:pt x="12700" y="428"/>
                    <a:pt x="12704" y="428"/>
                  </a:cubicBezTo>
                  <a:cubicBezTo>
                    <a:pt x="12708" y="428"/>
                    <a:pt x="12711" y="428"/>
                    <a:pt x="12715" y="428"/>
                  </a:cubicBezTo>
                  <a:cubicBezTo>
                    <a:pt x="12733" y="429"/>
                    <a:pt x="12748" y="421"/>
                    <a:pt x="12757" y="403"/>
                  </a:cubicBezTo>
                  <a:cubicBezTo>
                    <a:pt x="12766" y="386"/>
                    <a:pt x="12776" y="354"/>
                    <a:pt x="12786" y="309"/>
                  </a:cubicBezTo>
                  <a:cubicBezTo>
                    <a:pt x="12792" y="284"/>
                    <a:pt x="12798" y="255"/>
                    <a:pt x="12803" y="224"/>
                  </a:cubicBezTo>
                  <a:cubicBezTo>
                    <a:pt x="12808" y="193"/>
                    <a:pt x="12811" y="162"/>
                    <a:pt x="12813" y="132"/>
                  </a:cubicBezTo>
                  <a:cubicBezTo>
                    <a:pt x="12810" y="132"/>
                    <a:pt x="12807" y="132"/>
                    <a:pt x="12803" y="132"/>
                  </a:cubicBezTo>
                  <a:cubicBezTo>
                    <a:pt x="12800" y="131"/>
                    <a:pt x="12796" y="131"/>
                    <a:pt x="12792" y="131"/>
                  </a:cubicBezTo>
                  <a:close/>
                  <a:moveTo>
                    <a:pt x="10138" y="131"/>
                  </a:moveTo>
                  <a:cubicBezTo>
                    <a:pt x="10120" y="131"/>
                    <a:pt x="10106" y="139"/>
                    <a:pt x="10096" y="157"/>
                  </a:cubicBezTo>
                  <a:cubicBezTo>
                    <a:pt x="10087" y="175"/>
                    <a:pt x="10077" y="206"/>
                    <a:pt x="10067" y="251"/>
                  </a:cubicBezTo>
                  <a:cubicBezTo>
                    <a:pt x="10061" y="277"/>
                    <a:pt x="10055" y="305"/>
                    <a:pt x="10050" y="336"/>
                  </a:cubicBezTo>
                  <a:cubicBezTo>
                    <a:pt x="10044" y="367"/>
                    <a:pt x="10041" y="398"/>
                    <a:pt x="10039" y="428"/>
                  </a:cubicBezTo>
                  <a:cubicBezTo>
                    <a:pt x="10043" y="428"/>
                    <a:pt x="10046" y="428"/>
                    <a:pt x="10050" y="428"/>
                  </a:cubicBezTo>
                  <a:cubicBezTo>
                    <a:pt x="10054" y="428"/>
                    <a:pt x="10057" y="428"/>
                    <a:pt x="10061" y="428"/>
                  </a:cubicBezTo>
                  <a:cubicBezTo>
                    <a:pt x="10079" y="429"/>
                    <a:pt x="10094" y="421"/>
                    <a:pt x="10103" y="403"/>
                  </a:cubicBezTo>
                  <a:cubicBezTo>
                    <a:pt x="10112" y="386"/>
                    <a:pt x="10122" y="354"/>
                    <a:pt x="10132" y="309"/>
                  </a:cubicBezTo>
                  <a:cubicBezTo>
                    <a:pt x="10138" y="284"/>
                    <a:pt x="10144" y="255"/>
                    <a:pt x="10149" y="224"/>
                  </a:cubicBezTo>
                  <a:cubicBezTo>
                    <a:pt x="10154" y="193"/>
                    <a:pt x="10157" y="162"/>
                    <a:pt x="10159" y="132"/>
                  </a:cubicBezTo>
                  <a:cubicBezTo>
                    <a:pt x="10156" y="132"/>
                    <a:pt x="10153" y="132"/>
                    <a:pt x="10149" y="132"/>
                  </a:cubicBezTo>
                  <a:cubicBezTo>
                    <a:pt x="10146" y="131"/>
                    <a:pt x="10142" y="131"/>
                    <a:pt x="10138" y="131"/>
                  </a:cubicBezTo>
                  <a:close/>
                  <a:moveTo>
                    <a:pt x="7486" y="131"/>
                  </a:moveTo>
                  <a:cubicBezTo>
                    <a:pt x="7468" y="131"/>
                    <a:pt x="7454" y="139"/>
                    <a:pt x="7444" y="157"/>
                  </a:cubicBezTo>
                  <a:cubicBezTo>
                    <a:pt x="7435" y="175"/>
                    <a:pt x="7425" y="206"/>
                    <a:pt x="7415" y="251"/>
                  </a:cubicBezTo>
                  <a:cubicBezTo>
                    <a:pt x="7409" y="277"/>
                    <a:pt x="7403" y="305"/>
                    <a:pt x="7398" y="336"/>
                  </a:cubicBezTo>
                  <a:cubicBezTo>
                    <a:pt x="7392" y="367"/>
                    <a:pt x="7389" y="398"/>
                    <a:pt x="7387" y="428"/>
                  </a:cubicBezTo>
                  <a:cubicBezTo>
                    <a:pt x="7391" y="428"/>
                    <a:pt x="7394" y="428"/>
                    <a:pt x="7398" y="428"/>
                  </a:cubicBezTo>
                  <a:cubicBezTo>
                    <a:pt x="7402" y="428"/>
                    <a:pt x="7405" y="428"/>
                    <a:pt x="7409" y="428"/>
                  </a:cubicBezTo>
                  <a:cubicBezTo>
                    <a:pt x="7427" y="429"/>
                    <a:pt x="7442" y="421"/>
                    <a:pt x="7451" y="403"/>
                  </a:cubicBezTo>
                  <a:cubicBezTo>
                    <a:pt x="7460" y="386"/>
                    <a:pt x="7470" y="354"/>
                    <a:pt x="7480" y="309"/>
                  </a:cubicBezTo>
                  <a:cubicBezTo>
                    <a:pt x="7486" y="284"/>
                    <a:pt x="7492" y="255"/>
                    <a:pt x="7497" y="224"/>
                  </a:cubicBezTo>
                  <a:cubicBezTo>
                    <a:pt x="7502" y="193"/>
                    <a:pt x="7505" y="162"/>
                    <a:pt x="7507" y="132"/>
                  </a:cubicBezTo>
                  <a:cubicBezTo>
                    <a:pt x="7504" y="132"/>
                    <a:pt x="7501" y="132"/>
                    <a:pt x="7497" y="132"/>
                  </a:cubicBezTo>
                  <a:cubicBezTo>
                    <a:pt x="7494" y="131"/>
                    <a:pt x="7490" y="131"/>
                    <a:pt x="7486" y="131"/>
                  </a:cubicBezTo>
                  <a:close/>
                  <a:moveTo>
                    <a:pt x="4832" y="131"/>
                  </a:moveTo>
                  <a:cubicBezTo>
                    <a:pt x="4814" y="131"/>
                    <a:pt x="4800" y="139"/>
                    <a:pt x="4790" y="157"/>
                  </a:cubicBezTo>
                  <a:cubicBezTo>
                    <a:pt x="4781" y="175"/>
                    <a:pt x="4771" y="206"/>
                    <a:pt x="4761" y="251"/>
                  </a:cubicBezTo>
                  <a:cubicBezTo>
                    <a:pt x="4755" y="277"/>
                    <a:pt x="4749" y="305"/>
                    <a:pt x="4744" y="336"/>
                  </a:cubicBezTo>
                  <a:cubicBezTo>
                    <a:pt x="4738" y="367"/>
                    <a:pt x="4735" y="398"/>
                    <a:pt x="4733" y="428"/>
                  </a:cubicBezTo>
                  <a:cubicBezTo>
                    <a:pt x="4737" y="428"/>
                    <a:pt x="4740" y="428"/>
                    <a:pt x="4744" y="428"/>
                  </a:cubicBezTo>
                  <a:cubicBezTo>
                    <a:pt x="4748" y="428"/>
                    <a:pt x="4751" y="428"/>
                    <a:pt x="4755" y="428"/>
                  </a:cubicBezTo>
                  <a:cubicBezTo>
                    <a:pt x="4773" y="429"/>
                    <a:pt x="4788" y="421"/>
                    <a:pt x="4797" y="403"/>
                  </a:cubicBezTo>
                  <a:cubicBezTo>
                    <a:pt x="4806" y="386"/>
                    <a:pt x="4816" y="354"/>
                    <a:pt x="4826" y="309"/>
                  </a:cubicBezTo>
                  <a:cubicBezTo>
                    <a:pt x="4832" y="284"/>
                    <a:pt x="4838" y="255"/>
                    <a:pt x="4843" y="224"/>
                  </a:cubicBezTo>
                  <a:cubicBezTo>
                    <a:pt x="4848" y="193"/>
                    <a:pt x="4851" y="162"/>
                    <a:pt x="4853" y="132"/>
                  </a:cubicBezTo>
                  <a:cubicBezTo>
                    <a:pt x="4850" y="132"/>
                    <a:pt x="4847" y="132"/>
                    <a:pt x="4843" y="132"/>
                  </a:cubicBezTo>
                  <a:cubicBezTo>
                    <a:pt x="4840" y="131"/>
                    <a:pt x="4836" y="131"/>
                    <a:pt x="4832" y="131"/>
                  </a:cubicBezTo>
                  <a:close/>
                  <a:moveTo>
                    <a:pt x="2180" y="131"/>
                  </a:moveTo>
                  <a:cubicBezTo>
                    <a:pt x="2162" y="131"/>
                    <a:pt x="2148" y="139"/>
                    <a:pt x="2138" y="157"/>
                  </a:cubicBezTo>
                  <a:cubicBezTo>
                    <a:pt x="2129" y="175"/>
                    <a:pt x="2119" y="206"/>
                    <a:pt x="2109" y="251"/>
                  </a:cubicBezTo>
                  <a:cubicBezTo>
                    <a:pt x="2103" y="277"/>
                    <a:pt x="2097" y="305"/>
                    <a:pt x="2092" y="336"/>
                  </a:cubicBezTo>
                  <a:cubicBezTo>
                    <a:pt x="2086" y="367"/>
                    <a:pt x="2083" y="398"/>
                    <a:pt x="2081" y="428"/>
                  </a:cubicBezTo>
                  <a:cubicBezTo>
                    <a:pt x="2085" y="428"/>
                    <a:pt x="2088" y="428"/>
                    <a:pt x="2092" y="428"/>
                  </a:cubicBezTo>
                  <a:cubicBezTo>
                    <a:pt x="2096" y="428"/>
                    <a:pt x="2099" y="428"/>
                    <a:pt x="2103" y="428"/>
                  </a:cubicBezTo>
                  <a:cubicBezTo>
                    <a:pt x="2121" y="429"/>
                    <a:pt x="2136" y="421"/>
                    <a:pt x="2145" y="403"/>
                  </a:cubicBezTo>
                  <a:cubicBezTo>
                    <a:pt x="2154" y="386"/>
                    <a:pt x="2164" y="354"/>
                    <a:pt x="2174" y="309"/>
                  </a:cubicBezTo>
                  <a:cubicBezTo>
                    <a:pt x="2180" y="284"/>
                    <a:pt x="2186" y="255"/>
                    <a:pt x="2191" y="224"/>
                  </a:cubicBezTo>
                  <a:cubicBezTo>
                    <a:pt x="2196" y="193"/>
                    <a:pt x="2199" y="162"/>
                    <a:pt x="2201" y="132"/>
                  </a:cubicBezTo>
                  <a:cubicBezTo>
                    <a:pt x="2198" y="132"/>
                    <a:pt x="2195" y="132"/>
                    <a:pt x="2191" y="132"/>
                  </a:cubicBezTo>
                  <a:cubicBezTo>
                    <a:pt x="2188" y="131"/>
                    <a:pt x="2184" y="131"/>
                    <a:pt x="2180" y="131"/>
                  </a:cubicBezTo>
                  <a:close/>
                  <a:moveTo>
                    <a:pt x="16965" y="16"/>
                  </a:moveTo>
                  <a:lnTo>
                    <a:pt x="17074" y="16"/>
                  </a:lnTo>
                  <a:lnTo>
                    <a:pt x="17056" y="115"/>
                  </a:lnTo>
                  <a:lnTo>
                    <a:pt x="17006" y="211"/>
                  </a:lnTo>
                  <a:lnTo>
                    <a:pt x="16928" y="211"/>
                  </a:lnTo>
                  <a:lnTo>
                    <a:pt x="16965" y="16"/>
                  </a:lnTo>
                  <a:close/>
                  <a:moveTo>
                    <a:pt x="16604" y="16"/>
                  </a:moveTo>
                  <a:lnTo>
                    <a:pt x="16929" y="16"/>
                  </a:lnTo>
                  <a:lnTo>
                    <a:pt x="16896" y="145"/>
                  </a:lnTo>
                  <a:lnTo>
                    <a:pt x="16816" y="145"/>
                  </a:lnTo>
                  <a:lnTo>
                    <a:pt x="16742" y="544"/>
                  </a:lnTo>
                  <a:lnTo>
                    <a:pt x="16597" y="544"/>
                  </a:lnTo>
                  <a:lnTo>
                    <a:pt x="16670" y="145"/>
                  </a:lnTo>
                  <a:lnTo>
                    <a:pt x="16581" y="145"/>
                  </a:lnTo>
                  <a:lnTo>
                    <a:pt x="16604" y="16"/>
                  </a:lnTo>
                  <a:close/>
                  <a:moveTo>
                    <a:pt x="16305" y="16"/>
                  </a:moveTo>
                  <a:lnTo>
                    <a:pt x="16578" y="16"/>
                  </a:lnTo>
                  <a:lnTo>
                    <a:pt x="16545" y="145"/>
                  </a:lnTo>
                  <a:lnTo>
                    <a:pt x="16426" y="145"/>
                  </a:lnTo>
                  <a:lnTo>
                    <a:pt x="16414" y="217"/>
                  </a:lnTo>
                  <a:lnTo>
                    <a:pt x="16531" y="217"/>
                  </a:lnTo>
                  <a:lnTo>
                    <a:pt x="16509" y="338"/>
                  </a:lnTo>
                  <a:lnTo>
                    <a:pt x="16391" y="338"/>
                  </a:lnTo>
                  <a:lnTo>
                    <a:pt x="16378" y="414"/>
                  </a:lnTo>
                  <a:lnTo>
                    <a:pt x="16513" y="414"/>
                  </a:lnTo>
                  <a:lnTo>
                    <a:pt x="16478" y="544"/>
                  </a:lnTo>
                  <a:lnTo>
                    <a:pt x="16208" y="544"/>
                  </a:lnTo>
                  <a:lnTo>
                    <a:pt x="16305" y="16"/>
                  </a:lnTo>
                  <a:close/>
                  <a:moveTo>
                    <a:pt x="16015" y="16"/>
                  </a:moveTo>
                  <a:lnTo>
                    <a:pt x="16160" y="16"/>
                  </a:lnTo>
                  <a:lnTo>
                    <a:pt x="16088" y="414"/>
                  </a:lnTo>
                  <a:lnTo>
                    <a:pt x="16195" y="414"/>
                  </a:lnTo>
                  <a:lnTo>
                    <a:pt x="16160" y="544"/>
                  </a:lnTo>
                  <a:lnTo>
                    <a:pt x="15918" y="544"/>
                  </a:lnTo>
                  <a:lnTo>
                    <a:pt x="16015" y="16"/>
                  </a:lnTo>
                  <a:close/>
                  <a:moveTo>
                    <a:pt x="14311" y="16"/>
                  </a:moveTo>
                  <a:lnTo>
                    <a:pt x="14420" y="16"/>
                  </a:lnTo>
                  <a:lnTo>
                    <a:pt x="14402" y="115"/>
                  </a:lnTo>
                  <a:lnTo>
                    <a:pt x="14352" y="211"/>
                  </a:lnTo>
                  <a:lnTo>
                    <a:pt x="14274" y="211"/>
                  </a:lnTo>
                  <a:lnTo>
                    <a:pt x="14311" y="16"/>
                  </a:lnTo>
                  <a:close/>
                  <a:moveTo>
                    <a:pt x="13950" y="16"/>
                  </a:moveTo>
                  <a:lnTo>
                    <a:pt x="14275" y="16"/>
                  </a:lnTo>
                  <a:lnTo>
                    <a:pt x="14242" y="145"/>
                  </a:lnTo>
                  <a:lnTo>
                    <a:pt x="14162" y="145"/>
                  </a:lnTo>
                  <a:lnTo>
                    <a:pt x="14088" y="544"/>
                  </a:lnTo>
                  <a:lnTo>
                    <a:pt x="13943" y="544"/>
                  </a:lnTo>
                  <a:lnTo>
                    <a:pt x="14016" y="145"/>
                  </a:lnTo>
                  <a:lnTo>
                    <a:pt x="13927" y="145"/>
                  </a:lnTo>
                  <a:lnTo>
                    <a:pt x="13950" y="16"/>
                  </a:lnTo>
                  <a:close/>
                  <a:moveTo>
                    <a:pt x="13651" y="16"/>
                  </a:moveTo>
                  <a:lnTo>
                    <a:pt x="13924" y="16"/>
                  </a:lnTo>
                  <a:lnTo>
                    <a:pt x="13891" y="145"/>
                  </a:lnTo>
                  <a:lnTo>
                    <a:pt x="13772" y="145"/>
                  </a:lnTo>
                  <a:lnTo>
                    <a:pt x="13760" y="217"/>
                  </a:lnTo>
                  <a:lnTo>
                    <a:pt x="13877" y="217"/>
                  </a:lnTo>
                  <a:lnTo>
                    <a:pt x="13855" y="338"/>
                  </a:lnTo>
                  <a:lnTo>
                    <a:pt x="13737" y="338"/>
                  </a:lnTo>
                  <a:lnTo>
                    <a:pt x="13724" y="414"/>
                  </a:lnTo>
                  <a:lnTo>
                    <a:pt x="13859" y="414"/>
                  </a:lnTo>
                  <a:lnTo>
                    <a:pt x="13824" y="544"/>
                  </a:lnTo>
                  <a:lnTo>
                    <a:pt x="13554" y="544"/>
                  </a:lnTo>
                  <a:lnTo>
                    <a:pt x="13651" y="16"/>
                  </a:lnTo>
                  <a:close/>
                  <a:moveTo>
                    <a:pt x="13361" y="16"/>
                  </a:moveTo>
                  <a:lnTo>
                    <a:pt x="13506" y="16"/>
                  </a:lnTo>
                  <a:lnTo>
                    <a:pt x="13434" y="414"/>
                  </a:lnTo>
                  <a:lnTo>
                    <a:pt x="13541" y="414"/>
                  </a:lnTo>
                  <a:lnTo>
                    <a:pt x="13506" y="544"/>
                  </a:lnTo>
                  <a:lnTo>
                    <a:pt x="13264" y="544"/>
                  </a:lnTo>
                  <a:lnTo>
                    <a:pt x="13361" y="16"/>
                  </a:lnTo>
                  <a:close/>
                  <a:moveTo>
                    <a:pt x="11659" y="16"/>
                  </a:moveTo>
                  <a:lnTo>
                    <a:pt x="11768" y="16"/>
                  </a:lnTo>
                  <a:lnTo>
                    <a:pt x="11750" y="115"/>
                  </a:lnTo>
                  <a:lnTo>
                    <a:pt x="11700" y="211"/>
                  </a:lnTo>
                  <a:lnTo>
                    <a:pt x="11622" y="211"/>
                  </a:lnTo>
                  <a:lnTo>
                    <a:pt x="11659" y="16"/>
                  </a:lnTo>
                  <a:close/>
                  <a:moveTo>
                    <a:pt x="11298" y="16"/>
                  </a:moveTo>
                  <a:lnTo>
                    <a:pt x="11623" y="16"/>
                  </a:lnTo>
                  <a:lnTo>
                    <a:pt x="11590" y="145"/>
                  </a:lnTo>
                  <a:lnTo>
                    <a:pt x="11510" y="145"/>
                  </a:lnTo>
                  <a:lnTo>
                    <a:pt x="11436" y="544"/>
                  </a:lnTo>
                  <a:lnTo>
                    <a:pt x="11291" y="544"/>
                  </a:lnTo>
                  <a:lnTo>
                    <a:pt x="11364" y="145"/>
                  </a:lnTo>
                  <a:lnTo>
                    <a:pt x="11275" y="145"/>
                  </a:lnTo>
                  <a:lnTo>
                    <a:pt x="11298" y="16"/>
                  </a:lnTo>
                  <a:close/>
                  <a:moveTo>
                    <a:pt x="10999" y="16"/>
                  </a:moveTo>
                  <a:lnTo>
                    <a:pt x="11272" y="16"/>
                  </a:lnTo>
                  <a:lnTo>
                    <a:pt x="11239" y="145"/>
                  </a:lnTo>
                  <a:lnTo>
                    <a:pt x="11120" y="145"/>
                  </a:lnTo>
                  <a:lnTo>
                    <a:pt x="11108" y="217"/>
                  </a:lnTo>
                  <a:lnTo>
                    <a:pt x="11225" y="217"/>
                  </a:lnTo>
                  <a:lnTo>
                    <a:pt x="11203" y="338"/>
                  </a:lnTo>
                  <a:lnTo>
                    <a:pt x="11085" y="338"/>
                  </a:lnTo>
                  <a:lnTo>
                    <a:pt x="11072" y="414"/>
                  </a:lnTo>
                  <a:lnTo>
                    <a:pt x="11207" y="414"/>
                  </a:lnTo>
                  <a:lnTo>
                    <a:pt x="11172" y="544"/>
                  </a:lnTo>
                  <a:lnTo>
                    <a:pt x="10902" y="544"/>
                  </a:lnTo>
                  <a:lnTo>
                    <a:pt x="10999" y="16"/>
                  </a:lnTo>
                  <a:close/>
                  <a:moveTo>
                    <a:pt x="10709" y="16"/>
                  </a:moveTo>
                  <a:lnTo>
                    <a:pt x="10854" y="16"/>
                  </a:lnTo>
                  <a:lnTo>
                    <a:pt x="10782" y="414"/>
                  </a:lnTo>
                  <a:lnTo>
                    <a:pt x="10889" y="414"/>
                  </a:lnTo>
                  <a:lnTo>
                    <a:pt x="10854" y="544"/>
                  </a:lnTo>
                  <a:lnTo>
                    <a:pt x="10612" y="544"/>
                  </a:lnTo>
                  <a:lnTo>
                    <a:pt x="10709" y="16"/>
                  </a:lnTo>
                  <a:close/>
                  <a:moveTo>
                    <a:pt x="9005" y="16"/>
                  </a:moveTo>
                  <a:lnTo>
                    <a:pt x="9114" y="16"/>
                  </a:lnTo>
                  <a:lnTo>
                    <a:pt x="9096" y="115"/>
                  </a:lnTo>
                  <a:lnTo>
                    <a:pt x="9046" y="211"/>
                  </a:lnTo>
                  <a:lnTo>
                    <a:pt x="8968" y="211"/>
                  </a:lnTo>
                  <a:lnTo>
                    <a:pt x="9005" y="16"/>
                  </a:lnTo>
                  <a:close/>
                  <a:moveTo>
                    <a:pt x="8644" y="16"/>
                  </a:moveTo>
                  <a:lnTo>
                    <a:pt x="8969" y="16"/>
                  </a:lnTo>
                  <a:lnTo>
                    <a:pt x="8936" y="145"/>
                  </a:lnTo>
                  <a:lnTo>
                    <a:pt x="8856" y="145"/>
                  </a:lnTo>
                  <a:lnTo>
                    <a:pt x="8782" y="544"/>
                  </a:lnTo>
                  <a:lnTo>
                    <a:pt x="8637" y="544"/>
                  </a:lnTo>
                  <a:lnTo>
                    <a:pt x="8710" y="145"/>
                  </a:lnTo>
                  <a:lnTo>
                    <a:pt x="8621" y="145"/>
                  </a:lnTo>
                  <a:lnTo>
                    <a:pt x="8644" y="16"/>
                  </a:lnTo>
                  <a:close/>
                  <a:moveTo>
                    <a:pt x="8345" y="16"/>
                  </a:moveTo>
                  <a:lnTo>
                    <a:pt x="8618" y="16"/>
                  </a:lnTo>
                  <a:lnTo>
                    <a:pt x="8585" y="145"/>
                  </a:lnTo>
                  <a:lnTo>
                    <a:pt x="8466" y="145"/>
                  </a:lnTo>
                  <a:lnTo>
                    <a:pt x="8454" y="217"/>
                  </a:lnTo>
                  <a:lnTo>
                    <a:pt x="8571" y="217"/>
                  </a:lnTo>
                  <a:lnTo>
                    <a:pt x="8549" y="338"/>
                  </a:lnTo>
                  <a:lnTo>
                    <a:pt x="8431" y="338"/>
                  </a:lnTo>
                  <a:lnTo>
                    <a:pt x="8418" y="414"/>
                  </a:lnTo>
                  <a:lnTo>
                    <a:pt x="8553" y="414"/>
                  </a:lnTo>
                  <a:lnTo>
                    <a:pt x="8518" y="544"/>
                  </a:lnTo>
                  <a:lnTo>
                    <a:pt x="8248" y="544"/>
                  </a:lnTo>
                  <a:lnTo>
                    <a:pt x="8345" y="16"/>
                  </a:lnTo>
                  <a:close/>
                  <a:moveTo>
                    <a:pt x="8055" y="16"/>
                  </a:moveTo>
                  <a:lnTo>
                    <a:pt x="8200" y="16"/>
                  </a:lnTo>
                  <a:lnTo>
                    <a:pt x="8128" y="414"/>
                  </a:lnTo>
                  <a:lnTo>
                    <a:pt x="8235" y="414"/>
                  </a:lnTo>
                  <a:lnTo>
                    <a:pt x="8200" y="544"/>
                  </a:lnTo>
                  <a:lnTo>
                    <a:pt x="7958" y="544"/>
                  </a:lnTo>
                  <a:lnTo>
                    <a:pt x="8055" y="16"/>
                  </a:lnTo>
                  <a:close/>
                  <a:moveTo>
                    <a:pt x="6353" y="16"/>
                  </a:moveTo>
                  <a:lnTo>
                    <a:pt x="6462" y="16"/>
                  </a:lnTo>
                  <a:lnTo>
                    <a:pt x="6444" y="115"/>
                  </a:lnTo>
                  <a:lnTo>
                    <a:pt x="6394" y="211"/>
                  </a:lnTo>
                  <a:lnTo>
                    <a:pt x="6316" y="211"/>
                  </a:lnTo>
                  <a:lnTo>
                    <a:pt x="6353" y="16"/>
                  </a:lnTo>
                  <a:close/>
                  <a:moveTo>
                    <a:pt x="5992" y="16"/>
                  </a:moveTo>
                  <a:lnTo>
                    <a:pt x="6317" y="16"/>
                  </a:lnTo>
                  <a:lnTo>
                    <a:pt x="6284" y="145"/>
                  </a:lnTo>
                  <a:lnTo>
                    <a:pt x="6204" y="145"/>
                  </a:lnTo>
                  <a:lnTo>
                    <a:pt x="6130" y="544"/>
                  </a:lnTo>
                  <a:lnTo>
                    <a:pt x="5985" y="544"/>
                  </a:lnTo>
                  <a:lnTo>
                    <a:pt x="6058" y="145"/>
                  </a:lnTo>
                  <a:lnTo>
                    <a:pt x="5969" y="145"/>
                  </a:lnTo>
                  <a:lnTo>
                    <a:pt x="5992" y="16"/>
                  </a:lnTo>
                  <a:close/>
                  <a:moveTo>
                    <a:pt x="5693" y="16"/>
                  </a:moveTo>
                  <a:lnTo>
                    <a:pt x="5966" y="16"/>
                  </a:lnTo>
                  <a:lnTo>
                    <a:pt x="5933" y="145"/>
                  </a:lnTo>
                  <a:lnTo>
                    <a:pt x="5814" y="145"/>
                  </a:lnTo>
                  <a:lnTo>
                    <a:pt x="5802" y="217"/>
                  </a:lnTo>
                  <a:lnTo>
                    <a:pt x="5919" y="217"/>
                  </a:lnTo>
                  <a:lnTo>
                    <a:pt x="5897" y="338"/>
                  </a:lnTo>
                  <a:lnTo>
                    <a:pt x="5779" y="338"/>
                  </a:lnTo>
                  <a:lnTo>
                    <a:pt x="5766" y="414"/>
                  </a:lnTo>
                  <a:lnTo>
                    <a:pt x="5901" y="414"/>
                  </a:lnTo>
                  <a:lnTo>
                    <a:pt x="5866" y="544"/>
                  </a:lnTo>
                  <a:lnTo>
                    <a:pt x="5596" y="544"/>
                  </a:lnTo>
                  <a:lnTo>
                    <a:pt x="5693" y="16"/>
                  </a:lnTo>
                  <a:close/>
                  <a:moveTo>
                    <a:pt x="5403" y="16"/>
                  </a:moveTo>
                  <a:lnTo>
                    <a:pt x="5548" y="16"/>
                  </a:lnTo>
                  <a:lnTo>
                    <a:pt x="5476" y="414"/>
                  </a:lnTo>
                  <a:lnTo>
                    <a:pt x="5583" y="414"/>
                  </a:lnTo>
                  <a:lnTo>
                    <a:pt x="5548" y="544"/>
                  </a:lnTo>
                  <a:lnTo>
                    <a:pt x="5306" y="544"/>
                  </a:lnTo>
                  <a:lnTo>
                    <a:pt x="5403" y="16"/>
                  </a:lnTo>
                  <a:close/>
                  <a:moveTo>
                    <a:pt x="3699" y="16"/>
                  </a:moveTo>
                  <a:lnTo>
                    <a:pt x="3808" y="16"/>
                  </a:lnTo>
                  <a:lnTo>
                    <a:pt x="3790" y="115"/>
                  </a:lnTo>
                  <a:lnTo>
                    <a:pt x="3740" y="211"/>
                  </a:lnTo>
                  <a:lnTo>
                    <a:pt x="3662" y="211"/>
                  </a:lnTo>
                  <a:lnTo>
                    <a:pt x="3699" y="16"/>
                  </a:lnTo>
                  <a:close/>
                  <a:moveTo>
                    <a:pt x="3338" y="16"/>
                  </a:moveTo>
                  <a:lnTo>
                    <a:pt x="3663" y="16"/>
                  </a:lnTo>
                  <a:lnTo>
                    <a:pt x="3630" y="145"/>
                  </a:lnTo>
                  <a:lnTo>
                    <a:pt x="3550" y="145"/>
                  </a:lnTo>
                  <a:lnTo>
                    <a:pt x="3476" y="544"/>
                  </a:lnTo>
                  <a:lnTo>
                    <a:pt x="3331" y="544"/>
                  </a:lnTo>
                  <a:lnTo>
                    <a:pt x="3404" y="145"/>
                  </a:lnTo>
                  <a:lnTo>
                    <a:pt x="3315" y="145"/>
                  </a:lnTo>
                  <a:lnTo>
                    <a:pt x="3338" y="16"/>
                  </a:lnTo>
                  <a:close/>
                  <a:moveTo>
                    <a:pt x="3039" y="16"/>
                  </a:moveTo>
                  <a:lnTo>
                    <a:pt x="3312" y="16"/>
                  </a:lnTo>
                  <a:lnTo>
                    <a:pt x="3279" y="145"/>
                  </a:lnTo>
                  <a:lnTo>
                    <a:pt x="3160" y="145"/>
                  </a:lnTo>
                  <a:lnTo>
                    <a:pt x="3148" y="217"/>
                  </a:lnTo>
                  <a:lnTo>
                    <a:pt x="3265" y="217"/>
                  </a:lnTo>
                  <a:lnTo>
                    <a:pt x="3243" y="338"/>
                  </a:lnTo>
                  <a:lnTo>
                    <a:pt x="3125" y="338"/>
                  </a:lnTo>
                  <a:lnTo>
                    <a:pt x="3112" y="414"/>
                  </a:lnTo>
                  <a:lnTo>
                    <a:pt x="3247" y="414"/>
                  </a:lnTo>
                  <a:lnTo>
                    <a:pt x="3212" y="544"/>
                  </a:lnTo>
                  <a:lnTo>
                    <a:pt x="2942" y="544"/>
                  </a:lnTo>
                  <a:lnTo>
                    <a:pt x="3039" y="16"/>
                  </a:lnTo>
                  <a:close/>
                  <a:moveTo>
                    <a:pt x="2749" y="16"/>
                  </a:moveTo>
                  <a:lnTo>
                    <a:pt x="2894" y="16"/>
                  </a:lnTo>
                  <a:lnTo>
                    <a:pt x="2822" y="414"/>
                  </a:lnTo>
                  <a:lnTo>
                    <a:pt x="2929" y="414"/>
                  </a:lnTo>
                  <a:lnTo>
                    <a:pt x="2894" y="544"/>
                  </a:lnTo>
                  <a:lnTo>
                    <a:pt x="2652" y="544"/>
                  </a:lnTo>
                  <a:lnTo>
                    <a:pt x="2749" y="16"/>
                  </a:lnTo>
                  <a:close/>
                  <a:moveTo>
                    <a:pt x="1047" y="16"/>
                  </a:moveTo>
                  <a:lnTo>
                    <a:pt x="1156" y="16"/>
                  </a:lnTo>
                  <a:lnTo>
                    <a:pt x="1138" y="115"/>
                  </a:lnTo>
                  <a:lnTo>
                    <a:pt x="1088" y="211"/>
                  </a:lnTo>
                  <a:lnTo>
                    <a:pt x="1010" y="211"/>
                  </a:lnTo>
                  <a:lnTo>
                    <a:pt x="1047" y="16"/>
                  </a:lnTo>
                  <a:close/>
                  <a:moveTo>
                    <a:pt x="686" y="16"/>
                  </a:moveTo>
                  <a:lnTo>
                    <a:pt x="1011" y="16"/>
                  </a:lnTo>
                  <a:lnTo>
                    <a:pt x="978" y="145"/>
                  </a:lnTo>
                  <a:lnTo>
                    <a:pt x="898" y="145"/>
                  </a:lnTo>
                  <a:lnTo>
                    <a:pt x="824" y="544"/>
                  </a:lnTo>
                  <a:lnTo>
                    <a:pt x="679" y="544"/>
                  </a:lnTo>
                  <a:lnTo>
                    <a:pt x="752" y="145"/>
                  </a:lnTo>
                  <a:lnTo>
                    <a:pt x="663" y="145"/>
                  </a:lnTo>
                  <a:lnTo>
                    <a:pt x="686" y="16"/>
                  </a:lnTo>
                  <a:close/>
                  <a:moveTo>
                    <a:pt x="387" y="16"/>
                  </a:moveTo>
                  <a:lnTo>
                    <a:pt x="660" y="16"/>
                  </a:lnTo>
                  <a:lnTo>
                    <a:pt x="627" y="145"/>
                  </a:lnTo>
                  <a:lnTo>
                    <a:pt x="508" y="145"/>
                  </a:lnTo>
                  <a:lnTo>
                    <a:pt x="496" y="217"/>
                  </a:lnTo>
                  <a:lnTo>
                    <a:pt x="613" y="217"/>
                  </a:lnTo>
                  <a:lnTo>
                    <a:pt x="591" y="338"/>
                  </a:lnTo>
                  <a:lnTo>
                    <a:pt x="473" y="338"/>
                  </a:lnTo>
                  <a:lnTo>
                    <a:pt x="460" y="414"/>
                  </a:lnTo>
                  <a:lnTo>
                    <a:pt x="595" y="414"/>
                  </a:lnTo>
                  <a:lnTo>
                    <a:pt x="560" y="544"/>
                  </a:lnTo>
                  <a:lnTo>
                    <a:pt x="290" y="544"/>
                  </a:lnTo>
                  <a:lnTo>
                    <a:pt x="387" y="16"/>
                  </a:lnTo>
                  <a:close/>
                  <a:moveTo>
                    <a:pt x="97" y="16"/>
                  </a:moveTo>
                  <a:lnTo>
                    <a:pt x="242" y="16"/>
                  </a:lnTo>
                  <a:lnTo>
                    <a:pt x="170" y="414"/>
                  </a:lnTo>
                  <a:lnTo>
                    <a:pt x="277" y="414"/>
                  </a:lnTo>
                  <a:lnTo>
                    <a:pt x="242" y="544"/>
                  </a:lnTo>
                  <a:lnTo>
                    <a:pt x="0" y="544"/>
                  </a:lnTo>
                  <a:lnTo>
                    <a:pt x="97" y="16"/>
                  </a:lnTo>
                  <a:close/>
                  <a:moveTo>
                    <a:pt x="17265" y="7"/>
                  </a:moveTo>
                  <a:cubicBezTo>
                    <a:pt x="17296" y="7"/>
                    <a:pt x="17321" y="9"/>
                    <a:pt x="17340" y="13"/>
                  </a:cubicBezTo>
                  <a:cubicBezTo>
                    <a:pt x="17360" y="17"/>
                    <a:pt x="17374" y="21"/>
                    <a:pt x="17383" y="25"/>
                  </a:cubicBezTo>
                  <a:lnTo>
                    <a:pt x="17353" y="151"/>
                  </a:lnTo>
                  <a:cubicBezTo>
                    <a:pt x="17341" y="147"/>
                    <a:pt x="17329" y="143"/>
                    <a:pt x="17317" y="141"/>
                  </a:cubicBezTo>
                  <a:cubicBezTo>
                    <a:pt x="17306" y="139"/>
                    <a:pt x="17293" y="138"/>
                    <a:pt x="17280" y="138"/>
                  </a:cubicBezTo>
                  <a:cubicBezTo>
                    <a:pt x="17267" y="138"/>
                    <a:pt x="17257" y="140"/>
                    <a:pt x="17250" y="145"/>
                  </a:cubicBezTo>
                  <a:cubicBezTo>
                    <a:pt x="17243" y="150"/>
                    <a:pt x="17240" y="158"/>
                    <a:pt x="17240" y="169"/>
                  </a:cubicBezTo>
                  <a:cubicBezTo>
                    <a:pt x="17240" y="177"/>
                    <a:pt x="17241" y="186"/>
                    <a:pt x="17244" y="194"/>
                  </a:cubicBezTo>
                  <a:cubicBezTo>
                    <a:pt x="17247" y="203"/>
                    <a:pt x="17252" y="215"/>
                    <a:pt x="17258" y="230"/>
                  </a:cubicBezTo>
                  <a:lnTo>
                    <a:pt x="17284" y="291"/>
                  </a:lnTo>
                  <a:cubicBezTo>
                    <a:pt x="17291" y="306"/>
                    <a:pt x="17297" y="323"/>
                    <a:pt x="17303" y="341"/>
                  </a:cubicBezTo>
                  <a:cubicBezTo>
                    <a:pt x="17308" y="359"/>
                    <a:pt x="17312" y="377"/>
                    <a:pt x="17312" y="396"/>
                  </a:cubicBezTo>
                  <a:cubicBezTo>
                    <a:pt x="17311" y="451"/>
                    <a:pt x="17296" y="491"/>
                    <a:pt x="17267" y="516"/>
                  </a:cubicBezTo>
                  <a:cubicBezTo>
                    <a:pt x="17238" y="542"/>
                    <a:pt x="17201" y="554"/>
                    <a:pt x="17154" y="554"/>
                  </a:cubicBezTo>
                  <a:cubicBezTo>
                    <a:pt x="17121" y="553"/>
                    <a:pt x="17094" y="551"/>
                    <a:pt x="17073" y="547"/>
                  </a:cubicBezTo>
                  <a:cubicBezTo>
                    <a:pt x="17052" y="543"/>
                    <a:pt x="17037" y="539"/>
                    <a:pt x="17028" y="535"/>
                  </a:cubicBezTo>
                  <a:lnTo>
                    <a:pt x="17038" y="402"/>
                  </a:lnTo>
                  <a:cubicBezTo>
                    <a:pt x="17048" y="406"/>
                    <a:pt x="17061" y="410"/>
                    <a:pt x="17080" y="414"/>
                  </a:cubicBezTo>
                  <a:cubicBezTo>
                    <a:pt x="17099" y="418"/>
                    <a:pt x="17120" y="420"/>
                    <a:pt x="17144" y="420"/>
                  </a:cubicBezTo>
                  <a:cubicBezTo>
                    <a:pt x="17147" y="420"/>
                    <a:pt x="17150" y="420"/>
                    <a:pt x="17152" y="420"/>
                  </a:cubicBezTo>
                  <a:cubicBezTo>
                    <a:pt x="17155" y="420"/>
                    <a:pt x="17158" y="420"/>
                    <a:pt x="17161" y="420"/>
                  </a:cubicBezTo>
                  <a:cubicBezTo>
                    <a:pt x="17162" y="416"/>
                    <a:pt x="17163" y="412"/>
                    <a:pt x="17164" y="407"/>
                  </a:cubicBezTo>
                  <a:cubicBezTo>
                    <a:pt x="17165" y="403"/>
                    <a:pt x="17166" y="398"/>
                    <a:pt x="17166" y="393"/>
                  </a:cubicBezTo>
                  <a:cubicBezTo>
                    <a:pt x="17165" y="384"/>
                    <a:pt x="17164" y="375"/>
                    <a:pt x="17160" y="366"/>
                  </a:cubicBezTo>
                  <a:cubicBezTo>
                    <a:pt x="17156" y="358"/>
                    <a:pt x="17152" y="348"/>
                    <a:pt x="17146" y="336"/>
                  </a:cubicBezTo>
                  <a:lnTo>
                    <a:pt x="17119" y="276"/>
                  </a:lnTo>
                  <a:cubicBezTo>
                    <a:pt x="17111" y="259"/>
                    <a:pt x="17105" y="241"/>
                    <a:pt x="17100" y="223"/>
                  </a:cubicBezTo>
                  <a:cubicBezTo>
                    <a:pt x="17095" y="205"/>
                    <a:pt x="17093" y="188"/>
                    <a:pt x="17093" y="171"/>
                  </a:cubicBezTo>
                  <a:cubicBezTo>
                    <a:pt x="17094" y="116"/>
                    <a:pt x="17109" y="75"/>
                    <a:pt x="17140" y="48"/>
                  </a:cubicBezTo>
                  <a:cubicBezTo>
                    <a:pt x="17171" y="20"/>
                    <a:pt x="17213" y="7"/>
                    <a:pt x="17265" y="7"/>
                  </a:cubicBezTo>
                  <a:close/>
                  <a:moveTo>
                    <a:pt x="15462" y="7"/>
                  </a:moveTo>
                  <a:cubicBezTo>
                    <a:pt x="15517" y="7"/>
                    <a:pt x="15554" y="21"/>
                    <a:pt x="15576" y="47"/>
                  </a:cubicBezTo>
                  <a:cubicBezTo>
                    <a:pt x="15597" y="73"/>
                    <a:pt x="15607" y="108"/>
                    <a:pt x="15606" y="151"/>
                  </a:cubicBezTo>
                  <a:cubicBezTo>
                    <a:pt x="15606" y="175"/>
                    <a:pt x="15604" y="200"/>
                    <a:pt x="15600" y="227"/>
                  </a:cubicBezTo>
                  <a:cubicBezTo>
                    <a:pt x="15596" y="253"/>
                    <a:pt x="15590" y="281"/>
                    <a:pt x="15584" y="310"/>
                  </a:cubicBezTo>
                  <a:cubicBezTo>
                    <a:pt x="15568" y="395"/>
                    <a:pt x="15543" y="457"/>
                    <a:pt x="15508" y="496"/>
                  </a:cubicBezTo>
                  <a:cubicBezTo>
                    <a:pt x="15472" y="535"/>
                    <a:pt x="15419" y="554"/>
                    <a:pt x="15349" y="554"/>
                  </a:cubicBezTo>
                  <a:cubicBezTo>
                    <a:pt x="15294" y="553"/>
                    <a:pt x="15257" y="540"/>
                    <a:pt x="15235" y="514"/>
                  </a:cubicBezTo>
                  <a:cubicBezTo>
                    <a:pt x="15214" y="487"/>
                    <a:pt x="15204" y="453"/>
                    <a:pt x="15205" y="409"/>
                  </a:cubicBezTo>
                  <a:cubicBezTo>
                    <a:pt x="15205" y="385"/>
                    <a:pt x="15208" y="360"/>
                    <a:pt x="15212" y="334"/>
                  </a:cubicBezTo>
                  <a:cubicBezTo>
                    <a:pt x="15216" y="307"/>
                    <a:pt x="15221" y="280"/>
                    <a:pt x="15228" y="251"/>
                  </a:cubicBezTo>
                  <a:cubicBezTo>
                    <a:pt x="15239" y="194"/>
                    <a:pt x="15253" y="148"/>
                    <a:pt x="15272" y="112"/>
                  </a:cubicBezTo>
                  <a:cubicBezTo>
                    <a:pt x="15290" y="76"/>
                    <a:pt x="15315" y="49"/>
                    <a:pt x="15345" y="32"/>
                  </a:cubicBezTo>
                  <a:cubicBezTo>
                    <a:pt x="15376" y="15"/>
                    <a:pt x="15415" y="7"/>
                    <a:pt x="15462" y="7"/>
                  </a:cubicBezTo>
                  <a:close/>
                  <a:moveTo>
                    <a:pt x="15073" y="7"/>
                  </a:moveTo>
                  <a:cubicBezTo>
                    <a:pt x="15102" y="7"/>
                    <a:pt x="15130" y="9"/>
                    <a:pt x="15156" y="13"/>
                  </a:cubicBezTo>
                  <a:cubicBezTo>
                    <a:pt x="15182" y="17"/>
                    <a:pt x="15201" y="21"/>
                    <a:pt x="15212" y="26"/>
                  </a:cubicBezTo>
                  <a:lnTo>
                    <a:pt x="15180" y="153"/>
                  </a:lnTo>
                  <a:cubicBezTo>
                    <a:pt x="15167" y="149"/>
                    <a:pt x="15151" y="146"/>
                    <a:pt x="15133" y="143"/>
                  </a:cubicBezTo>
                  <a:cubicBezTo>
                    <a:pt x="15115" y="140"/>
                    <a:pt x="15094" y="138"/>
                    <a:pt x="15071" y="138"/>
                  </a:cubicBezTo>
                  <a:cubicBezTo>
                    <a:pt x="15043" y="137"/>
                    <a:pt x="15024" y="144"/>
                    <a:pt x="15012" y="160"/>
                  </a:cubicBezTo>
                  <a:cubicBezTo>
                    <a:pt x="15001" y="176"/>
                    <a:pt x="14990" y="207"/>
                    <a:pt x="14980" y="252"/>
                  </a:cubicBezTo>
                  <a:cubicBezTo>
                    <a:pt x="14976" y="268"/>
                    <a:pt x="14973" y="288"/>
                    <a:pt x="14969" y="309"/>
                  </a:cubicBezTo>
                  <a:cubicBezTo>
                    <a:pt x="14965" y="331"/>
                    <a:pt x="14962" y="353"/>
                    <a:pt x="14960" y="374"/>
                  </a:cubicBezTo>
                  <a:cubicBezTo>
                    <a:pt x="14958" y="395"/>
                    <a:pt x="14956" y="413"/>
                    <a:pt x="14956" y="428"/>
                  </a:cubicBezTo>
                  <a:cubicBezTo>
                    <a:pt x="14959" y="429"/>
                    <a:pt x="14963" y="429"/>
                    <a:pt x="14966" y="429"/>
                  </a:cubicBezTo>
                  <a:cubicBezTo>
                    <a:pt x="14969" y="429"/>
                    <a:pt x="14972" y="429"/>
                    <a:pt x="14976" y="429"/>
                  </a:cubicBezTo>
                  <a:cubicBezTo>
                    <a:pt x="14985" y="429"/>
                    <a:pt x="14994" y="429"/>
                    <a:pt x="15003" y="428"/>
                  </a:cubicBezTo>
                  <a:cubicBezTo>
                    <a:pt x="15012" y="427"/>
                    <a:pt x="15021" y="426"/>
                    <a:pt x="15029" y="424"/>
                  </a:cubicBezTo>
                  <a:lnTo>
                    <a:pt x="15043" y="346"/>
                  </a:lnTo>
                  <a:lnTo>
                    <a:pt x="15002" y="346"/>
                  </a:lnTo>
                  <a:lnTo>
                    <a:pt x="15022" y="235"/>
                  </a:lnTo>
                  <a:lnTo>
                    <a:pt x="15186" y="235"/>
                  </a:lnTo>
                  <a:lnTo>
                    <a:pt x="15132" y="526"/>
                  </a:lnTo>
                  <a:cubicBezTo>
                    <a:pt x="15114" y="534"/>
                    <a:pt x="15088" y="541"/>
                    <a:pt x="15055" y="546"/>
                  </a:cubicBezTo>
                  <a:cubicBezTo>
                    <a:pt x="15022" y="551"/>
                    <a:pt x="14990" y="554"/>
                    <a:pt x="14957" y="554"/>
                  </a:cubicBezTo>
                  <a:cubicBezTo>
                    <a:pt x="14918" y="554"/>
                    <a:pt x="14888" y="548"/>
                    <a:pt x="14867" y="536"/>
                  </a:cubicBezTo>
                  <a:cubicBezTo>
                    <a:pt x="14846" y="524"/>
                    <a:pt x="14832" y="507"/>
                    <a:pt x="14824" y="485"/>
                  </a:cubicBezTo>
                  <a:cubicBezTo>
                    <a:pt x="14816" y="464"/>
                    <a:pt x="14813" y="439"/>
                    <a:pt x="14813" y="410"/>
                  </a:cubicBezTo>
                  <a:cubicBezTo>
                    <a:pt x="14813" y="386"/>
                    <a:pt x="14815" y="361"/>
                    <a:pt x="14819" y="334"/>
                  </a:cubicBezTo>
                  <a:cubicBezTo>
                    <a:pt x="14824" y="307"/>
                    <a:pt x="14829" y="280"/>
                    <a:pt x="14835" y="251"/>
                  </a:cubicBezTo>
                  <a:cubicBezTo>
                    <a:pt x="14851" y="166"/>
                    <a:pt x="14877" y="104"/>
                    <a:pt x="14913" y="65"/>
                  </a:cubicBezTo>
                  <a:cubicBezTo>
                    <a:pt x="14949" y="26"/>
                    <a:pt x="15003" y="6"/>
                    <a:pt x="15073" y="7"/>
                  </a:cubicBezTo>
                  <a:close/>
                  <a:moveTo>
                    <a:pt x="14611" y="7"/>
                  </a:moveTo>
                  <a:cubicBezTo>
                    <a:pt x="14642" y="7"/>
                    <a:pt x="14667" y="9"/>
                    <a:pt x="14686" y="13"/>
                  </a:cubicBezTo>
                  <a:cubicBezTo>
                    <a:pt x="14706" y="17"/>
                    <a:pt x="14720" y="21"/>
                    <a:pt x="14729" y="25"/>
                  </a:cubicBezTo>
                  <a:lnTo>
                    <a:pt x="14699" y="151"/>
                  </a:lnTo>
                  <a:cubicBezTo>
                    <a:pt x="14687" y="147"/>
                    <a:pt x="14675" y="143"/>
                    <a:pt x="14663" y="141"/>
                  </a:cubicBezTo>
                  <a:cubicBezTo>
                    <a:pt x="14652" y="139"/>
                    <a:pt x="14639" y="138"/>
                    <a:pt x="14626" y="138"/>
                  </a:cubicBezTo>
                  <a:cubicBezTo>
                    <a:pt x="14613" y="138"/>
                    <a:pt x="14603" y="140"/>
                    <a:pt x="14596" y="145"/>
                  </a:cubicBezTo>
                  <a:cubicBezTo>
                    <a:pt x="14589" y="150"/>
                    <a:pt x="14586" y="158"/>
                    <a:pt x="14586" y="169"/>
                  </a:cubicBezTo>
                  <a:cubicBezTo>
                    <a:pt x="14586" y="177"/>
                    <a:pt x="14587" y="186"/>
                    <a:pt x="14590" y="194"/>
                  </a:cubicBezTo>
                  <a:cubicBezTo>
                    <a:pt x="14593" y="203"/>
                    <a:pt x="14598" y="215"/>
                    <a:pt x="14604" y="230"/>
                  </a:cubicBezTo>
                  <a:lnTo>
                    <a:pt x="14630" y="291"/>
                  </a:lnTo>
                  <a:cubicBezTo>
                    <a:pt x="14637" y="306"/>
                    <a:pt x="14643" y="323"/>
                    <a:pt x="14649" y="341"/>
                  </a:cubicBezTo>
                  <a:cubicBezTo>
                    <a:pt x="14654" y="359"/>
                    <a:pt x="14658" y="377"/>
                    <a:pt x="14658" y="396"/>
                  </a:cubicBezTo>
                  <a:cubicBezTo>
                    <a:pt x="14657" y="451"/>
                    <a:pt x="14642" y="491"/>
                    <a:pt x="14613" y="516"/>
                  </a:cubicBezTo>
                  <a:cubicBezTo>
                    <a:pt x="14584" y="542"/>
                    <a:pt x="14547" y="554"/>
                    <a:pt x="14500" y="554"/>
                  </a:cubicBezTo>
                  <a:cubicBezTo>
                    <a:pt x="14467" y="553"/>
                    <a:pt x="14440" y="551"/>
                    <a:pt x="14419" y="547"/>
                  </a:cubicBezTo>
                  <a:cubicBezTo>
                    <a:pt x="14398" y="543"/>
                    <a:pt x="14383" y="539"/>
                    <a:pt x="14374" y="535"/>
                  </a:cubicBezTo>
                  <a:lnTo>
                    <a:pt x="14384" y="402"/>
                  </a:lnTo>
                  <a:cubicBezTo>
                    <a:pt x="14394" y="406"/>
                    <a:pt x="14407" y="410"/>
                    <a:pt x="14426" y="414"/>
                  </a:cubicBezTo>
                  <a:cubicBezTo>
                    <a:pt x="14445" y="418"/>
                    <a:pt x="14466" y="420"/>
                    <a:pt x="14490" y="420"/>
                  </a:cubicBezTo>
                  <a:cubicBezTo>
                    <a:pt x="14493" y="420"/>
                    <a:pt x="14496" y="420"/>
                    <a:pt x="14498" y="420"/>
                  </a:cubicBezTo>
                  <a:cubicBezTo>
                    <a:pt x="14501" y="420"/>
                    <a:pt x="14504" y="420"/>
                    <a:pt x="14507" y="420"/>
                  </a:cubicBezTo>
                  <a:cubicBezTo>
                    <a:pt x="14508" y="416"/>
                    <a:pt x="14509" y="412"/>
                    <a:pt x="14510" y="407"/>
                  </a:cubicBezTo>
                  <a:cubicBezTo>
                    <a:pt x="14511" y="403"/>
                    <a:pt x="14512" y="398"/>
                    <a:pt x="14512" y="393"/>
                  </a:cubicBezTo>
                  <a:cubicBezTo>
                    <a:pt x="14511" y="384"/>
                    <a:pt x="14510" y="375"/>
                    <a:pt x="14506" y="366"/>
                  </a:cubicBezTo>
                  <a:cubicBezTo>
                    <a:pt x="14502" y="358"/>
                    <a:pt x="14498" y="348"/>
                    <a:pt x="14492" y="336"/>
                  </a:cubicBezTo>
                  <a:lnTo>
                    <a:pt x="14465" y="276"/>
                  </a:lnTo>
                  <a:cubicBezTo>
                    <a:pt x="14457" y="259"/>
                    <a:pt x="14451" y="241"/>
                    <a:pt x="14446" y="223"/>
                  </a:cubicBezTo>
                  <a:cubicBezTo>
                    <a:pt x="14441" y="205"/>
                    <a:pt x="14439" y="188"/>
                    <a:pt x="14439" y="171"/>
                  </a:cubicBezTo>
                  <a:cubicBezTo>
                    <a:pt x="14440" y="116"/>
                    <a:pt x="14455" y="75"/>
                    <a:pt x="14486" y="48"/>
                  </a:cubicBezTo>
                  <a:cubicBezTo>
                    <a:pt x="14517" y="20"/>
                    <a:pt x="14559" y="7"/>
                    <a:pt x="14611" y="7"/>
                  </a:cubicBezTo>
                  <a:close/>
                  <a:moveTo>
                    <a:pt x="12810" y="7"/>
                  </a:moveTo>
                  <a:cubicBezTo>
                    <a:pt x="12865" y="7"/>
                    <a:pt x="12902" y="21"/>
                    <a:pt x="12924" y="47"/>
                  </a:cubicBezTo>
                  <a:cubicBezTo>
                    <a:pt x="12945" y="73"/>
                    <a:pt x="12955" y="108"/>
                    <a:pt x="12954" y="151"/>
                  </a:cubicBezTo>
                  <a:cubicBezTo>
                    <a:pt x="12954" y="175"/>
                    <a:pt x="12952" y="200"/>
                    <a:pt x="12948" y="227"/>
                  </a:cubicBezTo>
                  <a:cubicBezTo>
                    <a:pt x="12944" y="253"/>
                    <a:pt x="12938" y="281"/>
                    <a:pt x="12932" y="310"/>
                  </a:cubicBezTo>
                  <a:cubicBezTo>
                    <a:pt x="12916" y="395"/>
                    <a:pt x="12891" y="457"/>
                    <a:pt x="12856" y="496"/>
                  </a:cubicBezTo>
                  <a:cubicBezTo>
                    <a:pt x="12820" y="535"/>
                    <a:pt x="12767" y="554"/>
                    <a:pt x="12697" y="554"/>
                  </a:cubicBezTo>
                  <a:cubicBezTo>
                    <a:pt x="12642" y="553"/>
                    <a:pt x="12605" y="540"/>
                    <a:pt x="12583" y="514"/>
                  </a:cubicBezTo>
                  <a:cubicBezTo>
                    <a:pt x="12562" y="487"/>
                    <a:pt x="12552" y="453"/>
                    <a:pt x="12553" y="409"/>
                  </a:cubicBezTo>
                  <a:cubicBezTo>
                    <a:pt x="12553" y="385"/>
                    <a:pt x="12556" y="360"/>
                    <a:pt x="12560" y="334"/>
                  </a:cubicBezTo>
                  <a:cubicBezTo>
                    <a:pt x="12564" y="307"/>
                    <a:pt x="12569" y="280"/>
                    <a:pt x="12576" y="251"/>
                  </a:cubicBezTo>
                  <a:cubicBezTo>
                    <a:pt x="12587" y="194"/>
                    <a:pt x="12601" y="148"/>
                    <a:pt x="12620" y="112"/>
                  </a:cubicBezTo>
                  <a:cubicBezTo>
                    <a:pt x="12638" y="76"/>
                    <a:pt x="12663" y="49"/>
                    <a:pt x="12693" y="32"/>
                  </a:cubicBezTo>
                  <a:cubicBezTo>
                    <a:pt x="12724" y="15"/>
                    <a:pt x="12763" y="7"/>
                    <a:pt x="12810" y="7"/>
                  </a:cubicBezTo>
                  <a:close/>
                  <a:moveTo>
                    <a:pt x="12421" y="7"/>
                  </a:moveTo>
                  <a:cubicBezTo>
                    <a:pt x="12450" y="7"/>
                    <a:pt x="12478" y="9"/>
                    <a:pt x="12504" y="13"/>
                  </a:cubicBezTo>
                  <a:cubicBezTo>
                    <a:pt x="12530" y="17"/>
                    <a:pt x="12549" y="21"/>
                    <a:pt x="12560" y="26"/>
                  </a:cubicBezTo>
                  <a:lnTo>
                    <a:pt x="12528" y="153"/>
                  </a:lnTo>
                  <a:cubicBezTo>
                    <a:pt x="12515" y="149"/>
                    <a:pt x="12499" y="146"/>
                    <a:pt x="12481" y="143"/>
                  </a:cubicBezTo>
                  <a:cubicBezTo>
                    <a:pt x="12463" y="140"/>
                    <a:pt x="12442" y="138"/>
                    <a:pt x="12419" y="138"/>
                  </a:cubicBezTo>
                  <a:cubicBezTo>
                    <a:pt x="12391" y="137"/>
                    <a:pt x="12372" y="144"/>
                    <a:pt x="12360" y="160"/>
                  </a:cubicBezTo>
                  <a:cubicBezTo>
                    <a:pt x="12349" y="176"/>
                    <a:pt x="12338" y="207"/>
                    <a:pt x="12328" y="252"/>
                  </a:cubicBezTo>
                  <a:cubicBezTo>
                    <a:pt x="12324" y="268"/>
                    <a:pt x="12321" y="288"/>
                    <a:pt x="12317" y="309"/>
                  </a:cubicBezTo>
                  <a:cubicBezTo>
                    <a:pt x="12313" y="331"/>
                    <a:pt x="12310" y="353"/>
                    <a:pt x="12308" y="374"/>
                  </a:cubicBezTo>
                  <a:cubicBezTo>
                    <a:pt x="12306" y="395"/>
                    <a:pt x="12304" y="413"/>
                    <a:pt x="12304" y="428"/>
                  </a:cubicBezTo>
                  <a:cubicBezTo>
                    <a:pt x="12307" y="429"/>
                    <a:pt x="12311" y="429"/>
                    <a:pt x="12314" y="429"/>
                  </a:cubicBezTo>
                  <a:cubicBezTo>
                    <a:pt x="12317" y="429"/>
                    <a:pt x="12320" y="429"/>
                    <a:pt x="12324" y="429"/>
                  </a:cubicBezTo>
                  <a:cubicBezTo>
                    <a:pt x="12333" y="429"/>
                    <a:pt x="12342" y="429"/>
                    <a:pt x="12351" y="428"/>
                  </a:cubicBezTo>
                  <a:cubicBezTo>
                    <a:pt x="12360" y="427"/>
                    <a:pt x="12369" y="426"/>
                    <a:pt x="12377" y="424"/>
                  </a:cubicBezTo>
                  <a:lnTo>
                    <a:pt x="12391" y="346"/>
                  </a:lnTo>
                  <a:lnTo>
                    <a:pt x="12350" y="346"/>
                  </a:lnTo>
                  <a:lnTo>
                    <a:pt x="12370" y="235"/>
                  </a:lnTo>
                  <a:lnTo>
                    <a:pt x="12534" y="235"/>
                  </a:lnTo>
                  <a:lnTo>
                    <a:pt x="12480" y="526"/>
                  </a:lnTo>
                  <a:cubicBezTo>
                    <a:pt x="12462" y="534"/>
                    <a:pt x="12436" y="541"/>
                    <a:pt x="12403" y="546"/>
                  </a:cubicBezTo>
                  <a:cubicBezTo>
                    <a:pt x="12370" y="551"/>
                    <a:pt x="12338" y="554"/>
                    <a:pt x="12305" y="554"/>
                  </a:cubicBezTo>
                  <a:cubicBezTo>
                    <a:pt x="12266" y="554"/>
                    <a:pt x="12236" y="548"/>
                    <a:pt x="12215" y="536"/>
                  </a:cubicBezTo>
                  <a:cubicBezTo>
                    <a:pt x="12194" y="524"/>
                    <a:pt x="12180" y="507"/>
                    <a:pt x="12172" y="485"/>
                  </a:cubicBezTo>
                  <a:cubicBezTo>
                    <a:pt x="12164" y="464"/>
                    <a:pt x="12161" y="439"/>
                    <a:pt x="12161" y="410"/>
                  </a:cubicBezTo>
                  <a:cubicBezTo>
                    <a:pt x="12161" y="386"/>
                    <a:pt x="12163" y="361"/>
                    <a:pt x="12167" y="334"/>
                  </a:cubicBezTo>
                  <a:cubicBezTo>
                    <a:pt x="12172" y="307"/>
                    <a:pt x="12177" y="280"/>
                    <a:pt x="12183" y="251"/>
                  </a:cubicBezTo>
                  <a:cubicBezTo>
                    <a:pt x="12199" y="166"/>
                    <a:pt x="12225" y="104"/>
                    <a:pt x="12261" y="65"/>
                  </a:cubicBezTo>
                  <a:cubicBezTo>
                    <a:pt x="12297" y="26"/>
                    <a:pt x="12351" y="6"/>
                    <a:pt x="12421" y="7"/>
                  </a:cubicBezTo>
                  <a:close/>
                  <a:moveTo>
                    <a:pt x="11959" y="7"/>
                  </a:moveTo>
                  <a:cubicBezTo>
                    <a:pt x="11990" y="7"/>
                    <a:pt x="12015" y="9"/>
                    <a:pt x="12034" y="13"/>
                  </a:cubicBezTo>
                  <a:cubicBezTo>
                    <a:pt x="12054" y="17"/>
                    <a:pt x="12068" y="21"/>
                    <a:pt x="12077" y="25"/>
                  </a:cubicBezTo>
                  <a:lnTo>
                    <a:pt x="12047" y="151"/>
                  </a:lnTo>
                  <a:cubicBezTo>
                    <a:pt x="12035" y="147"/>
                    <a:pt x="12023" y="143"/>
                    <a:pt x="12011" y="141"/>
                  </a:cubicBezTo>
                  <a:cubicBezTo>
                    <a:pt x="12000" y="139"/>
                    <a:pt x="11987" y="138"/>
                    <a:pt x="11974" y="138"/>
                  </a:cubicBezTo>
                  <a:cubicBezTo>
                    <a:pt x="11961" y="138"/>
                    <a:pt x="11951" y="140"/>
                    <a:pt x="11944" y="145"/>
                  </a:cubicBezTo>
                  <a:cubicBezTo>
                    <a:pt x="11937" y="150"/>
                    <a:pt x="11934" y="158"/>
                    <a:pt x="11934" y="169"/>
                  </a:cubicBezTo>
                  <a:cubicBezTo>
                    <a:pt x="11934" y="177"/>
                    <a:pt x="11935" y="186"/>
                    <a:pt x="11938" y="194"/>
                  </a:cubicBezTo>
                  <a:cubicBezTo>
                    <a:pt x="11941" y="203"/>
                    <a:pt x="11946" y="215"/>
                    <a:pt x="11952" y="230"/>
                  </a:cubicBezTo>
                  <a:lnTo>
                    <a:pt x="11978" y="291"/>
                  </a:lnTo>
                  <a:cubicBezTo>
                    <a:pt x="11985" y="306"/>
                    <a:pt x="11991" y="323"/>
                    <a:pt x="11997" y="341"/>
                  </a:cubicBezTo>
                  <a:cubicBezTo>
                    <a:pt x="12002" y="359"/>
                    <a:pt x="12006" y="377"/>
                    <a:pt x="12006" y="396"/>
                  </a:cubicBezTo>
                  <a:cubicBezTo>
                    <a:pt x="12005" y="451"/>
                    <a:pt x="11990" y="491"/>
                    <a:pt x="11961" y="516"/>
                  </a:cubicBezTo>
                  <a:cubicBezTo>
                    <a:pt x="11932" y="542"/>
                    <a:pt x="11895" y="554"/>
                    <a:pt x="11848" y="554"/>
                  </a:cubicBezTo>
                  <a:cubicBezTo>
                    <a:pt x="11815" y="553"/>
                    <a:pt x="11788" y="551"/>
                    <a:pt x="11767" y="547"/>
                  </a:cubicBezTo>
                  <a:cubicBezTo>
                    <a:pt x="11746" y="543"/>
                    <a:pt x="11731" y="539"/>
                    <a:pt x="11722" y="535"/>
                  </a:cubicBezTo>
                  <a:lnTo>
                    <a:pt x="11732" y="402"/>
                  </a:lnTo>
                  <a:cubicBezTo>
                    <a:pt x="11742" y="406"/>
                    <a:pt x="11755" y="410"/>
                    <a:pt x="11774" y="414"/>
                  </a:cubicBezTo>
                  <a:cubicBezTo>
                    <a:pt x="11793" y="418"/>
                    <a:pt x="11814" y="420"/>
                    <a:pt x="11838" y="420"/>
                  </a:cubicBezTo>
                  <a:cubicBezTo>
                    <a:pt x="11841" y="420"/>
                    <a:pt x="11844" y="420"/>
                    <a:pt x="11846" y="420"/>
                  </a:cubicBezTo>
                  <a:cubicBezTo>
                    <a:pt x="11849" y="420"/>
                    <a:pt x="11852" y="420"/>
                    <a:pt x="11855" y="420"/>
                  </a:cubicBezTo>
                  <a:cubicBezTo>
                    <a:pt x="11856" y="416"/>
                    <a:pt x="11857" y="412"/>
                    <a:pt x="11858" y="407"/>
                  </a:cubicBezTo>
                  <a:cubicBezTo>
                    <a:pt x="11859" y="403"/>
                    <a:pt x="11860" y="398"/>
                    <a:pt x="11860" y="393"/>
                  </a:cubicBezTo>
                  <a:cubicBezTo>
                    <a:pt x="11859" y="384"/>
                    <a:pt x="11858" y="375"/>
                    <a:pt x="11854" y="366"/>
                  </a:cubicBezTo>
                  <a:cubicBezTo>
                    <a:pt x="11850" y="358"/>
                    <a:pt x="11846" y="348"/>
                    <a:pt x="11840" y="336"/>
                  </a:cubicBezTo>
                  <a:lnTo>
                    <a:pt x="11813" y="276"/>
                  </a:lnTo>
                  <a:cubicBezTo>
                    <a:pt x="11805" y="259"/>
                    <a:pt x="11799" y="241"/>
                    <a:pt x="11794" y="223"/>
                  </a:cubicBezTo>
                  <a:cubicBezTo>
                    <a:pt x="11789" y="205"/>
                    <a:pt x="11787" y="188"/>
                    <a:pt x="11787" y="171"/>
                  </a:cubicBezTo>
                  <a:cubicBezTo>
                    <a:pt x="11788" y="116"/>
                    <a:pt x="11803" y="75"/>
                    <a:pt x="11834" y="48"/>
                  </a:cubicBezTo>
                  <a:cubicBezTo>
                    <a:pt x="11865" y="20"/>
                    <a:pt x="11907" y="7"/>
                    <a:pt x="11959" y="7"/>
                  </a:cubicBezTo>
                  <a:close/>
                  <a:moveTo>
                    <a:pt x="10156" y="7"/>
                  </a:moveTo>
                  <a:cubicBezTo>
                    <a:pt x="10211" y="7"/>
                    <a:pt x="10248" y="21"/>
                    <a:pt x="10270" y="47"/>
                  </a:cubicBezTo>
                  <a:cubicBezTo>
                    <a:pt x="10291" y="73"/>
                    <a:pt x="10301" y="108"/>
                    <a:pt x="10300" y="151"/>
                  </a:cubicBezTo>
                  <a:cubicBezTo>
                    <a:pt x="10300" y="175"/>
                    <a:pt x="10298" y="200"/>
                    <a:pt x="10294" y="227"/>
                  </a:cubicBezTo>
                  <a:cubicBezTo>
                    <a:pt x="10290" y="253"/>
                    <a:pt x="10284" y="281"/>
                    <a:pt x="10278" y="310"/>
                  </a:cubicBezTo>
                  <a:cubicBezTo>
                    <a:pt x="10262" y="395"/>
                    <a:pt x="10237" y="457"/>
                    <a:pt x="10202" y="496"/>
                  </a:cubicBezTo>
                  <a:cubicBezTo>
                    <a:pt x="10166" y="535"/>
                    <a:pt x="10113" y="554"/>
                    <a:pt x="10043" y="554"/>
                  </a:cubicBezTo>
                  <a:cubicBezTo>
                    <a:pt x="9988" y="553"/>
                    <a:pt x="9951" y="540"/>
                    <a:pt x="9929" y="514"/>
                  </a:cubicBezTo>
                  <a:cubicBezTo>
                    <a:pt x="9908" y="487"/>
                    <a:pt x="9898" y="453"/>
                    <a:pt x="9899" y="409"/>
                  </a:cubicBezTo>
                  <a:cubicBezTo>
                    <a:pt x="9899" y="385"/>
                    <a:pt x="9902" y="360"/>
                    <a:pt x="9906" y="334"/>
                  </a:cubicBezTo>
                  <a:cubicBezTo>
                    <a:pt x="9910" y="307"/>
                    <a:pt x="9915" y="280"/>
                    <a:pt x="9922" y="251"/>
                  </a:cubicBezTo>
                  <a:cubicBezTo>
                    <a:pt x="9933" y="194"/>
                    <a:pt x="9947" y="148"/>
                    <a:pt x="9966" y="112"/>
                  </a:cubicBezTo>
                  <a:cubicBezTo>
                    <a:pt x="9984" y="76"/>
                    <a:pt x="10009" y="49"/>
                    <a:pt x="10039" y="32"/>
                  </a:cubicBezTo>
                  <a:cubicBezTo>
                    <a:pt x="10070" y="15"/>
                    <a:pt x="10109" y="7"/>
                    <a:pt x="10156" y="7"/>
                  </a:cubicBezTo>
                  <a:close/>
                  <a:moveTo>
                    <a:pt x="9767" y="7"/>
                  </a:moveTo>
                  <a:cubicBezTo>
                    <a:pt x="9796" y="7"/>
                    <a:pt x="9824" y="9"/>
                    <a:pt x="9850" y="13"/>
                  </a:cubicBezTo>
                  <a:cubicBezTo>
                    <a:pt x="9876" y="17"/>
                    <a:pt x="9895" y="21"/>
                    <a:pt x="9906" y="26"/>
                  </a:cubicBezTo>
                  <a:lnTo>
                    <a:pt x="9874" y="153"/>
                  </a:lnTo>
                  <a:cubicBezTo>
                    <a:pt x="9861" y="149"/>
                    <a:pt x="9845" y="146"/>
                    <a:pt x="9827" y="143"/>
                  </a:cubicBezTo>
                  <a:cubicBezTo>
                    <a:pt x="9809" y="140"/>
                    <a:pt x="9788" y="138"/>
                    <a:pt x="9765" y="138"/>
                  </a:cubicBezTo>
                  <a:cubicBezTo>
                    <a:pt x="9737" y="137"/>
                    <a:pt x="9718" y="144"/>
                    <a:pt x="9706" y="160"/>
                  </a:cubicBezTo>
                  <a:cubicBezTo>
                    <a:pt x="9695" y="176"/>
                    <a:pt x="9684" y="207"/>
                    <a:pt x="9674" y="252"/>
                  </a:cubicBezTo>
                  <a:cubicBezTo>
                    <a:pt x="9670" y="268"/>
                    <a:pt x="9667" y="288"/>
                    <a:pt x="9663" y="309"/>
                  </a:cubicBezTo>
                  <a:cubicBezTo>
                    <a:pt x="9659" y="331"/>
                    <a:pt x="9656" y="353"/>
                    <a:pt x="9654" y="374"/>
                  </a:cubicBezTo>
                  <a:cubicBezTo>
                    <a:pt x="9652" y="395"/>
                    <a:pt x="9650" y="413"/>
                    <a:pt x="9650" y="428"/>
                  </a:cubicBezTo>
                  <a:cubicBezTo>
                    <a:pt x="9653" y="429"/>
                    <a:pt x="9657" y="429"/>
                    <a:pt x="9660" y="429"/>
                  </a:cubicBezTo>
                  <a:cubicBezTo>
                    <a:pt x="9663" y="429"/>
                    <a:pt x="9666" y="429"/>
                    <a:pt x="9670" y="429"/>
                  </a:cubicBezTo>
                  <a:cubicBezTo>
                    <a:pt x="9679" y="429"/>
                    <a:pt x="9688" y="429"/>
                    <a:pt x="9697" y="428"/>
                  </a:cubicBezTo>
                  <a:cubicBezTo>
                    <a:pt x="9706" y="427"/>
                    <a:pt x="9715" y="426"/>
                    <a:pt x="9723" y="424"/>
                  </a:cubicBezTo>
                  <a:lnTo>
                    <a:pt x="9737" y="346"/>
                  </a:lnTo>
                  <a:lnTo>
                    <a:pt x="9696" y="346"/>
                  </a:lnTo>
                  <a:lnTo>
                    <a:pt x="9716" y="235"/>
                  </a:lnTo>
                  <a:lnTo>
                    <a:pt x="9880" y="235"/>
                  </a:lnTo>
                  <a:lnTo>
                    <a:pt x="9826" y="526"/>
                  </a:lnTo>
                  <a:cubicBezTo>
                    <a:pt x="9808" y="534"/>
                    <a:pt x="9782" y="541"/>
                    <a:pt x="9749" y="546"/>
                  </a:cubicBezTo>
                  <a:cubicBezTo>
                    <a:pt x="9716" y="551"/>
                    <a:pt x="9684" y="554"/>
                    <a:pt x="9651" y="554"/>
                  </a:cubicBezTo>
                  <a:cubicBezTo>
                    <a:pt x="9612" y="554"/>
                    <a:pt x="9582" y="548"/>
                    <a:pt x="9561" y="536"/>
                  </a:cubicBezTo>
                  <a:cubicBezTo>
                    <a:pt x="9540" y="524"/>
                    <a:pt x="9526" y="507"/>
                    <a:pt x="9518" y="485"/>
                  </a:cubicBezTo>
                  <a:cubicBezTo>
                    <a:pt x="9510" y="464"/>
                    <a:pt x="9507" y="439"/>
                    <a:pt x="9507" y="410"/>
                  </a:cubicBezTo>
                  <a:cubicBezTo>
                    <a:pt x="9507" y="386"/>
                    <a:pt x="9509" y="361"/>
                    <a:pt x="9513" y="334"/>
                  </a:cubicBezTo>
                  <a:cubicBezTo>
                    <a:pt x="9518" y="307"/>
                    <a:pt x="9523" y="280"/>
                    <a:pt x="9529" y="251"/>
                  </a:cubicBezTo>
                  <a:cubicBezTo>
                    <a:pt x="9545" y="166"/>
                    <a:pt x="9571" y="104"/>
                    <a:pt x="9607" y="65"/>
                  </a:cubicBezTo>
                  <a:cubicBezTo>
                    <a:pt x="9643" y="26"/>
                    <a:pt x="9697" y="6"/>
                    <a:pt x="9767" y="7"/>
                  </a:cubicBezTo>
                  <a:close/>
                  <a:moveTo>
                    <a:pt x="9305" y="7"/>
                  </a:moveTo>
                  <a:cubicBezTo>
                    <a:pt x="9336" y="7"/>
                    <a:pt x="9361" y="9"/>
                    <a:pt x="9380" y="13"/>
                  </a:cubicBezTo>
                  <a:cubicBezTo>
                    <a:pt x="9400" y="17"/>
                    <a:pt x="9414" y="21"/>
                    <a:pt x="9423" y="25"/>
                  </a:cubicBezTo>
                  <a:lnTo>
                    <a:pt x="9393" y="151"/>
                  </a:lnTo>
                  <a:cubicBezTo>
                    <a:pt x="9381" y="147"/>
                    <a:pt x="9369" y="143"/>
                    <a:pt x="9357" y="141"/>
                  </a:cubicBezTo>
                  <a:cubicBezTo>
                    <a:pt x="9346" y="139"/>
                    <a:pt x="9333" y="138"/>
                    <a:pt x="9320" y="138"/>
                  </a:cubicBezTo>
                  <a:cubicBezTo>
                    <a:pt x="9307" y="138"/>
                    <a:pt x="9297" y="140"/>
                    <a:pt x="9290" y="145"/>
                  </a:cubicBezTo>
                  <a:cubicBezTo>
                    <a:pt x="9283" y="150"/>
                    <a:pt x="9280" y="158"/>
                    <a:pt x="9280" y="169"/>
                  </a:cubicBezTo>
                  <a:cubicBezTo>
                    <a:pt x="9280" y="177"/>
                    <a:pt x="9281" y="186"/>
                    <a:pt x="9284" y="194"/>
                  </a:cubicBezTo>
                  <a:cubicBezTo>
                    <a:pt x="9287" y="203"/>
                    <a:pt x="9292" y="215"/>
                    <a:pt x="9298" y="230"/>
                  </a:cubicBezTo>
                  <a:lnTo>
                    <a:pt x="9324" y="291"/>
                  </a:lnTo>
                  <a:cubicBezTo>
                    <a:pt x="9331" y="306"/>
                    <a:pt x="9337" y="323"/>
                    <a:pt x="9343" y="341"/>
                  </a:cubicBezTo>
                  <a:cubicBezTo>
                    <a:pt x="9348" y="359"/>
                    <a:pt x="9352" y="377"/>
                    <a:pt x="9352" y="396"/>
                  </a:cubicBezTo>
                  <a:cubicBezTo>
                    <a:pt x="9351" y="451"/>
                    <a:pt x="9336" y="491"/>
                    <a:pt x="9307" y="516"/>
                  </a:cubicBezTo>
                  <a:cubicBezTo>
                    <a:pt x="9278" y="542"/>
                    <a:pt x="9241" y="554"/>
                    <a:pt x="9194" y="554"/>
                  </a:cubicBezTo>
                  <a:cubicBezTo>
                    <a:pt x="9161" y="553"/>
                    <a:pt x="9134" y="551"/>
                    <a:pt x="9113" y="547"/>
                  </a:cubicBezTo>
                  <a:cubicBezTo>
                    <a:pt x="9092" y="543"/>
                    <a:pt x="9077" y="539"/>
                    <a:pt x="9068" y="535"/>
                  </a:cubicBezTo>
                  <a:lnTo>
                    <a:pt x="9078" y="402"/>
                  </a:lnTo>
                  <a:cubicBezTo>
                    <a:pt x="9088" y="406"/>
                    <a:pt x="9101" y="410"/>
                    <a:pt x="9120" y="414"/>
                  </a:cubicBezTo>
                  <a:cubicBezTo>
                    <a:pt x="9139" y="418"/>
                    <a:pt x="9160" y="420"/>
                    <a:pt x="9184" y="420"/>
                  </a:cubicBezTo>
                  <a:cubicBezTo>
                    <a:pt x="9187" y="420"/>
                    <a:pt x="9190" y="420"/>
                    <a:pt x="9192" y="420"/>
                  </a:cubicBezTo>
                  <a:cubicBezTo>
                    <a:pt x="9195" y="420"/>
                    <a:pt x="9198" y="420"/>
                    <a:pt x="9201" y="420"/>
                  </a:cubicBezTo>
                  <a:cubicBezTo>
                    <a:pt x="9202" y="416"/>
                    <a:pt x="9203" y="412"/>
                    <a:pt x="9204" y="407"/>
                  </a:cubicBezTo>
                  <a:cubicBezTo>
                    <a:pt x="9205" y="403"/>
                    <a:pt x="9206" y="398"/>
                    <a:pt x="9206" y="393"/>
                  </a:cubicBezTo>
                  <a:cubicBezTo>
                    <a:pt x="9205" y="384"/>
                    <a:pt x="9204" y="375"/>
                    <a:pt x="9200" y="366"/>
                  </a:cubicBezTo>
                  <a:cubicBezTo>
                    <a:pt x="9196" y="358"/>
                    <a:pt x="9192" y="348"/>
                    <a:pt x="9186" y="336"/>
                  </a:cubicBezTo>
                  <a:lnTo>
                    <a:pt x="9159" y="276"/>
                  </a:lnTo>
                  <a:cubicBezTo>
                    <a:pt x="9151" y="259"/>
                    <a:pt x="9145" y="241"/>
                    <a:pt x="9140" y="223"/>
                  </a:cubicBezTo>
                  <a:cubicBezTo>
                    <a:pt x="9135" y="205"/>
                    <a:pt x="9133" y="188"/>
                    <a:pt x="9133" y="171"/>
                  </a:cubicBezTo>
                  <a:cubicBezTo>
                    <a:pt x="9134" y="116"/>
                    <a:pt x="9149" y="75"/>
                    <a:pt x="9180" y="48"/>
                  </a:cubicBezTo>
                  <a:cubicBezTo>
                    <a:pt x="9211" y="20"/>
                    <a:pt x="9253" y="7"/>
                    <a:pt x="9305" y="7"/>
                  </a:cubicBezTo>
                  <a:close/>
                  <a:moveTo>
                    <a:pt x="7504" y="7"/>
                  </a:moveTo>
                  <a:cubicBezTo>
                    <a:pt x="7559" y="7"/>
                    <a:pt x="7596" y="21"/>
                    <a:pt x="7618" y="47"/>
                  </a:cubicBezTo>
                  <a:cubicBezTo>
                    <a:pt x="7639" y="73"/>
                    <a:pt x="7649" y="108"/>
                    <a:pt x="7648" y="151"/>
                  </a:cubicBezTo>
                  <a:cubicBezTo>
                    <a:pt x="7648" y="175"/>
                    <a:pt x="7646" y="200"/>
                    <a:pt x="7642" y="227"/>
                  </a:cubicBezTo>
                  <a:cubicBezTo>
                    <a:pt x="7638" y="253"/>
                    <a:pt x="7632" y="281"/>
                    <a:pt x="7626" y="310"/>
                  </a:cubicBezTo>
                  <a:cubicBezTo>
                    <a:pt x="7610" y="395"/>
                    <a:pt x="7585" y="457"/>
                    <a:pt x="7550" y="496"/>
                  </a:cubicBezTo>
                  <a:cubicBezTo>
                    <a:pt x="7514" y="535"/>
                    <a:pt x="7461" y="554"/>
                    <a:pt x="7391" y="554"/>
                  </a:cubicBezTo>
                  <a:cubicBezTo>
                    <a:pt x="7336" y="553"/>
                    <a:pt x="7299" y="540"/>
                    <a:pt x="7277" y="514"/>
                  </a:cubicBezTo>
                  <a:cubicBezTo>
                    <a:pt x="7256" y="487"/>
                    <a:pt x="7246" y="453"/>
                    <a:pt x="7247" y="409"/>
                  </a:cubicBezTo>
                  <a:cubicBezTo>
                    <a:pt x="7247" y="385"/>
                    <a:pt x="7250" y="360"/>
                    <a:pt x="7254" y="334"/>
                  </a:cubicBezTo>
                  <a:cubicBezTo>
                    <a:pt x="7258" y="307"/>
                    <a:pt x="7263" y="280"/>
                    <a:pt x="7270" y="251"/>
                  </a:cubicBezTo>
                  <a:cubicBezTo>
                    <a:pt x="7281" y="194"/>
                    <a:pt x="7295" y="148"/>
                    <a:pt x="7314" y="112"/>
                  </a:cubicBezTo>
                  <a:cubicBezTo>
                    <a:pt x="7332" y="76"/>
                    <a:pt x="7357" y="49"/>
                    <a:pt x="7387" y="32"/>
                  </a:cubicBezTo>
                  <a:cubicBezTo>
                    <a:pt x="7418" y="15"/>
                    <a:pt x="7457" y="7"/>
                    <a:pt x="7504" y="7"/>
                  </a:cubicBezTo>
                  <a:close/>
                  <a:moveTo>
                    <a:pt x="7115" y="7"/>
                  </a:moveTo>
                  <a:cubicBezTo>
                    <a:pt x="7144" y="7"/>
                    <a:pt x="7172" y="9"/>
                    <a:pt x="7198" y="13"/>
                  </a:cubicBezTo>
                  <a:cubicBezTo>
                    <a:pt x="7224" y="17"/>
                    <a:pt x="7243" y="21"/>
                    <a:pt x="7254" y="26"/>
                  </a:cubicBezTo>
                  <a:lnTo>
                    <a:pt x="7222" y="153"/>
                  </a:lnTo>
                  <a:cubicBezTo>
                    <a:pt x="7209" y="149"/>
                    <a:pt x="7193" y="146"/>
                    <a:pt x="7175" y="143"/>
                  </a:cubicBezTo>
                  <a:cubicBezTo>
                    <a:pt x="7157" y="140"/>
                    <a:pt x="7136" y="138"/>
                    <a:pt x="7113" y="138"/>
                  </a:cubicBezTo>
                  <a:cubicBezTo>
                    <a:pt x="7085" y="137"/>
                    <a:pt x="7066" y="144"/>
                    <a:pt x="7054" y="160"/>
                  </a:cubicBezTo>
                  <a:cubicBezTo>
                    <a:pt x="7043" y="176"/>
                    <a:pt x="7032" y="207"/>
                    <a:pt x="7022" y="252"/>
                  </a:cubicBezTo>
                  <a:cubicBezTo>
                    <a:pt x="7018" y="268"/>
                    <a:pt x="7015" y="288"/>
                    <a:pt x="7011" y="309"/>
                  </a:cubicBezTo>
                  <a:cubicBezTo>
                    <a:pt x="7007" y="331"/>
                    <a:pt x="7004" y="353"/>
                    <a:pt x="7002" y="374"/>
                  </a:cubicBezTo>
                  <a:cubicBezTo>
                    <a:pt x="7000" y="395"/>
                    <a:pt x="6998" y="413"/>
                    <a:pt x="6998" y="428"/>
                  </a:cubicBezTo>
                  <a:cubicBezTo>
                    <a:pt x="7001" y="429"/>
                    <a:pt x="7005" y="429"/>
                    <a:pt x="7008" y="429"/>
                  </a:cubicBezTo>
                  <a:cubicBezTo>
                    <a:pt x="7011" y="429"/>
                    <a:pt x="7014" y="429"/>
                    <a:pt x="7018" y="429"/>
                  </a:cubicBezTo>
                  <a:cubicBezTo>
                    <a:pt x="7027" y="429"/>
                    <a:pt x="7036" y="429"/>
                    <a:pt x="7045" y="428"/>
                  </a:cubicBezTo>
                  <a:cubicBezTo>
                    <a:pt x="7054" y="427"/>
                    <a:pt x="7063" y="426"/>
                    <a:pt x="7071" y="424"/>
                  </a:cubicBezTo>
                  <a:lnTo>
                    <a:pt x="7085" y="346"/>
                  </a:lnTo>
                  <a:lnTo>
                    <a:pt x="7044" y="346"/>
                  </a:lnTo>
                  <a:lnTo>
                    <a:pt x="7064" y="235"/>
                  </a:lnTo>
                  <a:lnTo>
                    <a:pt x="7228" y="235"/>
                  </a:lnTo>
                  <a:lnTo>
                    <a:pt x="7174" y="526"/>
                  </a:lnTo>
                  <a:cubicBezTo>
                    <a:pt x="7156" y="534"/>
                    <a:pt x="7130" y="541"/>
                    <a:pt x="7097" y="546"/>
                  </a:cubicBezTo>
                  <a:cubicBezTo>
                    <a:pt x="7064" y="551"/>
                    <a:pt x="7032" y="554"/>
                    <a:pt x="6999" y="554"/>
                  </a:cubicBezTo>
                  <a:cubicBezTo>
                    <a:pt x="6960" y="554"/>
                    <a:pt x="6930" y="548"/>
                    <a:pt x="6909" y="536"/>
                  </a:cubicBezTo>
                  <a:cubicBezTo>
                    <a:pt x="6888" y="524"/>
                    <a:pt x="6874" y="507"/>
                    <a:pt x="6866" y="485"/>
                  </a:cubicBezTo>
                  <a:cubicBezTo>
                    <a:pt x="6858" y="464"/>
                    <a:pt x="6855" y="439"/>
                    <a:pt x="6855" y="410"/>
                  </a:cubicBezTo>
                  <a:cubicBezTo>
                    <a:pt x="6855" y="386"/>
                    <a:pt x="6857" y="361"/>
                    <a:pt x="6861" y="334"/>
                  </a:cubicBezTo>
                  <a:cubicBezTo>
                    <a:pt x="6866" y="307"/>
                    <a:pt x="6871" y="280"/>
                    <a:pt x="6877" y="251"/>
                  </a:cubicBezTo>
                  <a:cubicBezTo>
                    <a:pt x="6893" y="166"/>
                    <a:pt x="6919" y="104"/>
                    <a:pt x="6955" y="65"/>
                  </a:cubicBezTo>
                  <a:cubicBezTo>
                    <a:pt x="6991" y="26"/>
                    <a:pt x="7045" y="6"/>
                    <a:pt x="7115" y="7"/>
                  </a:cubicBezTo>
                  <a:close/>
                  <a:moveTo>
                    <a:pt x="6653" y="7"/>
                  </a:moveTo>
                  <a:cubicBezTo>
                    <a:pt x="6684" y="7"/>
                    <a:pt x="6709" y="9"/>
                    <a:pt x="6728" y="13"/>
                  </a:cubicBezTo>
                  <a:cubicBezTo>
                    <a:pt x="6748" y="17"/>
                    <a:pt x="6762" y="21"/>
                    <a:pt x="6771" y="25"/>
                  </a:cubicBezTo>
                  <a:lnTo>
                    <a:pt x="6741" y="151"/>
                  </a:lnTo>
                  <a:cubicBezTo>
                    <a:pt x="6729" y="147"/>
                    <a:pt x="6717" y="143"/>
                    <a:pt x="6705" y="141"/>
                  </a:cubicBezTo>
                  <a:cubicBezTo>
                    <a:pt x="6694" y="139"/>
                    <a:pt x="6681" y="138"/>
                    <a:pt x="6668" y="138"/>
                  </a:cubicBezTo>
                  <a:cubicBezTo>
                    <a:pt x="6655" y="138"/>
                    <a:pt x="6645" y="140"/>
                    <a:pt x="6638" y="145"/>
                  </a:cubicBezTo>
                  <a:cubicBezTo>
                    <a:pt x="6631" y="150"/>
                    <a:pt x="6628" y="158"/>
                    <a:pt x="6628" y="169"/>
                  </a:cubicBezTo>
                  <a:cubicBezTo>
                    <a:pt x="6628" y="177"/>
                    <a:pt x="6629" y="186"/>
                    <a:pt x="6632" y="194"/>
                  </a:cubicBezTo>
                  <a:cubicBezTo>
                    <a:pt x="6635" y="203"/>
                    <a:pt x="6640" y="215"/>
                    <a:pt x="6646" y="230"/>
                  </a:cubicBezTo>
                  <a:lnTo>
                    <a:pt x="6672" y="291"/>
                  </a:lnTo>
                  <a:cubicBezTo>
                    <a:pt x="6679" y="306"/>
                    <a:pt x="6685" y="323"/>
                    <a:pt x="6691" y="341"/>
                  </a:cubicBezTo>
                  <a:cubicBezTo>
                    <a:pt x="6696" y="359"/>
                    <a:pt x="6700" y="377"/>
                    <a:pt x="6700" y="396"/>
                  </a:cubicBezTo>
                  <a:cubicBezTo>
                    <a:pt x="6699" y="451"/>
                    <a:pt x="6684" y="491"/>
                    <a:pt x="6655" y="516"/>
                  </a:cubicBezTo>
                  <a:cubicBezTo>
                    <a:pt x="6626" y="542"/>
                    <a:pt x="6589" y="554"/>
                    <a:pt x="6542" y="554"/>
                  </a:cubicBezTo>
                  <a:cubicBezTo>
                    <a:pt x="6509" y="553"/>
                    <a:pt x="6482" y="551"/>
                    <a:pt x="6461" y="547"/>
                  </a:cubicBezTo>
                  <a:cubicBezTo>
                    <a:pt x="6440" y="543"/>
                    <a:pt x="6425" y="539"/>
                    <a:pt x="6416" y="535"/>
                  </a:cubicBezTo>
                  <a:lnTo>
                    <a:pt x="6426" y="402"/>
                  </a:lnTo>
                  <a:cubicBezTo>
                    <a:pt x="6436" y="406"/>
                    <a:pt x="6449" y="410"/>
                    <a:pt x="6468" y="414"/>
                  </a:cubicBezTo>
                  <a:cubicBezTo>
                    <a:pt x="6487" y="418"/>
                    <a:pt x="6508" y="420"/>
                    <a:pt x="6532" y="420"/>
                  </a:cubicBezTo>
                  <a:cubicBezTo>
                    <a:pt x="6535" y="420"/>
                    <a:pt x="6538" y="420"/>
                    <a:pt x="6540" y="420"/>
                  </a:cubicBezTo>
                  <a:cubicBezTo>
                    <a:pt x="6543" y="420"/>
                    <a:pt x="6546" y="420"/>
                    <a:pt x="6549" y="420"/>
                  </a:cubicBezTo>
                  <a:cubicBezTo>
                    <a:pt x="6550" y="416"/>
                    <a:pt x="6551" y="412"/>
                    <a:pt x="6552" y="407"/>
                  </a:cubicBezTo>
                  <a:cubicBezTo>
                    <a:pt x="6553" y="403"/>
                    <a:pt x="6554" y="398"/>
                    <a:pt x="6554" y="393"/>
                  </a:cubicBezTo>
                  <a:cubicBezTo>
                    <a:pt x="6553" y="384"/>
                    <a:pt x="6552" y="375"/>
                    <a:pt x="6548" y="366"/>
                  </a:cubicBezTo>
                  <a:cubicBezTo>
                    <a:pt x="6544" y="358"/>
                    <a:pt x="6540" y="348"/>
                    <a:pt x="6534" y="336"/>
                  </a:cubicBezTo>
                  <a:lnTo>
                    <a:pt x="6507" y="276"/>
                  </a:lnTo>
                  <a:cubicBezTo>
                    <a:pt x="6499" y="259"/>
                    <a:pt x="6493" y="241"/>
                    <a:pt x="6488" y="223"/>
                  </a:cubicBezTo>
                  <a:cubicBezTo>
                    <a:pt x="6483" y="205"/>
                    <a:pt x="6481" y="188"/>
                    <a:pt x="6481" y="171"/>
                  </a:cubicBezTo>
                  <a:cubicBezTo>
                    <a:pt x="6482" y="116"/>
                    <a:pt x="6497" y="75"/>
                    <a:pt x="6528" y="48"/>
                  </a:cubicBezTo>
                  <a:cubicBezTo>
                    <a:pt x="6559" y="20"/>
                    <a:pt x="6601" y="7"/>
                    <a:pt x="6653" y="7"/>
                  </a:cubicBezTo>
                  <a:close/>
                  <a:moveTo>
                    <a:pt x="4850" y="7"/>
                  </a:moveTo>
                  <a:cubicBezTo>
                    <a:pt x="4905" y="7"/>
                    <a:pt x="4942" y="21"/>
                    <a:pt x="4964" y="47"/>
                  </a:cubicBezTo>
                  <a:cubicBezTo>
                    <a:pt x="4985" y="73"/>
                    <a:pt x="4995" y="108"/>
                    <a:pt x="4994" y="151"/>
                  </a:cubicBezTo>
                  <a:cubicBezTo>
                    <a:pt x="4994" y="175"/>
                    <a:pt x="4992" y="200"/>
                    <a:pt x="4988" y="227"/>
                  </a:cubicBezTo>
                  <a:cubicBezTo>
                    <a:pt x="4984" y="253"/>
                    <a:pt x="4978" y="281"/>
                    <a:pt x="4972" y="310"/>
                  </a:cubicBezTo>
                  <a:cubicBezTo>
                    <a:pt x="4956" y="395"/>
                    <a:pt x="4931" y="457"/>
                    <a:pt x="4896" y="496"/>
                  </a:cubicBezTo>
                  <a:cubicBezTo>
                    <a:pt x="4860" y="535"/>
                    <a:pt x="4807" y="554"/>
                    <a:pt x="4737" y="554"/>
                  </a:cubicBezTo>
                  <a:cubicBezTo>
                    <a:pt x="4682" y="553"/>
                    <a:pt x="4645" y="540"/>
                    <a:pt x="4623" y="514"/>
                  </a:cubicBezTo>
                  <a:cubicBezTo>
                    <a:pt x="4602" y="487"/>
                    <a:pt x="4592" y="453"/>
                    <a:pt x="4593" y="409"/>
                  </a:cubicBezTo>
                  <a:cubicBezTo>
                    <a:pt x="4593" y="385"/>
                    <a:pt x="4596" y="360"/>
                    <a:pt x="4600" y="334"/>
                  </a:cubicBezTo>
                  <a:cubicBezTo>
                    <a:pt x="4604" y="307"/>
                    <a:pt x="4609" y="280"/>
                    <a:pt x="4616" y="251"/>
                  </a:cubicBezTo>
                  <a:cubicBezTo>
                    <a:pt x="4627" y="194"/>
                    <a:pt x="4641" y="148"/>
                    <a:pt x="4660" y="112"/>
                  </a:cubicBezTo>
                  <a:cubicBezTo>
                    <a:pt x="4678" y="76"/>
                    <a:pt x="4703" y="49"/>
                    <a:pt x="4733" y="32"/>
                  </a:cubicBezTo>
                  <a:cubicBezTo>
                    <a:pt x="4764" y="15"/>
                    <a:pt x="4803" y="7"/>
                    <a:pt x="4850" y="7"/>
                  </a:cubicBezTo>
                  <a:close/>
                  <a:moveTo>
                    <a:pt x="4461" y="7"/>
                  </a:moveTo>
                  <a:cubicBezTo>
                    <a:pt x="4490" y="7"/>
                    <a:pt x="4518" y="9"/>
                    <a:pt x="4544" y="13"/>
                  </a:cubicBezTo>
                  <a:cubicBezTo>
                    <a:pt x="4570" y="17"/>
                    <a:pt x="4589" y="21"/>
                    <a:pt x="4600" y="26"/>
                  </a:cubicBezTo>
                  <a:lnTo>
                    <a:pt x="4568" y="153"/>
                  </a:lnTo>
                  <a:cubicBezTo>
                    <a:pt x="4555" y="149"/>
                    <a:pt x="4539" y="146"/>
                    <a:pt x="4521" y="143"/>
                  </a:cubicBezTo>
                  <a:cubicBezTo>
                    <a:pt x="4503" y="140"/>
                    <a:pt x="4482" y="138"/>
                    <a:pt x="4459" y="138"/>
                  </a:cubicBezTo>
                  <a:cubicBezTo>
                    <a:pt x="4431" y="137"/>
                    <a:pt x="4412" y="144"/>
                    <a:pt x="4400" y="160"/>
                  </a:cubicBezTo>
                  <a:cubicBezTo>
                    <a:pt x="4389" y="176"/>
                    <a:pt x="4378" y="207"/>
                    <a:pt x="4368" y="252"/>
                  </a:cubicBezTo>
                  <a:cubicBezTo>
                    <a:pt x="4364" y="268"/>
                    <a:pt x="4361" y="288"/>
                    <a:pt x="4357" y="309"/>
                  </a:cubicBezTo>
                  <a:cubicBezTo>
                    <a:pt x="4353" y="331"/>
                    <a:pt x="4350" y="353"/>
                    <a:pt x="4348" y="374"/>
                  </a:cubicBezTo>
                  <a:cubicBezTo>
                    <a:pt x="4346" y="395"/>
                    <a:pt x="4344" y="413"/>
                    <a:pt x="4344" y="428"/>
                  </a:cubicBezTo>
                  <a:cubicBezTo>
                    <a:pt x="4347" y="429"/>
                    <a:pt x="4351" y="429"/>
                    <a:pt x="4354" y="429"/>
                  </a:cubicBezTo>
                  <a:cubicBezTo>
                    <a:pt x="4357" y="429"/>
                    <a:pt x="4360" y="429"/>
                    <a:pt x="4364" y="429"/>
                  </a:cubicBezTo>
                  <a:cubicBezTo>
                    <a:pt x="4373" y="429"/>
                    <a:pt x="4382" y="429"/>
                    <a:pt x="4391" y="428"/>
                  </a:cubicBezTo>
                  <a:cubicBezTo>
                    <a:pt x="4400" y="427"/>
                    <a:pt x="4409" y="426"/>
                    <a:pt x="4417" y="424"/>
                  </a:cubicBezTo>
                  <a:lnTo>
                    <a:pt x="4431" y="346"/>
                  </a:lnTo>
                  <a:lnTo>
                    <a:pt x="4390" y="346"/>
                  </a:lnTo>
                  <a:lnTo>
                    <a:pt x="4410" y="235"/>
                  </a:lnTo>
                  <a:lnTo>
                    <a:pt x="4574" y="235"/>
                  </a:lnTo>
                  <a:lnTo>
                    <a:pt x="4520" y="526"/>
                  </a:lnTo>
                  <a:cubicBezTo>
                    <a:pt x="4502" y="534"/>
                    <a:pt x="4476" y="541"/>
                    <a:pt x="4443" y="546"/>
                  </a:cubicBezTo>
                  <a:cubicBezTo>
                    <a:pt x="4410" y="551"/>
                    <a:pt x="4378" y="554"/>
                    <a:pt x="4345" y="554"/>
                  </a:cubicBezTo>
                  <a:cubicBezTo>
                    <a:pt x="4306" y="554"/>
                    <a:pt x="4276" y="548"/>
                    <a:pt x="4255" y="536"/>
                  </a:cubicBezTo>
                  <a:cubicBezTo>
                    <a:pt x="4234" y="524"/>
                    <a:pt x="4220" y="507"/>
                    <a:pt x="4212" y="485"/>
                  </a:cubicBezTo>
                  <a:cubicBezTo>
                    <a:pt x="4204" y="464"/>
                    <a:pt x="4201" y="439"/>
                    <a:pt x="4201" y="410"/>
                  </a:cubicBezTo>
                  <a:cubicBezTo>
                    <a:pt x="4201" y="386"/>
                    <a:pt x="4203" y="361"/>
                    <a:pt x="4207" y="334"/>
                  </a:cubicBezTo>
                  <a:cubicBezTo>
                    <a:pt x="4212" y="307"/>
                    <a:pt x="4217" y="280"/>
                    <a:pt x="4223" y="251"/>
                  </a:cubicBezTo>
                  <a:cubicBezTo>
                    <a:pt x="4239" y="166"/>
                    <a:pt x="4265" y="104"/>
                    <a:pt x="4301" y="65"/>
                  </a:cubicBezTo>
                  <a:cubicBezTo>
                    <a:pt x="4337" y="26"/>
                    <a:pt x="4391" y="6"/>
                    <a:pt x="4461" y="7"/>
                  </a:cubicBezTo>
                  <a:close/>
                  <a:moveTo>
                    <a:pt x="3999" y="7"/>
                  </a:moveTo>
                  <a:cubicBezTo>
                    <a:pt x="4030" y="7"/>
                    <a:pt x="4055" y="9"/>
                    <a:pt x="4074" y="13"/>
                  </a:cubicBezTo>
                  <a:cubicBezTo>
                    <a:pt x="4094" y="17"/>
                    <a:pt x="4108" y="21"/>
                    <a:pt x="4117" y="25"/>
                  </a:cubicBezTo>
                  <a:lnTo>
                    <a:pt x="4087" y="151"/>
                  </a:lnTo>
                  <a:cubicBezTo>
                    <a:pt x="4075" y="147"/>
                    <a:pt x="4063" y="143"/>
                    <a:pt x="4051" y="141"/>
                  </a:cubicBezTo>
                  <a:cubicBezTo>
                    <a:pt x="4040" y="139"/>
                    <a:pt x="4027" y="138"/>
                    <a:pt x="4014" y="138"/>
                  </a:cubicBezTo>
                  <a:cubicBezTo>
                    <a:pt x="4001" y="138"/>
                    <a:pt x="3991" y="140"/>
                    <a:pt x="3984" y="145"/>
                  </a:cubicBezTo>
                  <a:cubicBezTo>
                    <a:pt x="3977" y="150"/>
                    <a:pt x="3974" y="158"/>
                    <a:pt x="3974" y="169"/>
                  </a:cubicBezTo>
                  <a:cubicBezTo>
                    <a:pt x="3974" y="177"/>
                    <a:pt x="3975" y="186"/>
                    <a:pt x="3978" y="194"/>
                  </a:cubicBezTo>
                  <a:cubicBezTo>
                    <a:pt x="3981" y="203"/>
                    <a:pt x="3986" y="215"/>
                    <a:pt x="3992" y="230"/>
                  </a:cubicBezTo>
                  <a:lnTo>
                    <a:pt x="4018" y="291"/>
                  </a:lnTo>
                  <a:cubicBezTo>
                    <a:pt x="4025" y="306"/>
                    <a:pt x="4031" y="323"/>
                    <a:pt x="4037" y="341"/>
                  </a:cubicBezTo>
                  <a:cubicBezTo>
                    <a:pt x="4042" y="359"/>
                    <a:pt x="4046" y="377"/>
                    <a:pt x="4046" y="396"/>
                  </a:cubicBezTo>
                  <a:cubicBezTo>
                    <a:pt x="4045" y="451"/>
                    <a:pt x="4030" y="491"/>
                    <a:pt x="4001" y="516"/>
                  </a:cubicBezTo>
                  <a:cubicBezTo>
                    <a:pt x="3972" y="542"/>
                    <a:pt x="3935" y="554"/>
                    <a:pt x="3888" y="554"/>
                  </a:cubicBezTo>
                  <a:cubicBezTo>
                    <a:pt x="3855" y="553"/>
                    <a:pt x="3828" y="551"/>
                    <a:pt x="3807" y="547"/>
                  </a:cubicBezTo>
                  <a:cubicBezTo>
                    <a:pt x="3786" y="543"/>
                    <a:pt x="3771" y="539"/>
                    <a:pt x="3762" y="535"/>
                  </a:cubicBezTo>
                  <a:lnTo>
                    <a:pt x="3772" y="402"/>
                  </a:lnTo>
                  <a:cubicBezTo>
                    <a:pt x="3782" y="406"/>
                    <a:pt x="3795" y="410"/>
                    <a:pt x="3814" y="414"/>
                  </a:cubicBezTo>
                  <a:cubicBezTo>
                    <a:pt x="3833" y="418"/>
                    <a:pt x="3854" y="420"/>
                    <a:pt x="3878" y="420"/>
                  </a:cubicBezTo>
                  <a:cubicBezTo>
                    <a:pt x="3881" y="420"/>
                    <a:pt x="3884" y="420"/>
                    <a:pt x="3886" y="420"/>
                  </a:cubicBezTo>
                  <a:cubicBezTo>
                    <a:pt x="3889" y="420"/>
                    <a:pt x="3892" y="420"/>
                    <a:pt x="3895" y="420"/>
                  </a:cubicBezTo>
                  <a:cubicBezTo>
                    <a:pt x="3896" y="416"/>
                    <a:pt x="3897" y="412"/>
                    <a:pt x="3898" y="407"/>
                  </a:cubicBezTo>
                  <a:cubicBezTo>
                    <a:pt x="3899" y="403"/>
                    <a:pt x="3900" y="398"/>
                    <a:pt x="3900" y="393"/>
                  </a:cubicBezTo>
                  <a:cubicBezTo>
                    <a:pt x="3899" y="384"/>
                    <a:pt x="3898" y="375"/>
                    <a:pt x="3894" y="366"/>
                  </a:cubicBezTo>
                  <a:cubicBezTo>
                    <a:pt x="3890" y="358"/>
                    <a:pt x="3886" y="348"/>
                    <a:pt x="3880" y="336"/>
                  </a:cubicBezTo>
                  <a:lnTo>
                    <a:pt x="3853" y="276"/>
                  </a:lnTo>
                  <a:cubicBezTo>
                    <a:pt x="3845" y="259"/>
                    <a:pt x="3839" y="241"/>
                    <a:pt x="3834" y="223"/>
                  </a:cubicBezTo>
                  <a:cubicBezTo>
                    <a:pt x="3829" y="205"/>
                    <a:pt x="3827" y="188"/>
                    <a:pt x="3827" y="171"/>
                  </a:cubicBezTo>
                  <a:cubicBezTo>
                    <a:pt x="3828" y="116"/>
                    <a:pt x="3843" y="75"/>
                    <a:pt x="3874" y="48"/>
                  </a:cubicBezTo>
                  <a:cubicBezTo>
                    <a:pt x="3905" y="20"/>
                    <a:pt x="3947" y="7"/>
                    <a:pt x="3999" y="7"/>
                  </a:cubicBezTo>
                  <a:close/>
                  <a:moveTo>
                    <a:pt x="2198" y="7"/>
                  </a:moveTo>
                  <a:cubicBezTo>
                    <a:pt x="2253" y="7"/>
                    <a:pt x="2290" y="21"/>
                    <a:pt x="2312" y="47"/>
                  </a:cubicBezTo>
                  <a:cubicBezTo>
                    <a:pt x="2333" y="73"/>
                    <a:pt x="2343" y="108"/>
                    <a:pt x="2342" y="151"/>
                  </a:cubicBezTo>
                  <a:cubicBezTo>
                    <a:pt x="2342" y="175"/>
                    <a:pt x="2340" y="200"/>
                    <a:pt x="2336" y="227"/>
                  </a:cubicBezTo>
                  <a:cubicBezTo>
                    <a:pt x="2332" y="253"/>
                    <a:pt x="2326" y="281"/>
                    <a:pt x="2320" y="310"/>
                  </a:cubicBezTo>
                  <a:cubicBezTo>
                    <a:pt x="2304" y="395"/>
                    <a:pt x="2279" y="457"/>
                    <a:pt x="2244" y="496"/>
                  </a:cubicBezTo>
                  <a:cubicBezTo>
                    <a:pt x="2208" y="535"/>
                    <a:pt x="2155" y="554"/>
                    <a:pt x="2085" y="554"/>
                  </a:cubicBezTo>
                  <a:cubicBezTo>
                    <a:pt x="2030" y="553"/>
                    <a:pt x="1993" y="540"/>
                    <a:pt x="1971" y="514"/>
                  </a:cubicBezTo>
                  <a:cubicBezTo>
                    <a:pt x="1950" y="487"/>
                    <a:pt x="1940" y="453"/>
                    <a:pt x="1941" y="409"/>
                  </a:cubicBezTo>
                  <a:cubicBezTo>
                    <a:pt x="1941" y="385"/>
                    <a:pt x="1944" y="360"/>
                    <a:pt x="1948" y="334"/>
                  </a:cubicBezTo>
                  <a:cubicBezTo>
                    <a:pt x="1952" y="307"/>
                    <a:pt x="1957" y="280"/>
                    <a:pt x="1964" y="251"/>
                  </a:cubicBezTo>
                  <a:cubicBezTo>
                    <a:pt x="1975" y="194"/>
                    <a:pt x="1989" y="148"/>
                    <a:pt x="2008" y="112"/>
                  </a:cubicBezTo>
                  <a:cubicBezTo>
                    <a:pt x="2026" y="76"/>
                    <a:pt x="2051" y="49"/>
                    <a:pt x="2081" y="32"/>
                  </a:cubicBezTo>
                  <a:cubicBezTo>
                    <a:pt x="2112" y="15"/>
                    <a:pt x="2151" y="7"/>
                    <a:pt x="2198" y="7"/>
                  </a:cubicBezTo>
                  <a:close/>
                  <a:moveTo>
                    <a:pt x="1809" y="7"/>
                  </a:moveTo>
                  <a:cubicBezTo>
                    <a:pt x="1838" y="7"/>
                    <a:pt x="1866" y="9"/>
                    <a:pt x="1892" y="13"/>
                  </a:cubicBezTo>
                  <a:cubicBezTo>
                    <a:pt x="1918" y="17"/>
                    <a:pt x="1937" y="21"/>
                    <a:pt x="1948" y="26"/>
                  </a:cubicBezTo>
                  <a:lnTo>
                    <a:pt x="1916" y="153"/>
                  </a:lnTo>
                  <a:cubicBezTo>
                    <a:pt x="1903" y="149"/>
                    <a:pt x="1887" y="146"/>
                    <a:pt x="1869" y="143"/>
                  </a:cubicBezTo>
                  <a:cubicBezTo>
                    <a:pt x="1851" y="140"/>
                    <a:pt x="1830" y="138"/>
                    <a:pt x="1807" y="138"/>
                  </a:cubicBezTo>
                  <a:cubicBezTo>
                    <a:pt x="1779" y="137"/>
                    <a:pt x="1760" y="144"/>
                    <a:pt x="1748" y="160"/>
                  </a:cubicBezTo>
                  <a:cubicBezTo>
                    <a:pt x="1737" y="176"/>
                    <a:pt x="1726" y="207"/>
                    <a:pt x="1716" y="252"/>
                  </a:cubicBezTo>
                  <a:cubicBezTo>
                    <a:pt x="1712" y="268"/>
                    <a:pt x="1709" y="288"/>
                    <a:pt x="1705" y="309"/>
                  </a:cubicBezTo>
                  <a:cubicBezTo>
                    <a:pt x="1701" y="331"/>
                    <a:pt x="1698" y="353"/>
                    <a:pt x="1696" y="374"/>
                  </a:cubicBezTo>
                  <a:cubicBezTo>
                    <a:pt x="1694" y="395"/>
                    <a:pt x="1692" y="413"/>
                    <a:pt x="1692" y="428"/>
                  </a:cubicBezTo>
                  <a:cubicBezTo>
                    <a:pt x="1695" y="429"/>
                    <a:pt x="1699" y="429"/>
                    <a:pt x="1702" y="429"/>
                  </a:cubicBezTo>
                  <a:cubicBezTo>
                    <a:pt x="1705" y="429"/>
                    <a:pt x="1708" y="429"/>
                    <a:pt x="1712" y="429"/>
                  </a:cubicBezTo>
                  <a:cubicBezTo>
                    <a:pt x="1721" y="429"/>
                    <a:pt x="1730" y="429"/>
                    <a:pt x="1739" y="428"/>
                  </a:cubicBezTo>
                  <a:cubicBezTo>
                    <a:pt x="1748" y="427"/>
                    <a:pt x="1757" y="426"/>
                    <a:pt x="1765" y="424"/>
                  </a:cubicBezTo>
                  <a:lnTo>
                    <a:pt x="1779" y="346"/>
                  </a:lnTo>
                  <a:lnTo>
                    <a:pt x="1738" y="346"/>
                  </a:lnTo>
                  <a:lnTo>
                    <a:pt x="1758" y="235"/>
                  </a:lnTo>
                  <a:lnTo>
                    <a:pt x="1922" y="235"/>
                  </a:lnTo>
                  <a:lnTo>
                    <a:pt x="1868" y="526"/>
                  </a:lnTo>
                  <a:cubicBezTo>
                    <a:pt x="1850" y="534"/>
                    <a:pt x="1824" y="541"/>
                    <a:pt x="1791" y="546"/>
                  </a:cubicBezTo>
                  <a:cubicBezTo>
                    <a:pt x="1758" y="551"/>
                    <a:pt x="1726" y="554"/>
                    <a:pt x="1693" y="554"/>
                  </a:cubicBezTo>
                  <a:cubicBezTo>
                    <a:pt x="1654" y="554"/>
                    <a:pt x="1624" y="548"/>
                    <a:pt x="1603" y="536"/>
                  </a:cubicBezTo>
                  <a:cubicBezTo>
                    <a:pt x="1582" y="524"/>
                    <a:pt x="1568" y="507"/>
                    <a:pt x="1560" y="485"/>
                  </a:cubicBezTo>
                  <a:cubicBezTo>
                    <a:pt x="1552" y="464"/>
                    <a:pt x="1549" y="439"/>
                    <a:pt x="1549" y="410"/>
                  </a:cubicBezTo>
                  <a:cubicBezTo>
                    <a:pt x="1549" y="386"/>
                    <a:pt x="1551" y="361"/>
                    <a:pt x="1555" y="334"/>
                  </a:cubicBezTo>
                  <a:cubicBezTo>
                    <a:pt x="1560" y="307"/>
                    <a:pt x="1565" y="280"/>
                    <a:pt x="1571" y="251"/>
                  </a:cubicBezTo>
                  <a:cubicBezTo>
                    <a:pt x="1587" y="166"/>
                    <a:pt x="1613" y="104"/>
                    <a:pt x="1649" y="65"/>
                  </a:cubicBezTo>
                  <a:cubicBezTo>
                    <a:pt x="1685" y="26"/>
                    <a:pt x="1739" y="6"/>
                    <a:pt x="1809" y="7"/>
                  </a:cubicBezTo>
                  <a:close/>
                  <a:moveTo>
                    <a:pt x="1347" y="7"/>
                  </a:moveTo>
                  <a:cubicBezTo>
                    <a:pt x="1378" y="7"/>
                    <a:pt x="1403" y="9"/>
                    <a:pt x="1422" y="13"/>
                  </a:cubicBezTo>
                  <a:cubicBezTo>
                    <a:pt x="1442" y="17"/>
                    <a:pt x="1456" y="21"/>
                    <a:pt x="1465" y="25"/>
                  </a:cubicBezTo>
                  <a:lnTo>
                    <a:pt x="1435" y="151"/>
                  </a:lnTo>
                  <a:cubicBezTo>
                    <a:pt x="1423" y="147"/>
                    <a:pt x="1411" y="143"/>
                    <a:pt x="1399" y="141"/>
                  </a:cubicBezTo>
                  <a:cubicBezTo>
                    <a:pt x="1388" y="139"/>
                    <a:pt x="1375" y="138"/>
                    <a:pt x="1362" y="138"/>
                  </a:cubicBezTo>
                  <a:cubicBezTo>
                    <a:pt x="1349" y="138"/>
                    <a:pt x="1339" y="140"/>
                    <a:pt x="1332" y="145"/>
                  </a:cubicBezTo>
                  <a:cubicBezTo>
                    <a:pt x="1325" y="150"/>
                    <a:pt x="1322" y="158"/>
                    <a:pt x="1322" y="169"/>
                  </a:cubicBezTo>
                  <a:cubicBezTo>
                    <a:pt x="1322" y="177"/>
                    <a:pt x="1323" y="186"/>
                    <a:pt x="1326" y="194"/>
                  </a:cubicBezTo>
                  <a:cubicBezTo>
                    <a:pt x="1329" y="203"/>
                    <a:pt x="1334" y="215"/>
                    <a:pt x="1340" y="230"/>
                  </a:cubicBezTo>
                  <a:lnTo>
                    <a:pt x="1366" y="291"/>
                  </a:lnTo>
                  <a:cubicBezTo>
                    <a:pt x="1373" y="306"/>
                    <a:pt x="1379" y="323"/>
                    <a:pt x="1385" y="341"/>
                  </a:cubicBezTo>
                  <a:cubicBezTo>
                    <a:pt x="1390" y="359"/>
                    <a:pt x="1394" y="377"/>
                    <a:pt x="1394" y="396"/>
                  </a:cubicBezTo>
                  <a:cubicBezTo>
                    <a:pt x="1393" y="451"/>
                    <a:pt x="1378" y="491"/>
                    <a:pt x="1349" y="516"/>
                  </a:cubicBezTo>
                  <a:cubicBezTo>
                    <a:pt x="1320" y="542"/>
                    <a:pt x="1283" y="554"/>
                    <a:pt x="1236" y="554"/>
                  </a:cubicBezTo>
                  <a:cubicBezTo>
                    <a:pt x="1203" y="553"/>
                    <a:pt x="1176" y="551"/>
                    <a:pt x="1155" y="547"/>
                  </a:cubicBezTo>
                  <a:cubicBezTo>
                    <a:pt x="1134" y="543"/>
                    <a:pt x="1119" y="539"/>
                    <a:pt x="1110" y="535"/>
                  </a:cubicBezTo>
                  <a:lnTo>
                    <a:pt x="1120" y="402"/>
                  </a:lnTo>
                  <a:cubicBezTo>
                    <a:pt x="1130" y="406"/>
                    <a:pt x="1143" y="410"/>
                    <a:pt x="1162" y="414"/>
                  </a:cubicBezTo>
                  <a:cubicBezTo>
                    <a:pt x="1181" y="418"/>
                    <a:pt x="1202" y="420"/>
                    <a:pt x="1226" y="420"/>
                  </a:cubicBezTo>
                  <a:cubicBezTo>
                    <a:pt x="1229" y="420"/>
                    <a:pt x="1232" y="420"/>
                    <a:pt x="1234" y="420"/>
                  </a:cubicBezTo>
                  <a:cubicBezTo>
                    <a:pt x="1237" y="420"/>
                    <a:pt x="1240" y="420"/>
                    <a:pt x="1243" y="420"/>
                  </a:cubicBezTo>
                  <a:cubicBezTo>
                    <a:pt x="1244" y="416"/>
                    <a:pt x="1245" y="412"/>
                    <a:pt x="1246" y="407"/>
                  </a:cubicBezTo>
                  <a:cubicBezTo>
                    <a:pt x="1247" y="403"/>
                    <a:pt x="1248" y="398"/>
                    <a:pt x="1248" y="393"/>
                  </a:cubicBezTo>
                  <a:cubicBezTo>
                    <a:pt x="1247" y="384"/>
                    <a:pt x="1246" y="375"/>
                    <a:pt x="1242" y="366"/>
                  </a:cubicBezTo>
                  <a:cubicBezTo>
                    <a:pt x="1238" y="358"/>
                    <a:pt x="1234" y="348"/>
                    <a:pt x="1228" y="336"/>
                  </a:cubicBezTo>
                  <a:lnTo>
                    <a:pt x="1201" y="276"/>
                  </a:lnTo>
                  <a:cubicBezTo>
                    <a:pt x="1193" y="259"/>
                    <a:pt x="1187" y="241"/>
                    <a:pt x="1182" y="223"/>
                  </a:cubicBezTo>
                  <a:cubicBezTo>
                    <a:pt x="1177" y="205"/>
                    <a:pt x="1175" y="188"/>
                    <a:pt x="1175" y="171"/>
                  </a:cubicBezTo>
                  <a:cubicBezTo>
                    <a:pt x="1176" y="116"/>
                    <a:pt x="1191" y="75"/>
                    <a:pt x="1222" y="48"/>
                  </a:cubicBezTo>
                  <a:cubicBezTo>
                    <a:pt x="1253" y="20"/>
                    <a:pt x="1295" y="7"/>
                    <a:pt x="1347" y="7"/>
                  </a:cubicBezTo>
                  <a:close/>
                  <a:moveTo>
                    <a:pt x="15848" y="0"/>
                  </a:moveTo>
                  <a:lnTo>
                    <a:pt x="15758" y="374"/>
                  </a:lnTo>
                  <a:lnTo>
                    <a:pt x="15639" y="374"/>
                  </a:lnTo>
                  <a:lnTo>
                    <a:pt x="15691" y="16"/>
                  </a:lnTo>
                  <a:lnTo>
                    <a:pt x="15848" y="0"/>
                  </a:lnTo>
                  <a:close/>
                  <a:moveTo>
                    <a:pt x="13196" y="0"/>
                  </a:moveTo>
                  <a:lnTo>
                    <a:pt x="13106" y="374"/>
                  </a:lnTo>
                  <a:lnTo>
                    <a:pt x="12987" y="374"/>
                  </a:lnTo>
                  <a:lnTo>
                    <a:pt x="13039" y="16"/>
                  </a:lnTo>
                  <a:lnTo>
                    <a:pt x="13196" y="0"/>
                  </a:lnTo>
                  <a:close/>
                  <a:moveTo>
                    <a:pt x="10542" y="0"/>
                  </a:moveTo>
                  <a:lnTo>
                    <a:pt x="10452" y="374"/>
                  </a:lnTo>
                  <a:lnTo>
                    <a:pt x="10333" y="374"/>
                  </a:lnTo>
                  <a:lnTo>
                    <a:pt x="10385" y="16"/>
                  </a:lnTo>
                  <a:lnTo>
                    <a:pt x="10542" y="0"/>
                  </a:lnTo>
                  <a:close/>
                  <a:moveTo>
                    <a:pt x="7890" y="0"/>
                  </a:moveTo>
                  <a:lnTo>
                    <a:pt x="7800" y="374"/>
                  </a:lnTo>
                  <a:lnTo>
                    <a:pt x="7681" y="374"/>
                  </a:lnTo>
                  <a:lnTo>
                    <a:pt x="7733" y="16"/>
                  </a:lnTo>
                  <a:lnTo>
                    <a:pt x="7890" y="0"/>
                  </a:lnTo>
                  <a:close/>
                  <a:moveTo>
                    <a:pt x="5236" y="0"/>
                  </a:moveTo>
                  <a:lnTo>
                    <a:pt x="5146" y="374"/>
                  </a:lnTo>
                  <a:lnTo>
                    <a:pt x="5027" y="374"/>
                  </a:lnTo>
                  <a:lnTo>
                    <a:pt x="5079" y="16"/>
                  </a:lnTo>
                  <a:lnTo>
                    <a:pt x="5236" y="0"/>
                  </a:lnTo>
                  <a:close/>
                  <a:moveTo>
                    <a:pt x="2584" y="0"/>
                  </a:moveTo>
                  <a:lnTo>
                    <a:pt x="2494" y="374"/>
                  </a:lnTo>
                  <a:lnTo>
                    <a:pt x="2375" y="374"/>
                  </a:lnTo>
                  <a:lnTo>
                    <a:pt x="2427" y="16"/>
                  </a:lnTo>
                  <a:lnTo>
                    <a:pt x="2584" y="0"/>
                  </a:lnTo>
                  <a:close/>
                </a:path>
              </a:pathLst>
            </a:custGeom>
            <a:noFill/>
            <a:ln w="1270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A800D083-F5BA-EA83-D737-21F6A8335E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086" y="5260547"/>
              <a:ext cx="12484683" cy="408031"/>
            </a:xfrm>
            <a:custGeom>
              <a:avLst/>
              <a:gdLst>
                <a:gd name="T0" fmla="*/ 11398 w 16953"/>
                <a:gd name="T1" fmla="*/ 544 h 554"/>
                <a:gd name="T2" fmla="*/ 3575 w 16953"/>
                <a:gd name="T3" fmla="*/ 544 h 554"/>
                <a:gd name="T4" fmla="*/ 16472 w 16953"/>
                <a:gd name="T5" fmla="*/ 428 h 554"/>
                <a:gd name="T6" fmla="*/ 13860 w 16953"/>
                <a:gd name="T7" fmla="*/ 403 h 554"/>
                <a:gd name="T8" fmla="*/ 11237 w 16953"/>
                <a:gd name="T9" fmla="*/ 309 h 554"/>
                <a:gd name="T10" fmla="*/ 8600 w 16953"/>
                <a:gd name="T11" fmla="*/ 224 h 554"/>
                <a:gd name="T12" fmla="*/ 5958 w 16953"/>
                <a:gd name="T13" fmla="*/ 132 h 554"/>
                <a:gd name="T14" fmla="*/ 3294 w 16953"/>
                <a:gd name="T15" fmla="*/ 132 h 554"/>
                <a:gd name="T16" fmla="*/ 631 w 16953"/>
                <a:gd name="T17" fmla="*/ 131 h 554"/>
                <a:gd name="T18" fmla="*/ 15032 w 16953"/>
                <a:gd name="T19" fmla="*/ 145 h 554"/>
                <a:gd name="T20" fmla="*/ 14756 w 16953"/>
                <a:gd name="T21" fmla="*/ 16 h 554"/>
                <a:gd name="T22" fmla="*/ 12401 w 16953"/>
                <a:gd name="T23" fmla="*/ 16 h 554"/>
                <a:gd name="T24" fmla="*/ 12328 w 16953"/>
                <a:gd name="T25" fmla="*/ 217 h 554"/>
                <a:gd name="T26" fmla="*/ 11812 w 16953"/>
                <a:gd name="T27" fmla="*/ 16 h 554"/>
                <a:gd name="T28" fmla="*/ 9726 w 16953"/>
                <a:gd name="T29" fmla="*/ 145 h 554"/>
                <a:gd name="T30" fmla="*/ 9450 w 16953"/>
                <a:gd name="T31" fmla="*/ 16 h 554"/>
                <a:gd name="T32" fmla="*/ 7095 w 16953"/>
                <a:gd name="T33" fmla="*/ 16 h 554"/>
                <a:gd name="T34" fmla="*/ 7022 w 16953"/>
                <a:gd name="T35" fmla="*/ 217 h 554"/>
                <a:gd name="T36" fmla="*/ 6506 w 16953"/>
                <a:gd name="T37" fmla="*/ 16 h 554"/>
                <a:gd name="T38" fmla="*/ 4420 w 16953"/>
                <a:gd name="T39" fmla="*/ 145 h 554"/>
                <a:gd name="T40" fmla="*/ 4144 w 16953"/>
                <a:gd name="T41" fmla="*/ 16 h 554"/>
                <a:gd name="T42" fmla="*/ 1791 w 16953"/>
                <a:gd name="T43" fmla="*/ 16 h 554"/>
                <a:gd name="T44" fmla="*/ 1718 w 16953"/>
                <a:gd name="T45" fmla="*/ 217 h 554"/>
                <a:gd name="T46" fmla="*/ 1202 w 16953"/>
                <a:gd name="T47" fmla="*/ 16 h 554"/>
                <a:gd name="T48" fmla="*/ 16567 w 16953"/>
                <a:gd name="T49" fmla="*/ 7 h 554"/>
                <a:gd name="T50" fmla="*/ 16108 w 16953"/>
                <a:gd name="T51" fmla="*/ 428 h 554"/>
                <a:gd name="T52" fmla="*/ 16018 w 16953"/>
                <a:gd name="T53" fmla="*/ 65 h 554"/>
                <a:gd name="T54" fmla="*/ 15763 w 16953"/>
                <a:gd name="T55" fmla="*/ 396 h 554"/>
                <a:gd name="T56" fmla="*/ 15570 w 16953"/>
                <a:gd name="T57" fmla="*/ 276 h 554"/>
                <a:gd name="T58" fmla="*/ 13663 w 16953"/>
                <a:gd name="T59" fmla="*/ 334 h 554"/>
                <a:gd name="T60" fmla="*/ 13411 w 16953"/>
                <a:gd name="T61" fmla="*/ 374 h 554"/>
                <a:gd name="T62" fmla="*/ 13275 w 16953"/>
                <a:gd name="T63" fmla="*/ 485 h 554"/>
                <a:gd name="T64" fmla="*/ 13041 w 16953"/>
                <a:gd name="T65" fmla="*/ 194 h 554"/>
                <a:gd name="T66" fmla="*/ 12961 w 16953"/>
                <a:gd name="T67" fmla="*/ 407 h 554"/>
                <a:gd name="T68" fmla="*/ 11307 w 16953"/>
                <a:gd name="T69" fmla="*/ 496 h 554"/>
                <a:gd name="T70" fmla="*/ 10870 w 16953"/>
                <a:gd name="T71" fmla="*/ 138 h 554"/>
                <a:gd name="T72" fmla="*/ 10931 w 16953"/>
                <a:gd name="T73" fmla="*/ 526 h 554"/>
                <a:gd name="T74" fmla="*/ 10462 w 16953"/>
                <a:gd name="T75" fmla="*/ 141 h 554"/>
                <a:gd name="T76" fmla="*/ 10225 w 16953"/>
                <a:gd name="T77" fmla="*/ 414 h 554"/>
                <a:gd name="T78" fmla="*/ 8721 w 16953"/>
                <a:gd name="T79" fmla="*/ 47 h 554"/>
                <a:gd name="T80" fmla="*/ 8301 w 16953"/>
                <a:gd name="T81" fmla="*/ 13 h 554"/>
                <a:gd name="T82" fmla="*/ 8188 w 16953"/>
                <a:gd name="T83" fmla="*/ 346 h 554"/>
                <a:gd name="T84" fmla="*/ 7756 w 16953"/>
                <a:gd name="T85" fmla="*/ 7 h 554"/>
                <a:gd name="T86" fmla="*/ 7645 w 16953"/>
                <a:gd name="T87" fmla="*/ 554 h 554"/>
                <a:gd name="T88" fmla="*/ 7584 w 16953"/>
                <a:gd name="T89" fmla="*/ 171 h 554"/>
                <a:gd name="T90" fmla="*/ 5765 w 16953"/>
                <a:gd name="T91" fmla="*/ 112 h 554"/>
                <a:gd name="T92" fmla="*/ 5459 w 16953"/>
                <a:gd name="T93" fmla="*/ 429 h 554"/>
                <a:gd name="T94" fmla="*/ 5312 w 16953"/>
                <a:gd name="T95" fmla="*/ 334 h 554"/>
                <a:gd name="T96" fmla="*/ 5123 w 16953"/>
                <a:gd name="T97" fmla="*/ 291 h 554"/>
                <a:gd name="T98" fmla="*/ 4999 w 16953"/>
                <a:gd name="T99" fmla="*/ 366 h 554"/>
                <a:gd name="T100" fmla="*/ 3074 w 16953"/>
                <a:gd name="T101" fmla="*/ 514 h 554"/>
                <a:gd name="T102" fmla="*/ 2819 w 16953"/>
                <a:gd name="T103" fmla="*/ 252 h 554"/>
                <a:gd name="T104" fmla="*/ 2796 w 16953"/>
                <a:gd name="T105" fmla="*/ 554 h 554"/>
                <a:gd name="T106" fmla="*/ 2437 w 16953"/>
                <a:gd name="T107" fmla="*/ 145 h 554"/>
                <a:gd name="T108" fmla="*/ 2339 w 16953"/>
                <a:gd name="T109" fmla="*/ 420 h 554"/>
                <a:gd name="T110" fmla="*/ 787 w 16953"/>
                <a:gd name="T111" fmla="*/ 227 h 554"/>
                <a:gd name="T112" fmla="*/ 367 w 16953"/>
                <a:gd name="T113" fmla="*/ 153 h 554"/>
                <a:gd name="T114" fmla="*/ 209 w 16953"/>
                <a:gd name="T115" fmla="*/ 235 h 554"/>
                <a:gd name="T116" fmla="*/ 16744 w 16953"/>
                <a:gd name="T117" fmla="*/ 374 h 554"/>
                <a:gd name="T118" fmla="*/ 8903 w 16953"/>
                <a:gd name="T119" fmla="*/ 374 h 554"/>
                <a:gd name="T120" fmla="*/ 1035 w 1695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953" h="554">
                  <a:moveTo>
                    <a:pt x="16728" y="419"/>
                  </a:moveTo>
                  <a:lnTo>
                    <a:pt x="16864" y="419"/>
                  </a:lnTo>
                  <a:lnTo>
                    <a:pt x="16841" y="544"/>
                  </a:lnTo>
                  <a:lnTo>
                    <a:pt x="16704" y="544"/>
                  </a:lnTo>
                  <a:lnTo>
                    <a:pt x="16728" y="419"/>
                  </a:lnTo>
                  <a:close/>
                  <a:moveTo>
                    <a:pt x="14074" y="419"/>
                  </a:moveTo>
                  <a:lnTo>
                    <a:pt x="14210" y="419"/>
                  </a:lnTo>
                  <a:lnTo>
                    <a:pt x="14187" y="544"/>
                  </a:lnTo>
                  <a:lnTo>
                    <a:pt x="14050" y="544"/>
                  </a:lnTo>
                  <a:lnTo>
                    <a:pt x="14074" y="419"/>
                  </a:lnTo>
                  <a:close/>
                  <a:moveTo>
                    <a:pt x="11422" y="419"/>
                  </a:moveTo>
                  <a:lnTo>
                    <a:pt x="11558" y="419"/>
                  </a:lnTo>
                  <a:lnTo>
                    <a:pt x="11535" y="544"/>
                  </a:lnTo>
                  <a:lnTo>
                    <a:pt x="11398" y="544"/>
                  </a:lnTo>
                  <a:lnTo>
                    <a:pt x="11422" y="419"/>
                  </a:lnTo>
                  <a:close/>
                  <a:moveTo>
                    <a:pt x="8768" y="419"/>
                  </a:moveTo>
                  <a:lnTo>
                    <a:pt x="8904" y="419"/>
                  </a:lnTo>
                  <a:lnTo>
                    <a:pt x="8881" y="544"/>
                  </a:lnTo>
                  <a:lnTo>
                    <a:pt x="8744" y="544"/>
                  </a:lnTo>
                  <a:lnTo>
                    <a:pt x="8768" y="419"/>
                  </a:lnTo>
                  <a:close/>
                  <a:moveTo>
                    <a:pt x="6116" y="419"/>
                  </a:moveTo>
                  <a:lnTo>
                    <a:pt x="6252" y="419"/>
                  </a:lnTo>
                  <a:lnTo>
                    <a:pt x="6229" y="544"/>
                  </a:lnTo>
                  <a:lnTo>
                    <a:pt x="6092" y="544"/>
                  </a:lnTo>
                  <a:lnTo>
                    <a:pt x="6116" y="419"/>
                  </a:lnTo>
                  <a:close/>
                  <a:moveTo>
                    <a:pt x="3462" y="419"/>
                  </a:moveTo>
                  <a:lnTo>
                    <a:pt x="3598" y="419"/>
                  </a:lnTo>
                  <a:lnTo>
                    <a:pt x="3575" y="544"/>
                  </a:lnTo>
                  <a:lnTo>
                    <a:pt x="3438" y="544"/>
                  </a:lnTo>
                  <a:lnTo>
                    <a:pt x="3462" y="419"/>
                  </a:lnTo>
                  <a:close/>
                  <a:moveTo>
                    <a:pt x="810" y="419"/>
                  </a:moveTo>
                  <a:lnTo>
                    <a:pt x="946" y="419"/>
                  </a:lnTo>
                  <a:lnTo>
                    <a:pt x="923" y="544"/>
                  </a:lnTo>
                  <a:lnTo>
                    <a:pt x="786" y="544"/>
                  </a:lnTo>
                  <a:lnTo>
                    <a:pt x="810" y="419"/>
                  </a:lnTo>
                  <a:close/>
                  <a:moveTo>
                    <a:pt x="16549" y="131"/>
                  </a:moveTo>
                  <a:cubicBezTo>
                    <a:pt x="16531" y="131"/>
                    <a:pt x="16517" y="139"/>
                    <a:pt x="16507" y="157"/>
                  </a:cubicBezTo>
                  <a:cubicBezTo>
                    <a:pt x="16498" y="175"/>
                    <a:pt x="16488" y="206"/>
                    <a:pt x="16478" y="251"/>
                  </a:cubicBezTo>
                  <a:cubicBezTo>
                    <a:pt x="16472" y="277"/>
                    <a:pt x="16466" y="305"/>
                    <a:pt x="16461" y="336"/>
                  </a:cubicBezTo>
                  <a:cubicBezTo>
                    <a:pt x="16455" y="367"/>
                    <a:pt x="16452" y="398"/>
                    <a:pt x="16450" y="428"/>
                  </a:cubicBezTo>
                  <a:cubicBezTo>
                    <a:pt x="16454" y="428"/>
                    <a:pt x="16457" y="428"/>
                    <a:pt x="16461" y="428"/>
                  </a:cubicBezTo>
                  <a:cubicBezTo>
                    <a:pt x="16465" y="428"/>
                    <a:pt x="16468" y="428"/>
                    <a:pt x="16472" y="428"/>
                  </a:cubicBezTo>
                  <a:cubicBezTo>
                    <a:pt x="16490" y="429"/>
                    <a:pt x="16505" y="421"/>
                    <a:pt x="16514" y="403"/>
                  </a:cubicBezTo>
                  <a:cubicBezTo>
                    <a:pt x="16523" y="386"/>
                    <a:pt x="16533" y="354"/>
                    <a:pt x="16543" y="309"/>
                  </a:cubicBezTo>
                  <a:cubicBezTo>
                    <a:pt x="16549" y="284"/>
                    <a:pt x="16555" y="255"/>
                    <a:pt x="16560" y="224"/>
                  </a:cubicBezTo>
                  <a:cubicBezTo>
                    <a:pt x="16565" y="193"/>
                    <a:pt x="16568" y="162"/>
                    <a:pt x="16570" y="132"/>
                  </a:cubicBezTo>
                  <a:cubicBezTo>
                    <a:pt x="16567" y="132"/>
                    <a:pt x="16564" y="132"/>
                    <a:pt x="16560" y="132"/>
                  </a:cubicBezTo>
                  <a:cubicBezTo>
                    <a:pt x="16557" y="131"/>
                    <a:pt x="16553" y="131"/>
                    <a:pt x="16549" y="131"/>
                  </a:cubicBezTo>
                  <a:close/>
                  <a:moveTo>
                    <a:pt x="13895" y="131"/>
                  </a:moveTo>
                  <a:cubicBezTo>
                    <a:pt x="13877" y="131"/>
                    <a:pt x="13863" y="139"/>
                    <a:pt x="13853" y="157"/>
                  </a:cubicBezTo>
                  <a:cubicBezTo>
                    <a:pt x="13844" y="175"/>
                    <a:pt x="13834" y="206"/>
                    <a:pt x="13824" y="251"/>
                  </a:cubicBezTo>
                  <a:cubicBezTo>
                    <a:pt x="13818" y="277"/>
                    <a:pt x="13812" y="305"/>
                    <a:pt x="13807" y="336"/>
                  </a:cubicBezTo>
                  <a:cubicBezTo>
                    <a:pt x="13801" y="367"/>
                    <a:pt x="13798" y="398"/>
                    <a:pt x="13796" y="428"/>
                  </a:cubicBezTo>
                  <a:cubicBezTo>
                    <a:pt x="13800" y="428"/>
                    <a:pt x="13803" y="428"/>
                    <a:pt x="13807" y="428"/>
                  </a:cubicBezTo>
                  <a:cubicBezTo>
                    <a:pt x="13811" y="428"/>
                    <a:pt x="13814" y="428"/>
                    <a:pt x="13818" y="428"/>
                  </a:cubicBezTo>
                  <a:cubicBezTo>
                    <a:pt x="13836" y="429"/>
                    <a:pt x="13851" y="421"/>
                    <a:pt x="13860" y="403"/>
                  </a:cubicBezTo>
                  <a:cubicBezTo>
                    <a:pt x="13869" y="386"/>
                    <a:pt x="13879" y="354"/>
                    <a:pt x="13889" y="309"/>
                  </a:cubicBezTo>
                  <a:cubicBezTo>
                    <a:pt x="13895" y="284"/>
                    <a:pt x="13901" y="255"/>
                    <a:pt x="13906" y="224"/>
                  </a:cubicBezTo>
                  <a:cubicBezTo>
                    <a:pt x="13911" y="193"/>
                    <a:pt x="13914" y="162"/>
                    <a:pt x="13916" y="132"/>
                  </a:cubicBezTo>
                  <a:cubicBezTo>
                    <a:pt x="13913" y="132"/>
                    <a:pt x="13910" y="132"/>
                    <a:pt x="13906" y="132"/>
                  </a:cubicBezTo>
                  <a:cubicBezTo>
                    <a:pt x="13903" y="131"/>
                    <a:pt x="13899" y="131"/>
                    <a:pt x="13895" y="131"/>
                  </a:cubicBezTo>
                  <a:close/>
                  <a:moveTo>
                    <a:pt x="11243" y="131"/>
                  </a:moveTo>
                  <a:cubicBezTo>
                    <a:pt x="11225" y="131"/>
                    <a:pt x="11211" y="139"/>
                    <a:pt x="11201" y="157"/>
                  </a:cubicBezTo>
                  <a:cubicBezTo>
                    <a:pt x="11192" y="175"/>
                    <a:pt x="11182" y="206"/>
                    <a:pt x="11172" y="251"/>
                  </a:cubicBezTo>
                  <a:cubicBezTo>
                    <a:pt x="11166" y="277"/>
                    <a:pt x="11160" y="305"/>
                    <a:pt x="11155" y="336"/>
                  </a:cubicBezTo>
                  <a:cubicBezTo>
                    <a:pt x="11149" y="367"/>
                    <a:pt x="11146" y="398"/>
                    <a:pt x="11144" y="428"/>
                  </a:cubicBezTo>
                  <a:cubicBezTo>
                    <a:pt x="11148" y="428"/>
                    <a:pt x="11151" y="428"/>
                    <a:pt x="11155" y="428"/>
                  </a:cubicBezTo>
                  <a:cubicBezTo>
                    <a:pt x="11159" y="428"/>
                    <a:pt x="11162" y="428"/>
                    <a:pt x="11166" y="428"/>
                  </a:cubicBezTo>
                  <a:cubicBezTo>
                    <a:pt x="11184" y="429"/>
                    <a:pt x="11199" y="421"/>
                    <a:pt x="11208" y="403"/>
                  </a:cubicBezTo>
                  <a:cubicBezTo>
                    <a:pt x="11217" y="386"/>
                    <a:pt x="11227" y="354"/>
                    <a:pt x="11237" y="309"/>
                  </a:cubicBezTo>
                  <a:cubicBezTo>
                    <a:pt x="11243" y="284"/>
                    <a:pt x="11249" y="255"/>
                    <a:pt x="11254" y="224"/>
                  </a:cubicBezTo>
                  <a:cubicBezTo>
                    <a:pt x="11259" y="193"/>
                    <a:pt x="11262" y="162"/>
                    <a:pt x="11264" y="132"/>
                  </a:cubicBezTo>
                  <a:cubicBezTo>
                    <a:pt x="11261" y="132"/>
                    <a:pt x="11258" y="132"/>
                    <a:pt x="11254" y="132"/>
                  </a:cubicBezTo>
                  <a:cubicBezTo>
                    <a:pt x="11251" y="131"/>
                    <a:pt x="11247" y="131"/>
                    <a:pt x="11243" y="131"/>
                  </a:cubicBezTo>
                  <a:close/>
                  <a:moveTo>
                    <a:pt x="8589" y="131"/>
                  </a:moveTo>
                  <a:cubicBezTo>
                    <a:pt x="8571" y="131"/>
                    <a:pt x="8557" y="139"/>
                    <a:pt x="8547" y="157"/>
                  </a:cubicBezTo>
                  <a:cubicBezTo>
                    <a:pt x="8538" y="175"/>
                    <a:pt x="8528" y="206"/>
                    <a:pt x="8518" y="251"/>
                  </a:cubicBezTo>
                  <a:cubicBezTo>
                    <a:pt x="8512" y="277"/>
                    <a:pt x="8506" y="305"/>
                    <a:pt x="8501" y="336"/>
                  </a:cubicBezTo>
                  <a:cubicBezTo>
                    <a:pt x="8495" y="367"/>
                    <a:pt x="8492" y="398"/>
                    <a:pt x="8490" y="428"/>
                  </a:cubicBezTo>
                  <a:cubicBezTo>
                    <a:pt x="8494" y="428"/>
                    <a:pt x="8497" y="428"/>
                    <a:pt x="8501" y="428"/>
                  </a:cubicBezTo>
                  <a:cubicBezTo>
                    <a:pt x="8505" y="428"/>
                    <a:pt x="8508" y="428"/>
                    <a:pt x="8512" y="428"/>
                  </a:cubicBezTo>
                  <a:cubicBezTo>
                    <a:pt x="8530" y="429"/>
                    <a:pt x="8545" y="421"/>
                    <a:pt x="8554" y="403"/>
                  </a:cubicBezTo>
                  <a:cubicBezTo>
                    <a:pt x="8563" y="386"/>
                    <a:pt x="8573" y="354"/>
                    <a:pt x="8583" y="309"/>
                  </a:cubicBezTo>
                  <a:cubicBezTo>
                    <a:pt x="8589" y="284"/>
                    <a:pt x="8595" y="255"/>
                    <a:pt x="8600" y="224"/>
                  </a:cubicBezTo>
                  <a:cubicBezTo>
                    <a:pt x="8605" y="193"/>
                    <a:pt x="8608" y="162"/>
                    <a:pt x="8610" y="132"/>
                  </a:cubicBezTo>
                  <a:cubicBezTo>
                    <a:pt x="8607" y="132"/>
                    <a:pt x="8604" y="132"/>
                    <a:pt x="8600" y="132"/>
                  </a:cubicBezTo>
                  <a:cubicBezTo>
                    <a:pt x="8597" y="131"/>
                    <a:pt x="8593" y="131"/>
                    <a:pt x="8589" y="131"/>
                  </a:cubicBezTo>
                  <a:close/>
                  <a:moveTo>
                    <a:pt x="5937" y="131"/>
                  </a:moveTo>
                  <a:cubicBezTo>
                    <a:pt x="5919" y="131"/>
                    <a:pt x="5905" y="139"/>
                    <a:pt x="5895" y="157"/>
                  </a:cubicBezTo>
                  <a:cubicBezTo>
                    <a:pt x="5886" y="175"/>
                    <a:pt x="5876" y="206"/>
                    <a:pt x="5866" y="251"/>
                  </a:cubicBezTo>
                  <a:cubicBezTo>
                    <a:pt x="5860" y="277"/>
                    <a:pt x="5854" y="305"/>
                    <a:pt x="5849" y="336"/>
                  </a:cubicBezTo>
                  <a:cubicBezTo>
                    <a:pt x="5843" y="367"/>
                    <a:pt x="5840" y="398"/>
                    <a:pt x="5838" y="428"/>
                  </a:cubicBezTo>
                  <a:cubicBezTo>
                    <a:pt x="5842" y="428"/>
                    <a:pt x="5845" y="428"/>
                    <a:pt x="5849" y="428"/>
                  </a:cubicBezTo>
                  <a:cubicBezTo>
                    <a:pt x="5853" y="428"/>
                    <a:pt x="5856" y="428"/>
                    <a:pt x="5860" y="428"/>
                  </a:cubicBezTo>
                  <a:cubicBezTo>
                    <a:pt x="5878" y="429"/>
                    <a:pt x="5893" y="421"/>
                    <a:pt x="5902" y="403"/>
                  </a:cubicBezTo>
                  <a:cubicBezTo>
                    <a:pt x="5911" y="386"/>
                    <a:pt x="5921" y="354"/>
                    <a:pt x="5931" y="309"/>
                  </a:cubicBezTo>
                  <a:cubicBezTo>
                    <a:pt x="5937" y="284"/>
                    <a:pt x="5943" y="255"/>
                    <a:pt x="5948" y="224"/>
                  </a:cubicBezTo>
                  <a:cubicBezTo>
                    <a:pt x="5953" y="193"/>
                    <a:pt x="5956" y="162"/>
                    <a:pt x="5958" y="132"/>
                  </a:cubicBezTo>
                  <a:cubicBezTo>
                    <a:pt x="5955" y="132"/>
                    <a:pt x="5952" y="132"/>
                    <a:pt x="5948" y="132"/>
                  </a:cubicBezTo>
                  <a:cubicBezTo>
                    <a:pt x="5945" y="131"/>
                    <a:pt x="5941" y="131"/>
                    <a:pt x="5937" y="131"/>
                  </a:cubicBezTo>
                  <a:close/>
                  <a:moveTo>
                    <a:pt x="3283" y="131"/>
                  </a:moveTo>
                  <a:cubicBezTo>
                    <a:pt x="3265" y="131"/>
                    <a:pt x="3251" y="139"/>
                    <a:pt x="3241" y="157"/>
                  </a:cubicBezTo>
                  <a:cubicBezTo>
                    <a:pt x="3232" y="175"/>
                    <a:pt x="3222" y="206"/>
                    <a:pt x="3212" y="251"/>
                  </a:cubicBezTo>
                  <a:cubicBezTo>
                    <a:pt x="3206" y="277"/>
                    <a:pt x="3200" y="305"/>
                    <a:pt x="3195" y="336"/>
                  </a:cubicBezTo>
                  <a:cubicBezTo>
                    <a:pt x="3189" y="367"/>
                    <a:pt x="3186" y="398"/>
                    <a:pt x="3184" y="428"/>
                  </a:cubicBezTo>
                  <a:cubicBezTo>
                    <a:pt x="3188" y="428"/>
                    <a:pt x="3191" y="428"/>
                    <a:pt x="3195" y="428"/>
                  </a:cubicBezTo>
                  <a:cubicBezTo>
                    <a:pt x="3199" y="428"/>
                    <a:pt x="3202" y="428"/>
                    <a:pt x="3206" y="428"/>
                  </a:cubicBezTo>
                  <a:cubicBezTo>
                    <a:pt x="3224" y="429"/>
                    <a:pt x="3239" y="421"/>
                    <a:pt x="3248" y="403"/>
                  </a:cubicBezTo>
                  <a:cubicBezTo>
                    <a:pt x="3257" y="386"/>
                    <a:pt x="3267" y="354"/>
                    <a:pt x="3277" y="309"/>
                  </a:cubicBezTo>
                  <a:cubicBezTo>
                    <a:pt x="3283" y="284"/>
                    <a:pt x="3289" y="255"/>
                    <a:pt x="3294" y="224"/>
                  </a:cubicBezTo>
                  <a:cubicBezTo>
                    <a:pt x="3299" y="193"/>
                    <a:pt x="3302" y="162"/>
                    <a:pt x="3304" y="132"/>
                  </a:cubicBezTo>
                  <a:cubicBezTo>
                    <a:pt x="3301" y="132"/>
                    <a:pt x="3298" y="132"/>
                    <a:pt x="3294" y="132"/>
                  </a:cubicBezTo>
                  <a:cubicBezTo>
                    <a:pt x="3291" y="131"/>
                    <a:pt x="3287" y="131"/>
                    <a:pt x="3283" y="131"/>
                  </a:cubicBezTo>
                  <a:close/>
                  <a:moveTo>
                    <a:pt x="631" y="131"/>
                  </a:moveTo>
                  <a:cubicBezTo>
                    <a:pt x="613" y="131"/>
                    <a:pt x="599" y="139"/>
                    <a:pt x="589" y="157"/>
                  </a:cubicBezTo>
                  <a:cubicBezTo>
                    <a:pt x="580" y="175"/>
                    <a:pt x="570" y="206"/>
                    <a:pt x="560" y="251"/>
                  </a:cubicBezTo>
                  <a:cubicBezTo>
                    <a:pt x="554" y="277"/>
                    <a:pt x="548" y="305"/>
                    <a:pt x="543" y="336"/>
                  </a:cubicBezTo>
                  <a:cubicBezTo>
                    <a:pt x="537" y="367"/>
                    <a:pt x="534" y="398"/>
                    <a:pt x="532" y="428"/>
                  </a:cubicBezTo>
                  <a:cubicBezTo>
                    <a:pt x="536" y="428"/>
                    <a:pt x="539" y="428"/>
                    <a:pt x="543" y="428"/>
                  </a:cubicBezTo>
                  <a:cubicBezTo>
                    <a:pt x="547" y="428"/>
                    <a:pt x="550" y="428"/>
                    <a:pt x="554" y="428"/>
                  </a:cubicBezTo>
                  <a:cubicBezTo>
                    <a:pt x="572" y="429"/>
                    <a:pt x="587" y="421"/>
                    <a:pt x="596" y="403"/>
                  </a:cubicBezTo>
                  <a:cubicBezTo>
                    <a:pt x="605" y="386"/>
                    <a:pt x="615" y="354"/>
                    <a:pt x="625" y="309"/>
                  </a:cubicBezTo>
                  <a:cubicBezTo>
                    <a:pt x="631" y="284"/>
                    <a:pt x="637" y="255"/>
                    <a:pt x="642" y="224"/>
                  </a:cubicBezTo>
                  <a:cubicBezTo>
                    <a:pt x="647" y="193"/>
                    <a:pt x="650" y="162"/>
                    <a:pt x="652" y="132"/>
                  </a:cubicBezTo>
                  <a:cubicBezTo>
                    <a:pt x="649" y="132"/>
                    <a:pt x="646" y="132"/>
                    <a:pt x="642" y="132"/>
                  </a:cubicBezTo>
                  <a:cubicBezTo>
                    <a:pt x="639" y="131"/>
                    <a:pt x="635" y="131"/>
                    <a:pt x="631" y="131"/>
                  </a:cubicBezTo>
                  <a:close/>
                  <a:moveTo>
                    <a:pt x="15416" y="16"/>
                  </a:moveTo>
                  <a:lnTo>
                    <a:pt x="15525" y="16"/>
                  </a:lnTo>
                  <a:lnTo>
                    <a:pt x="15507" y="115"/>
                  </a:lnTo>
                  <a:lnTo>
                    <a:pt x="15457" y="211"/>
                  </a:lnTo>
                  <a:lnTo>
                    <a:pt x="15379" y="211"/>
                  </a:lnTo>
                  <a:lnTo>
                    <a:pt x="15416" y="16"/>
                  </a:lnTo>
                  <a:close/>
                  <a:moveTo>
                    <a:pt x="15055" y="16"/>
                  </a:moveTo>
                  <a:lnTo>
                    <a:pt x="15380" y="16"/>
                  </a:lnTo>
                  <a:lnTo>
                    <a:pt x="15347" y="145"/>
                  </a:lnTo>
                  <a:lnTo>
                    <a:pt x="15267" y="145"/>
                  </a:lnTo>
                  <a:lnTo>
                    <a:pt x="15193" y="544"/>
                  </a:lnTo>
                  <a:lnTo>
                    <a:pt x="15048" y="544"/>
                  </a:lnTo>
                  <a:lnTo>
                    <a:pt x="15121" y="145"/>
                  </a:lnTo>
                  <a:lnTo>
                    <a:pt x="15032" y="145"/>
                  </a:lnTo>
                  <a:lnTo>
                    <a:pt x="15055" y="16"/>
                  </a:lnTo>
                  <a:close/>
                  <a:moveTo>
                    <a:pt x="14756" y="16"/>
                  </a:moveTo>
                  <a:lnTo>
                    <a:pt x="15029" y="16"/>
                  </a:lnTo>
                  <a:lnTo>
                    <a:pt x="14996" y="145"/>
                  </a:lnTo>
                  <a:lnTo>
                    <a:pt x="14877" y="145"/>
                  </a:lnTo>
                  <a:lnTo>
                    <a:pt x="14865" y="217"/>
                  </a:lnTo>
                  <a:lnTo>
                    <a:pt x="14982" y="217"/>
                  </a:lnTo>
                  <a:lnTo>
                    <a:pt x="14960" y="338"/>
                  </a:lnTo>
                  <a:lnTo>
                    <a:pt x="14842" y="338"/>
                  </a:lnTo>
                  <a:lnTo>
                    <a:pt x="14829" y="414"/>
                  </a:lnTo>
                  <a:lnTo>
                    <a:pt x="14964" y="414"/>
                  </a:lnTo>
                  <a:lnTo>
                    <a:pt x="14929" y="544"/>
                  </a:lnTo>
                  <a:lnTo>
                    <a:pt x="14659" y="544"/>
                  </a:lnTo>
                  <a:lnTo>
                    <a:pt x="14756" y="16"/>
                  </a:lnTo>
                  <a:close/>
                  <a:moveTo>
                    <a:pt x="14466" y="16"/>
                  </a:moveTo>
                  <a:lnTo>
                    <a:pt x="14611" y="16"/>
                  </a:lnTo>
                  <a:lnTo>
                    <a:pt x="14539" y="414"/>
                  </a:lnTo>
                  <a:lnTo>
                    <a:pt x="14646" y="414"/>
                  </a:lnTo>
                  <a:lnTo>
                    <a:pt x="14611" y="544"/>
                  </a:lnTo>
                  <a:lnTo>
                    <a:pt x="14369" y="544"/>
                  </a:lnTo>
                  <a:lnTo>
                    <a:pt x="14466" y="16"/>
                  </a:lnTo>
                  <a:close/>
                  <a:moveTo>
                    <a:pt x="12762" y="16"/>
                  </a:moveTo>
                  <a:lnTo>
                    <a:pt x="12871" y="16"/>
                  </a:lnTo>
                  <a:lnTo>
                    <a:pt x="12853" y="115"/>
                  </a:lnTo>
                  <a:lnTo>
                    <a:pt x="12803" y="211"/>
                  </a:lnTo>
                  <a:lnTo>
                    <a:pt x="12725" y="211"/>
                  </a:lnTo>
                  <a:lnTo>
                    <a:pt x="12762" y="16"/>
                  </a:lnTo>
                  <a:close/>
                  <a:moveTo>
                    <a:pt x="12401" y="16"/>
                  </a:moveTo>
                  <a:lnTo>
                    <a:pt x="12726" y="16"/>
                  </a:lnTo>
                  <a:lnTo>
                    <a:pt x="12693" y="145"/>
                  </a:lnTo>
                  <a:lnTo>
                    <a:pt x="12613" y="145"/>
                  </a:lnTo>
                  <a:lnTo>
                    <a:pt x="12539" y="544"/>
                  </a:lnTo>
                  <a:lnTo>
                    <a:pt x="12394" y="544"/>
                  </a:lnTo>
                  <a:lnTo>
                    <a:pt x="12467" y="145"/>
                  </a:lnTo>
                  <a:lnTo>
                    <a:pt x="12378" y="145"/>
                  </a:lnTo>
                  <a:lnTo>
                    <a:pt x="12401" y="16"/>
                  </a:lnTo>
                  <a:close/>
                  <a:moveTo>
                    <a:pt x="12102" y="16"/>
                  </a:moveTo>
                  <a:lnTo>
                    <a:pt x="12375" y="16"/>
                  </a:lnTo>
                  <a:lnTo>
                    <a:pt x="12342" y="145"/>
                  </a:lnTo>
                  <a:lnTo>
                    <a:pt x="12223" y="145"/>
                  </a:lnTo>
                  <a:lnTo>
                    <a:pt x="12211" y="217"/>
                  </a:lnTo>
                  <a:lnTo>
                    <a:pt x="12328" y="217"/>
                  </a:lnTo>
                  <a:lnTo>
                    <a:pt x="12306" y="338"/>
                  </a:lnTo>
                  <a:lnTo>
                    <a:pt x="12188" y="338"/>
                  </a:lnTo>
                  <a:lnTo>
                    <a:pt x="12175" y="414"/>
                  </a:lnTo>
                  <a:lnTo>
                    <a:pt x="12310" y="414"/>
                  </a:lnTo>
                  <a:lnTo>
                    <a:pt x="12275" y="544"/>
                  </a:lnTo>
                  <a:lnTo>
                    <a:pt x="12005" y="544"/>
                  </a:lnTo>
                  <a:lnTo>
                    <a:pt x="12102" y="16"/>
                  </a:lnTo>
                  <a:close/>
                  <a:moveTo>
                    <a:pt x="11812" y="16"/>
                  </a:moveTo>
                  <a:lnTo>
                    <a:pt x="11957" y="16"/>
                  </a:lnTo>
                  <a:lnTo>
                    <a:pt x="11885" y="414"/>
                  </a:lnTo>
                  <a:lnTo>
                    <a:pt x="11992" y="414"/>
                  </a:lnTo>
                  <a:lnTo>
                    <a:pt x="11957" y="544"/>
                  </a:lnTo>
                  <a:lnTo>
                    <a:pt x="11715" y="544"/>
                  </a:lnTo>
                  <a:lnTo>
                    <a:pt x="11812" y="16"/>
                  </a:lnTo>
                  <a:close/>
                  <a:moveTo>
                    <a:pt x="10110" y="16"/>
                  </a:moveTo>
                  <a:lnTo>
                    <a:pt x="10219" y="16"/>
                  </a:lnTo>
                  <a:lnTo>
                    <a:pt x="10201" y="115"/>
                  </a:lnTo>
                  <a:lnTo>
                    <a:pt x="10151" y="211"/>
                  </a:lnTo>
                  <a:lnTo>
                    <a:pt x="10073" y="211"/>
                  </a:lnTo>
                  <a:lnTo>
                    <a:pt x="10110" y="16"/>
                  </a:lnTo>
                  <a:close/>
                  <a:moveTo>
                    <a:pt x="9749" y="16"/>
                  </a:moveTo>
                  <a:lnTo>
                    <a:pt x="10074" y="16"/>
                  </a:lnTo>
                  <a:lnTo>
                    <a:pt x="10041" y="145"/>
                  </a:lnTo>
                  <a:lnTo>
                    <a:pt x="9961" y="145"/>
                  </a:lnTo>
                  <a:lnTo>
                    <a:pt x="9887" y="544"/>
                  </a:lnTo>
                  <a:lnTo>
                    <a:pt x="9742" y="544"/>
                  </a:lnTo>
                  <a:lnTo>
                    <a:pt x="9815" y="145"/>
                  </a:lnTo>
                  <a:lnTo>
                    <a:pt x="9726" y="145"/>
                  </a:lnTo>
                  <a:lnTo>
                    <a:pt x="9749" y="16"/>
                  </a:lnTo>
                  <a:close/>
                  <a:moveTo>
                    <a:pt x="9450" y="16"/>
                  </a:moveTo>
                  <a:lnTo>
                    <a:pt x="9723" y="16"/>
                  </a:lnTo>
                  <a:lnTo>
                    <a:pt x="9690" y="145"/>
                  </a:lnTo>
                  <a:lnTo>
                    <a:pt x="9571" y="145"/>
                  </a:lnTo>
                  <a:lnTo>
                    <a:pt x="9559" y="217"/>
                  </a:lnTo>
                  <a:lnTo>
                    <a:pt x="9676" y="217"/>
                  </a:lnTo>
                  <a:lnTo>
                    <a:pt x="9654" y="338"/>
                  </a:lnTo>
                  <a:lnTo>
                    <a:pt x="9536" y="338"/>
                  </a:lnTo>
                  <a:lnTo>
                    <a:pt x="9523" y="414"/>
                  </a:lnTo>
                  <a:lnTo>
                    <a:pt x="9658" y="414"/>
                  </a:lnTo>
                  <a:lnTo>
                    <a:pt x="9623" y="544"/>
                  </a:lnTo>
                  <a:lnTo>
                    <a:pt x="9353" y="544"/>
                  </a:lnTo>
                  <a:lnTo>
                    <a:pt x="9450" y="16"/>
                  </a:lnTo>
                  <a:close/>
                  <a:moveTo>
                    <a:pt x="9160" y="16"/>
                  </a:moveTo>
                  <a:lnTo>
                    <a:pt x="9305" y="16"/>
                  </a:lnTo>
                  <a:lnTo>
                    <a:pt x="9233" y="414"/>
                  </a:lnTo>
                  <a:lnTo>
                    <a:pt x="9340" y="414"/>
                  </a:lnTo>
                  <a:lnTo>
                    <a:pt x="9305" y="544"/>
                  </a:lnTo>
                  <a:lnTo>
                    <a:pt x="9063" y="544"/>
                  </a:lnTo>
                  <a:lnTo>
                    <a:pt x="9160" y="16"/>
                  </a:lnTo>
                  <a:close/>
                  <a:moveTo>
                    <a:pt x="7456" y="16"/>
                  </a:moveTo>
                  <a:lnTo>
                    <a:pt x="7565" y="16"/>
                  </a:lnTo>
                  <a:lnTo>
                    <a:pt x="7547" y="115"/>
                  </a:lnTo>
                  <a:lnTo>
                    <a:pt x="7497" y="211"/>
                  </a:lnTo>
                  <a:lnTo>
                    <a:pt x="7419" y="211"/>
                  </a:lnTo>
                  <a:lnTo>
                    <a:pt x="7456" y="16"/>
                  </a:lnTo>
                  <a:close/>
                  <a:moveTo>
                    <a:pt x="7095" y="16"/>
                  </a:moveTo>
                  <a:lnTo>
                    <a:pt x="7420" y="16"/>
                  </a:lnTo>
                  <a:lnTo>
                    <a:pt x="7387" y="145"/>
                  </a:lnTo>
                  <a:lnTo>
                    <a:pt x="7307" y="145"/>
                  </a:lnTo>
                  <a:lnTo>
                    <a:pt x="7233" y="544"/>
                  </a:lnTo>
                  <a:lnTo>
                    <a:pt x="7088" y="544"/>
                  </a:lnTo>
                  <a:lnTo>
                    <a:pt x="7161" y="145"/>
                  </a:lnTo>
                  <a:lnTo>
                    <a:pt x="7072" y="145"/>
                  </a:lnTo>
                  <a:lnTo>
                    <a:pt x="7095" y="16"/>
                  </a:lnTo>
                  <a:close/>
                  <a:moveTo>
                    <a:pt x="6796" y="16"/>
                  </a:moveTo>
                  <a:lnTo>
                    <a:pt x="7069" y="16"/>
                  </a:lnTo>
                  <a:lnTo>
                    <a:pt x="7036" y="145"/>
                  </a:lnTo>
                  <a:lnTo>
                    <a:pt x="6917" y="145"/>
                  </a:lnTo>
                  <a:lnTo>
                    <a:pt x="6905" y="217"/>
                  </a:lnTo>
                  <a:lnTo>
                    <a:pt x="7022" y="217"/>
                  </a:lnTo>
                  <a:lnTo>
                    <a:pt x="7000" y="338"/>
                  </a:lnTo>
                  <a:lnTo>
                    <a:pt x="6882" y="338"/>
                  </a:lnTo>
                  <a:lnTo>
                    <a:pt x="6869" y="414"/>
                  </a:lnTo>
                  <a:lnTo>
                    <a:pt x="7004" y="414"/>
                  </a:lnTo>
                  <a:lnTo>
                    <a:pt x="6969" y="544"/>
                  </a:lnTo>
                  <a:lnTo>
                    <a:pt x="6699" y="544"/>
                  </a:lnTo>
                  <a:lnTo>
                    <a:pt x="6796" y="16"/>
                  </a:lnTo>
                  <a:close/>
                  <a:moveTo>
                    <a:pt x="6506" y="16"/>
                  </a:moveTo>
                  <a:lnTo>
                    <a:pt x="6651" y="16"/>
                  </a:lnTo>
                  <a:lnTo>
                    <a:pt x="6579" y="414"/>
                  </a:lnTo>
                  <a:lnTo>
                    <a:pt x="6686" y="414"/>
                  </a:lnTo>
                  <a:lnTo>
                    <a:pt x="6651" y="544"/>
                  </a:lnTo>
                  <a:lnTo>
                    <a:pt x="6409" y="544"/>
                  </a:lnTo>
                  <a:lnTo>
                    <a:pt x="6506" y="16"/>
                  </a:lnTo>
                  <a:close/>
                  <a:moveTo>
                    <a:pt x="4804" y="16"/>
                  </a:moveTo>
                  <a:lnTo>
                    <a:pt x="4913" y="16"/>
                  </a:lnTo>
                  <a:lnTo>
                    <a:pt x="4895" y="115"/>
                  </a:lnTo>
                  <a:lnTo>
                    <a:pt x="4845" y="211"/>
                  </a:lnTo>
                  <a:lnTo>
                    <a:pt x="4767" y="211"/>
                  </a:lnTo>
                  <a:lnTo>
                    <a:pt x="4804" y="16"/>
                  </a:lnTo>
                  <a:close/>
                  <a:moveTo>
                    <a:pt x="4443" y="16"/>
                  </a:moveTo>
                  <a:lnTo>
                    <a:pt x="4768" y="16"/>
                  </a:lnTo>
                  <a:lnTo>
                    <a:pt x="4735" y="145"/>
                  </a:lnTo>
                  <a:lnTo>
                    <a:pt x="4655" y="145"/>
                  </a:lnTo>
                  <a:lnTo>
                    <a:pt x="4581" y="544"/>
                  </a:lnTo>
                  <a:lnTo>
                    <a:pt x="4436" y="544"/>
                  </a:lnTo>
                  <a:lnTo>
                    <a:pt x="4509" y="145"/>
                  </a:lnTo>
                  <a:lnTo>
                    <a:pt x="4420" y="145"/>
                  </a:lnTo>
                  <a:lnTo>
                    <a:pt x="4443" y="16"/>
                  </a:lnTo>
                  <a:close/>
                  <a:moveTo>
                    <a:pt x="4144" y="16"/>
                  </a:moveTo>
                  <a:lnTo>
                    <a:pt x="4417" y="16"/>
                  </a:lnTo>
                  <a:lnTo>
                    <a:pt x="4384" y="145"/>
                  </a:lnTo>
                  <a:lnTo>
                    <a:pt x="4265" y="145"/>
                  </a:lnTo>
                  <a:lnTo>
                    <a:pt x="4253" y="217"/>
                  </a:lnTo>
                  <a:lnTo>
                    <a:pt x="4370" y="217"/>
                  </a:lnTo>
                  <a:lnTo>
                    <a:pt x="4348" y="338"/>
                  </a:lnTo>
                  <a:lnTo>
                    <a:pt x="4230" y="338"/>
                  </a:lnTo>
                  <a:lnTo>
                    <a:pt x="4217" y="414"/>
                  </a:lnTo>
                  <a:lnTo>
                    <a:pt x="4352" y="414"/>
                  </a:lnTo>
                  <a:lnTo>
                    <a:pt x="4317" y="544"/>
                  </a:lnTo>
                  <a:lnTo>
                    <a:pt x="4047" y="544"/>
                  </a:lnTo>
                  <a:lnTo>
                    <a:pt x="4144" y="16"/>
                  </a:lnTo>
                  <a:close/>
                  <a:moveTo>
                    <a:pt x="3854" y="16"/>
                  </a:moveTo>
                  <a:lnTo>
                    <a:pt x="3999" y="16"/>
                  </a:lnTo>
                  <a:lnTo>
                    <a:pt x="3927" y="414"/>
                  </a:lnTo>
                  <a:lnTo>
                    <a:pt x="4034" y="414"/>
                  </a:lnTo>
                  <a:lnTo>
                    <a:pt x="3999" y="544"/>
                  </a:lnTo>
                  <a:lnTo>
                    <a:pt x="3757" y="544"/>
                  </a:lnTo>
                  <a:lnTo>
                    <a:pt x="3854" y="16"/>
                  </a:lnTo>
                  <a:close/>
                  <a:moveTo>
                    <a:pt x="2152" y="16"/>
                  </a:moveTo>
                  <a:lnTo>
                    <a:pt x="2261" y="16"/>
                  </a:lnTo>
                  <a:lnTo>
                    <a:pt x="2243" y="115"/>
                  </a:lnTo>
                  <a:lnTo>
                    <a:pt x="2193" y="211"/>
                  </a:lnTo>
                  <a:lnTo>
                    <a:pt x="2115" y="211"/>
                  </a:lnTo>
                  <a:lnTo>
                    <a:pt x="2152" y="16"/>
                  </a:lnTo>
                  <a:close/>
                  <a:moveTo>
                    <a:pt x="1791" y="16"/>
                  </a:moveTo>
                  <a:lnTo>
                    <a:pt x="2116" y="16"/>
                  </a:lnTo>
                  <a:lnTo>
                    <a:pt x="2083" y="145"/>
                  </a:lnTo>
                  <a:lnTo>
                    <a:pt x="2003" y="145"/>
                  </a:lnTo>
                  <a:lnTo>
                    <a:pt x="1929" y="544"/>
                  </a:lnTo>
                  <a:lnTo>
                    <a:pt x="1784" y="544"/>
                  </a:lnTo>
                  <a:lnTo>
                    <a:pt x="1857" y="145"/>
                  </a:lnTo>
                  <a:lnTo>
                    <a:pt x="1768" y="145"/>
                  </a:lnTo>
                  <a:lnTo>
                    <a:pt x="1791" y="16"/>
                  </a:lnTo>
                  <a:close/>
                  <a:moveTo>
                    <a:pt x="1492" y="16"/>
                  </a:moveTo>
                  <a:lnTo>
                    <a:pt x="1765" y="16"/>
                  </a:lnTo>
                  <a:lnTo>
                    <a:pt x="1732" y="145"/>
                  </a:lnTo>
                  <a:lnTo>
                    <a:pt x="1613" y="145"/>
                  </a:lnTo>
                  <a:lnTo>
                    <a:pt x="1601" y="217"/>
                  </a:lnTo>
                  <a:lnTo>
                    <a:pt x="1718" y="217"/>
                  </a:lnTo>
                  <a:lnTo>
                    <a:pt x="1696" y="338"/>
                  </a:lnTo>
                  <a:lnTo>
                    <a:pt x="1578" y="338"/>
                  </a:lnTo>
                  <a:lnTo>
                    <a:pt x="1565" y="414"/>
                  </a:lnTo>
                  <a:lnTo>
                    <a:pt x="1700" y="414"/>
                  </a:lnTo>
                  <a:lnTo>
                    <a:pt x="1665" y="544"/>
                  </a:lnTo>
                  <a:lnTo>
                    <a:pt x="1395" y="544"/>
                  </a:lnTo>
                  <a:lnTo>
                    <a:pt x="1492" y="16"/>
                  </a:lnTo>
                  <a:close/>
                  <a:moveTo>
                    <a:pt x="1202" y="16"/>
                  </a:moveTo>
                  <a:lnTo>
                    <a:pt x="1347" y="16"/>
                  </a:lnTo>
                  <a:lnTo>
                    <a:pt x="1275" y="414"/>
                  </a:lnTo>
                  <a:lnTo>
                    <a:pt x="1382" y="414"/>
                  </a:lnTo>
                  <a:lnTo>
                    <a:pt x="1347" y="544"/>
                  </a:lnTo>
                  <a:lnTo>
                    <a:pt x="1105" y="544"/>
                  </a:lnTo>
                  <a:lnTo>
                    <a:pt x="1202" y="16"/>
                  </a:lnTo>
                  <a:close/>
                  <a:moveTo>
                    <a:pt x="16567" y="7"/>
                  </a:moveTo>
                  <a:cubicBezTo>
                    <a:pt x="16622" y="7"/>
                    <a:pt x="16659" y="21"/>
                    <a:pt x="16681" y="47"/>
                  </a:cubicBezTo>
                  <a:cubicBezTo>
                    <a:pt x="16702" y="73"/>
                    <a:pt x="16712" y="108"/>
                    <a:pt x="16711" y="151"/>
                  </a:cubicBezTo>
                  <a:cubicBezTo>
                    <a:pt x="16711" y="175"/>
                    <a:pt x="16709" y="200"/>
                    <a:pt x="16705" y="227"/>
                  </a:cubicBezTo>
                  <a:cubicBezTo>
                    <a:pt x="16701" y="253"/>
                    <a:pt x="16695" y="281"/>
                    <a:pt x="16689" y="310"/>
                  </a:cubicBezTo>
                  <a:cubicBezTo>
                    <a:pt x="16673" y="395"/>
                    <a:pt x="16648" y="457"/>
                    <a:pt x="16613" y="496"/>
                  </a:cubicBezTo>
                  <a:cubicBezTo>
                    <a:pt x="16577" y="535"/>
                    <a:pt x="16524" y="554"/>
                    <a:pt x="16454" y="554"/>
                  </a:cubicBezTo>
                  <a:cubicBezTo>
                    <a:pt x="16399" y="553"/>
                    <a:pt x="16362" y="540"/>
                    <a:pt x="16340" y="514"/>
                  </a:cubicBezTo>
                  <a:cubicBezTo>
                    <a:pt x="16319" y="487"/>
                    <a:pt x="16309" y="453"/>
                    <a:pt x="16310" y="409"/>
                  </a:cubicBezTo>
                  <a:cubicBezTo>
                    <a:pt x="16310" y="385"/>
                    <a:pt x="16313" y="360"/>
                    <a:pt x="16317" y="334"/>
                  </a:cubicBezTo>
                  <a:cubicBezTo>
                    <a:pt x="16321" y="307"/>
                    <a:pt x="16326" y="280"/>
                    <a:pt x="16333" y="251"/>
                  </a:cubicBezTo>
                  <a:cubicBezTo>
                    <a:pt x="16344" y="194"/>
                    <a:pt x="16358" y="148"/>
                    <a:pt x="16377" y="112"/>
                  </a:cubicBezTo>
                  <a:cubicBezTo>
                    <a:pt x="16395" y="76"/>
                    <a:pt x="16420" y="49"/>
                    <a:pt x="16450" y="32"/>
                  </a:cubicBezTo>
                  <a:cubicBezTo>
                    <a:pt x="16481" y="15"/>
                    <a:pt x="16520" y="7"/>
                    <a:pt x="16567" y="7"/>
                  </a:cubicBezTo>
                  <a:close/>
                  <a:moveTo>
                    <a:pt x="16178" y="7"/>
                  </a:moveTo>
                  <a:cubicBezTo>
                    <a:pt x="16207" y="7"/>
                    <a:pt x="16235" y="9"/>
                    <a:pt x="16261" y="13"/>
                  </a:cubicBezTo>
                  <a:cubicBezTo>
                    <a:pt x="16287" y="17"/>
                    <a:pt x="16306" y="21"/>
                    <a:pt x="16317" y="26"/>
                  </a:cubicBezTo>
                  <a:lnTo>
                    <a:pt x="16285" y="153"/>
                  </a:lnTo>
                  <a:cubicBezTo>
                    <a:pt x="16272" y="149"/>
                    <a:pt x="16256" y="146"/>
                    <a:pt x="16238" y="143"/>
                  </a:cubicBezTo>
                  <a:cubicBezTo>
                    <a:pt x="16220" y="140"/>
                    <a:pt x="16199" y="138"/>
                    <a:pt x="16176" y="138"/>
                  </a:cubicBezTo>
                  <a:cubicBezTo>
                    <a:pt x="16148" y="137"/>
                    <a:pt x="16129" y="144"/>
                    <a:pt x="16117" y="160"/>
                  </a:cubicBezTo>
                  <a:cubicBezTo>
                    <a:pt x="16106" y="176"/>
                    <a:pt x="16095" y="207"/>
                    <a:pt x="16085" y="252"/>
                  </a:cubicBezTo>
                  <a:cubicBezTo>
                    <a:pt x="16081" y="268"/>
                    <a:pt x="16078" y="288"/>
                    <a:pt x="16074" y="309"/>
                  </a:cubicBezTo>
                  <a:cubicBezTo>
                    <a:pt x="16070" y="331"/>
                    <a:pt x="16067" y="353"/>
                    <a:pt x="16065" y="374"/>
                  </a:cubicBezTo>
                  <a:cubicBezTo>
                    <a:pt x="16063" y="395"/>
                    <a:pt x="16061" y="413"/>
                    <a:pt x="16061" y="428"/>
                  </a:cubicBezTo>
                  <a:cubicBezTo>
                    <a:pt x="16064" y="429"/>
                    <a:pt x="16068" y="429"/>
                    <a:pt x="16071" y="429"/>
                  </a:cubicBezTo>
                  <a:cubicBezTo>
                    <a:pt x="16074" y="429"/>
                    <a:pt x="16077" y="429"/>
                    <a:pt x="16081" y="429"/>
                  </a:cubicBezTo>
                  <a:cubicBezTo>
                    <a:pt x="16090" y="429"/>
                    <a:pt x="16099" y="429"/>
                    <a:pt x="16108" y="428"/>
                  </a:cubicBezTo>
                  <a:cubicBezTo>
                    <a:pt x="16117" y="427"/>
                    <a:pt x="16126" y="426"/>
                    <a:pt x="16134" y="424"/>
                  </a:cubicBezTo>
                  <a:lnTo>
                    <a:pt x="16148" y="346"/>
                  </a:lnTo>
                  <a:lnTo>
                    <a:pt x="16107" y="346"/>
                  </a:lnTo>
                  <a:lnTo>
                    <a:pt x="16127" y="235"/>
                  </a:lnTo>
                  <a:lnTo>
                    <a:pt x="16291" y="235"/>
                  </a:lnTo>
                  <a:lnTo>
                    <a:pt x="16237" y="526"/>
                  </a:lnTo>
                  <a:cubicBezTo>
                    <a:pt x="16219" y="534"/>
                    <a:pt x="16193" y="541"/>
                    <a:pt x="16160" y="546"/>
                  </a:cubicBezTo>
                  <a:cubicBezTo>
                    <a:pt x="16127" y="551"/>
                    <a:pt x="16095" y="554"/>
                    <a:pt x="16062" y="554"/>
                  </a:cubicBezTo>
                  <a:cubicBezTo>
                    <a:pt x="16023" y="554"/>
                    <a:pt x="15993" y="548"/>
                    <a:pt x="15972" y="536"/>
                  </a:cubicBezTo>
                  <a:cubicBezTo>
                    <a:pt x="15951" y="524"/>
                    <a:pt x="15937" y="507"/>
                    <a:pt x="15929" y="485"/>
                  </a:cubicBezTo>
                  <a:cubicBezTo>
                    <a:pt x="15921" y="464"/>
                    <a:pt x="15918" y="439"/>
                    <a:pt x="15918" y="410"/>
                  </a:cubicBezTo>
                  <a:cubicBezTo>
                    <a:pt x="15918" y="386"/>
                    <a:pt x="15920" y="361"/>
                    <a:pt x="15924" y="334"/>
                  </a:cubicBezTo>
                  <a:cubicBezTo>
                    <a:pt x="15929" y="307"/>
                    <a:pt x="15934" y="280"/>
                    <a:pt x="15940" y="251"/>
                  </a:cubicBezTo>
                  <a:cubicBezTo>
                    <a:pt x="15956" y="166"/>
                    <a:pt x="15982" y="104"/>
                    <a:pt x="16018" y="65"/>
                  </a:cubicBezTo>
                  <a:cubicBezTo>
                    <a:pt x="16054" y="26"/>
                    <a:pt x="16108" y="6"/>
                    <a:pt x="16178" y="7"/>
                  </a:cubicBezTo>
                  <a:close/>
                  <a:moveTo>
                    <a:pt x="15716" y="7"/>
                  </a:moveTo>
                  <a:cubicBezTo>
                    <a:pt x="15747" y="7"/>
                    <a:pt x="15772" y="9"/>
                    <a:pt x="15791" y="13"/>
                  </a:cubicBezTo>
                  <a:cubicBezTo>
                    <a:pt x="15811" y="17"/>
                    <a:pt x="15825" y="21"/>
                    <a:pt x="15834" y="25"/>
                  </a:cubicBezTo>
                  <a:lnTo>
                    <a:pt x="15804" y="151"/>
                  </a:lnTo>
                  <a:cubicBezTo>
                    <a:pt x="15792" y="147"/>
                    <a:pt x="15780" y="143"/>
                    <a:pt x="15768" y="141"/>
                  </a:cubicBezTo>
                  <a:cubicBezTo>
                    <a:pt x="15757" y="139"/>
                    <a:pt x="15744" y="138"/>
                    <a:pt x="15731" y="138"/>
                  </a:cubicBezTo>
                  <a:cubicBezTo>
                    <a:pt x="15718" y="138"/>
                    <a:pt x="15708" y="140"/>
                    <a:pt x="15701" y="145"/>
                  </a:cubicBezTo>
                  <a:cubicBezTo>
                    <a:pt x="15694" y="150"/>
                    <a:pt x="15691" y="158"/>
                    <a:pt x="15691" y="169"/>
                  </a:cubicBezTo>
                  <a:cubicBezTo>
                    <a:pt x="15691" y="177"/>
                    <a:pt x="15692" y="186"/>
                    <a:pt x="15695" y="194"/>
                  </a:cubicBezTo>
                  <a:cubicBezTo>
                    <a:pt x="15698" y="203"/>
                    <a:pt x="15703" y="215"/>
                    <a:pt x="15709" y="230"/>
                  </a:cubicBezTo>
                  <a:lnTo>
                    <a:pt x="15735" y="291"/>
                  </a:lnTo>
                  <a:cubicBezTo>
                    <a:pt x="15742" y="306"/>
                    <a:pt x="15748" y="323"/>
                    <a:pt x="15754" y="341"/>
                  </a:cubicBezTo>
                  <a:cubicBezTo>
                    <a:pt x="15759" y="359"/>
                    <a:pt x="15763" y="377"/>
                    <a:pt x="15763" y="396"/>
                  </a:cubicBezTo>
                  <a:cubicBezTo>
                    <a:pt x="15762" y="451"/>
                    <a:pt x="15747" y="491"/>
                    <a:pt x="15718" y="516"/>
                  </a:cubicBezTo>
                  <a:cubicBezTo>
                    <a:pt x="15689" y="542"/>
                    <a:pt x="15652" y="554"/>
                    <a:pt x="15605" y="554"/>
                  </a:cubicBezTo>
                  <a:cubicBezTo>
                    <a:pt x="15572" y="553"/>
                    <a:pt x="15545" y="551"/>
                    <a:pt x="15524" y="547"/>
                  </a:cubicBezTo>
                  <a:cubicBezTo>
                    <a:pt x="15503" y="543"/>
                    <a:pt x="15488" y="539"/>
                    <a:pt x="15479" y="535"/>
                  </a:cubicBezTo>
                  <a:lnTo>
                    <a:pt x="15489" y="402"/>
                  </a:lnTo>
                  <a:cubicBezTo>
                    <a:pt x="15499" y="406"/>
                    <a:pt x="15512" y="410"/>
                    <a:pt x="15531" y="414"/>
                  </a:cubicBezTo>
                  <a:cubicBezTo>
                    <a:pt x="15550" y="418"/>
                    <a:pt x="15571" y="420"/>
                    <a:pt x="15595" y="420"/>
                  </a:cubicBezTo>
                  <a:cubicBezTo>
                    <a:pt x="15598" y="420"/>
                    <a:pt x="15601" y="420"/>
                    <a:pt x="15603" y="420"/>
                  </a:cubicBezTo>
                  <a:cubicBezTo>
                    <a:pt x="15606" y="420"/>
                    <a:pt x="15609" y="420"/>
                    <a:pt x="15612" y="420"/>
                  </a:cubicBezTo>
                  <a:cubicBezTo>
                    <a:pt x="15613" y="416"/>
                    <a:pt x="15614" y="412"/>
                    <a:pt x="15615" y="407"/>
                  </a:cubicBezTo>
                  <a:cubicBezTo>
                    <a:pt x="15616" y="403"/>
                    <a:pt x="15617" y="398"/>
                    <a:pt x="15617" y="393"/>
                  </a:cubicBezTo>
                  <a:cubicBezTo>
                    <a:pt x="15616" y="384"/>
                    <a:pt x="15615" y="375"/>
                    <a:pt x="15611" y="366"/>
                  </a:cubicBezTo>
                  <a:cubicBezTo>
                    <a:pt x="15607" y="358"/>
                    <a:pt x="15603" y="348"/>
                    <a:pt x="15597" y="336"/>
                  </a:cubicBezTo>
                  <a:lnTo>
                    <a:pt x="15570" y="276"/>
                  </a:lnTo>
                  <a:cubicBezTo>
                    <a:pt x="15562" y="259"/>
                    <a:pt x="15556" y="241"/>
                    <a:pt x="15551" y="223"/>
                  </a:cubicBezTo>
                  <a:cubicBezTo>
                    <a:pt x="15546" y="205"/>
                    <a:pt x="15544" y="188"/>
                    <a:pt x="15544" y="171"/>
                  </a:cubicBezTo>
                  <a:cubicBezTo>
                    <a:pt x="15545" y="116"/>
                    <a:pt x="15560" y="75"/>
                    <a:pt x="15591" y="48"/>
                  </a:cubicBezTo>
                  <a:cubicBezTo>
                    <a:pt x="15622" y="20"/>
                    <a:pt x="15664" y="7"/>
                    <a:pt x="15716" y="7"/>
                  </a:cubicBezTo>
                  <a:close/>
                  <a:moveTo>
                    <a:pt x="13913" y="7"/>
                  </a:moveTo>
                  <a:cubicBezTo>
                    <a:pt x="13968" y="7"/>
                    <a:pt x="14005" y="21"/>
                    <a:pt x="14027" y="47"/>
                  </a:cubicBezTo>
                  <a:cubicBezTo>
                    <a:pt x="14048" y="73"/>
                    <a:pt x="14058" y="108"/>
                    <a:pt x="14057" y="151"/>
                  </a:cubicBezTo>
                  <a:cubicBezTo>
                    <a:pt x="14057" y="175"/>
                    <a:pt x="14055" y="200"/>
                    <a:pt x="14051" y="227"/>
                  </a:cubicBezTo>
                  <a:cubicBezTo>
                    <a:pt x="14047" y="253"/>
                    <a:pt x="14041" y="281"/>
                    <a:pt x="14035" y="310"/>
                  </a:cubicBezTo>
                  <a:cubicBezTo>
                    <a:pt x="14019" y="395"/>
                    <a:pt x="13994" y="457"/>
                    <a:pt x="13959" y="496"/>
                  </a:cubicBezTo>
                  <a:cubicBezTo>
                    <a:pt x="13923" y="535"/>
                    <a:pt x="13870" y="554"/>
                    <a:pt x="13800" y="554"/>
                  </a:cubicBezTo>
                  <a:cubicBezTo>
                    <a:pt x="13745" y="553"/>
                    <a:pt x="13708" y="540"/>
                    <a:pt x="13686" y="514"/>
                  </a:cubicBezTo>
                  <a:cubicBezTo>
                    <a:pt x="13665" y="487"/>
                    <a:pt x="13655" y="453"/>
                    <a:pt x="13656" y="409"/>
                  </a:cubicBezTo>
                  <a:cubicBezTo>
                    <a:pt x="13656" y="385"/>
                    <a:pt x="13659" y="360"/>
                    <a:pt x="13663" y="334"/>
                  </a:cubicBezTo>
                  <a:cubicBezTo>
                    <a:pt x="13667" y="307"/>
                    <a:pt x="13672" y="280"/>
                    <a:pt x="13679" y="251"/>
                  </a:cubicBezTo>
                  <a:cubicBezTo>
                    <a:pt x="13690" y="194"/>
                    <a:pt x="13704" y="148"/>
                    <a:pt x="13723" y="112"/>
                  </a:cubicBezTo>
                  <a:cubicBezTo>
                    <a:pt x="13741" y="76"/>
                    <a:pt x="13766" y="49"/>
                    <a:pt x="13796" y="32"/>
                  </a:cubicBezTo>
                  <a:cubicBezTo>
                    <a:pt x="13827" y="15"/>
                    <a:pt x="13866" y="7"/>
                    <a:pt x="13913" y="7"/>
                  </a:cubicBezTo>
                  <a:close/>
                  <a:moveTo>
                    <a:pt x="13524" y="7"/>
                  </a:moveTo>
                  <a:cubicBezTo>
                    <a:pt x="13553" y="7"/>
                    <a:pt x="13581" y="9"/>
                    <a:pt x="13607" y="13"/>
                  </a:cubicBezTo>
                  <a:cubicBezTo>
                    <a:pt x="13633" y="17"/>
                    <a:pt x="13652" y="21"/>
                    <a:pt x="13663" y="26"/>
                  </a:cubicBezTo>
                  <a:lnTo>
                    <a:pt x="13631" y="153"/>
                  </a:lnTo>
                  <a:cubicBezTo>
                    <a:pt x="13618" y="149"/>
                    <a:pt x="13602" y="146"/>
                    <a:pt x="13584" y="143"/>
                  </a:cubicBezTo>
                  <a:cubicBezTo>
                    <a:pt x="13566" y="140"/>
                    <a:pt x="13545" y="138"/>
                    <a:pt x="13522" y="138"/>
                  </a:cubicBezTo>
                  <a:cubicBezTo>
                    <a:pt x="13494" y="137"/>
                    <a:pt x="13475" y="144"/>
                    <a:pt x="13463" y="160"/>
                  </a:cubicBezTo>
                  <a:cubicBezTo>
                    <a:pt x="13452" y="176"/>
                    <a:pt x="13441" y="207"/>
                    <a:pt x="13431" y="252"/>
                  </a:cubicBezTo>
                  <a:cubicBezTo>
                    <a:pt x="13427" y="268"/>
                    <a:pt x="13424" y="288"/>
                    <a:pt x="13420" y="309"/>
                  </a:cubicBezTo>
                  <a:cubicBezTo>
                    <a:pt x="13416" y="331"/>
                    <a:pt x="13413" y="353"/>
                    <a:pt x="13411" y="374"/>
                  </a:cubicBezTo>
                  <a:cubicBezTo>
                    <a:pt x="13409" y="395"/>
                    <a:pt x="13407" y="413"/>
                    <a:pt x="13407" y="428"/>
                  </a:cubicBezTo>
                  <a:cubicBezTo>
                    <a:pt x="13410" y="429"/>
                    <a:pt x="13414" y="429"/>
                    <a:pt x="13417" y="429"/>
                  </a:cubicBezTo>
                  <a:cubicBezTo>
                    <a:pt x="13420" y="429"/>
                    <a:pt x="13423" y="429"/>
                    <a:pt x="13427" y="429"/>
                  </a:cubicBezTo>
                  <a:cubicBezTo>
                    <a:pt x="13436" y="429"/>
                    <a:pt x="13445" y="429"/>
                    <a:pt x="13454" y="428"/>
                  </a:cubicBezTo>
                  <a:cubicBezTo>
                    <a:pt x="13463" y="427"/>
                    <a:pt x="13472" y="426"/>
                    <a:pt x="13480" y="424"/>
                  </a:cubicBezTo>
                  <a:lnTo>
                    <a:pt x="13494" y="346"/>
                  </a:lnTo>
                  <a:lnTo>
                    <a:pt x="13453" y="346"/>
                  </a:lnTo>
                  <a:lnTo>
                    <a:pt x="13473" y="235"/>
                  </a:lnTo>
                  <a:lnTo>
                    <a:pt x="13637" y="235"/>
                  </a:lnTo>
                  <a:lnTo>
                    <a:pt x="13583" y="526"/>
                  </a:lnTo>
                  <a:cubicBezTo>
                    <a:pt x="13565" y="534"/>
                    <a:pt x="13539" y="541"/>
                    <a:pt x="13506" y="546"/>
                  </a:cubicBezTo>
                  <a:cubicBezTo>
                    <a:pt x="13473" y="551"/>
                    <a:pt x="13441" y="554"/>
                    <a:pt x="13408" y="554"/>
                  </a:cubicBezTo>
                  <a:cubicBezTo>
                    <a:pt x="13369" y="554"/>
                    <a:pt x="13339" y="548"/>
                    <a:pt x="13318" y="536"/>
                  </a:cubicBezTo>
                  <a:cubicBezTo>
                    <a:pt x="13297" y="524"/>
                    <a:pt x="13283" y="507"/>
                    <a:pt x="13275" y="485"/>
                  </a:cubicBezTo>
                  <a:cubicBezTo>
                    <a:pt x="13267" y="464"/>
                    <a:pt x="13264" y="439"/>
                    <a:pt x="13264" y="410"/>
                  </a:cubicBezTo>
                  <a:cubicBezTo>
                    <a:pt x="13264" y="386"/>
                    <a:pt x="13266" y="361"/>
                    <a:pt x="13270" y="334"/>
                  </a:cubicBezTo>
                  <a:cubicBezTo>
                    <a:pt x="13275" y="307"/>
                    <a:pt x="13280" y="280"/>
                    <a:pt x="13286" y="251"/>
                  </a:cubicBezTo>
                  <a:cubicBezTo>
                    <a:pt x="13302" y="166"/>
                    <a:pt x="13328" y="104"/>
                    <a:pt x="13364" y="65"/>
                  </a:cubicBezTo>
                  <a:cubicBezTo>
                    <a:pt x="13400" y="26"/>
                    <a:pt x="13454" y="6"/>
                    <a:pt x="13524" y="7"/>
                  </a:cubicBezTo>
                  <a:close/>
                  <a:moveTo>
                    <a:pt x="13062" y="7"/>
                  </a:moveTo>
                  <a:cubicBezTo>
                    <a:pt x="13093" y="7"/>
                    <a:pt x="13118" y="9"/>
                    <a:pt x="13137" y="13"/>
                  </a:cubicBezTo>
                  <a:cubicBezTo>
                    <a:pt x="13157" y="17"/>
                    <a:pt x="13171" y="21"/>
                    <a:pt x="13180" y="25"/>
                  </a:cubicBezTo>
                  <a:lnTo>
                    <a:pt x="13150" y="151"/>
                  </a:lnTo>
                  <a:cubicBezTo>
                    <a:pt x="13138" y="147"/>
                    <a:pt x="13126" y="143"/>
                    <a:pt x="13114" y="141"/>
                  </a:cubicBezTo>
                  <a:cubicBezTo>
                    <a:pt x="13103" y="139"/>
                    <a:pt x="13090" y="138"/>
                    <a:pt x="13077" y="138"/>
                  </a:cubicBezTo>
                  <a:cubicBezTo>
                    <a:pt x="13064" y="138"/>
                    <a:pt x="13054" y="140"/>
                    <a:pt x="13047" y="145"/>
                  </a:cubicBezTo>
                  <a:cubicBezTo>
                    <a:pt x="13040" y="150"/>
                    <a:pt x="13037" y="158"/>
                    <a:pt x="13037" y="169"/>
                  </a:cubicBezTo>
                  <a:cubicBezTo>
                    <a:pt x="13037" y="177"/>
                    <a:pt x="13038" y="186"/>
                    <a:pt x="13041" y="194"/>
                  </a:cubicBezTo>
                  <a:cubicBezTo>
                    <a:pt x="13044" y="203"/>
                    <a:pt x="13049" y="215"/>
                    <a:pt x="13055" y="230"/>
                  </a:cubicBezTo>
                  <a:lnTo>
                    <a:pt x="13081" y="291"/>
                  </a:lnTo>
                  <a:cubicBezTo>
                    <a:pt x="13088" y="306"/>
                    <a:pt x="13094" y="323"/>
                    <a:pt x="13100" y="341"/>
                  </a:cubicBezTo>
                  <a:cubicBezTo>
                    <a:pt x="13105" y="359"/>
                    <a:pt x="13109" y="377"/>
                    <a:pt x="13109" y="396"/>
                  </a:cubicBezTo>
                  <a:cubicBezTo>
                    <a:pt x="13108" y="451"/>
                    <a:pt x="13093" y="491"/>
                    <a:pt x="13064" y="516"/>
                  </a:cubicBezTo>
                  <a:cubicBezTo>
                    <a:pt x="13035" y="542"/>
                    <a:pt x="12998" y="554"/>
                    <a:pt x="12951" y="554"/>
                  </a:cubicBezTo>
                  <a:cubicBezTo>
                    <a:pt x="12918" y="553"/>
                    <a:pt x="12891" y="551"/>
                    <a:pt x="12870" y="547"/>
                  </a:cubicBezTo>
                  <a:cubicBezTo>
                    <a:pt x="12849" y="543"/>
                    <a:pt x="12834" y="539"/>
                    <a:pt x="12825" y="535"/>
                  </a:cubicBezTo>
                  <a:lnTo>
                    <a:pt x="12835" y="402"/>
                  </a:lnTo>
                  <a:cubicBezTo>
                    <a:pt x="12845" y="406"/>
                    <a:pt x="12858" y="410"/>
                    <a:pt x="12877" y="414"/>
                  </a:cubicBezTo>
                  <a:cubicBezTo>
                    <a:pt x="12896" y="418"/>
                    <a:pt x="12917" y="420"/>
                    <a:pt x="12941" y="420"/>
                  </a:cubicBezTo>
                  <a:cubicBezTo>
                    <a:pt x="12944" y="420"/>
                    <a:pt x="12947" y="420"/>
                    <a:pt x="12949" y="420"/>
                  </a:cubicBezTo>
                  <a:cubicBezTo>
                    <a:pt x="12952" y="420"/>
                    <a:pt x="12955" y="420"/>
                    <a:pt x="12958" y="420"/>
                  </a:cubicBezTo>
                  <a:cubicBezTo>
                    <a:pt x="12959" y="416"/>
                    <a:pt x="12960" y="412"/>
                    <a:pt x="12961" y="407"/>
                  </a:cubicBezTo>
                  <a:cubicBezTo>
                    <a:pt x="12962" y="403"/>
                    <a:pt x="12963" y="398"/>
                    <a:pt x="12963" y="393"/>
                  </a:cubicBezTo>
                  <a:cubicBezTo>
                    <a:pt x="12962" y="384"/>
                    <a:pt x="12961" y="375"/>
                    <a:pt x="12957" y="366"/>
                  </a:cubicBezTo>
                  <a:cubicBezTo>
                    <a:pt x="12953" y="358"/>
                    <a:pt x="12949" y="348"/>
                    <a:pt x="12943" y="336"/>
                  </a:cubicBezTo>
                  <a:lnTo>
                    <a:pt x="12916" y="276"/>
                  </a:lnTo>
                  <a:cubicBezTo>
                    <a:pt x="12908" y="259"/>
                    <a:pt x="12902" y="241"/>
                    <a:pt x="12897" y="223"/>
                  </a:cubicBezTo>
                  <a:cubicBezTo>
                    <a:pt x="12892" y="205"/>
                    <a:pt x="12890" y="188"/>
                    <a:pt x="12890" y="171"/>
                  </a:cubicBezTo>
                  <a:cubicBezTo>
                    <a:pt x="12891" y="116"/>
                    <a:pt x="12906" y="75"/>
                    <a:pt x="12937" y="48"/>
                  </a:cubicBezTo>
                  <a:cubicBezTo>
                    <a:pt x="12968" y="20"/>
                    <a:pt x="13010" y="7"/>
                    <a:pt x="13062" y="7"/>
                  </a:cubicBezTo>
                  <a:close/>
                  <a:moveTo>
                    <a:pt x="11261" y="7"/>
                  </a:moveTo>
                  <a:cubicBezTo>
                    <a:pt x="11316" y="7"/>
                    <a:pt x="11353" y="21"/>
                    <a:pt x="11375" y="47"/>
                  </a:cubicBezTo>
                  <a:cubicBezTo>
                    <a:pt x="11396" y="73"/>
                    <a:pt x="11406" y="108"/>
                    <a:pt x="11405" y="151"/>
                  </a:cubicBezTo>
                  <a:cubicBezTo>
                    <a:pt x="11405" y="175"/>
                    <a:pt x="11403" y="200"/>
                    <a:pt x="11399" y="227"/>
                  </a:cubicBezTo>
                  <a:cubicBezTo>
                    <a:pt x="11395" y="253"/>
                    <a:pt x="11389" y="281"/>
                    <a:pt x="11383" y="310"/>
                  </a:cubicBezTo>
                  <a:cubicBezTo>
                    <a:pt x="11367" y="395"/>
                    <a:pt x="11342" y="457"/>
                    <a:pt x="11307" y="496"/>
                  </a:cubicBezTo>
                  <a:cubicBezTo>
                    <a:pt x="11271" y="535"/>
                    <a:pt x="11218" y="554"/>
                    <a:pt x="11148" y="554"/>
                  </a:cubicBezTo>
                  <a:cubicBezTo>
                    <a:pt x="11093" y="553"/>
                    <a:pt x="11056" y="540"/>
                    <a:pt x="11034" y="514"/>
                  </a:cubicBezTo>
                  <a:cubicBezTo>
                    <a:pt x="11013" y="487"/>
                    <a:pt x="11003" y="453"/>
                    <a:pt x="11004" y="409"/>
                  </a:cubicBezTo>
                  <a:cubicBezTo>
                    <a:pt x="11004" y="385"/>
                    <a:pt x="11007" y="360"/>
                    <a:pt x="11011" y="334"/>
                  </a:cubicBezTo>
                  <a:cubicBezTo>
                    <a:pt x="11015" y="307"/>
                    <a:pt x="11020" y="280"/>
                    <a:pt x="11027" y="251"/>
                  </a:cubicBezTo>
                  <a:cubicBezTo>
                    <a:pt x="11038" y="194"/>
                    <a:pt x="11052" y="148"/>
                    <a:pt x="11071" y="112"/>
                  </a:cubicBezTo>
                  <a:cubicBezTo>
                    <a:pt x="11089" y="76"/>
                    <a:pt x="11114" y="49"/>
                    <a:pt x="11144" y="32"/>
                  </a:cubicBezTo>
                  <a:cubicBezTo>
                    <a:pt x="11175" y="15"/>
                    <a:pt x="11214" y="7"/>
                    <a:pt x="11261" y="7"/>
                  </a:cubicBezTo>
                  <a:close/>
                  <a:moveTo>
                    <a:pt x="10872" y="7"/>
                  </a:moveTo>
                  <a:cubicBezTo>
                    <a:pt x="10901" y="7"/>
                    <a:pt x="10929" y="9"/>
                    <a:pt x="10955" y="13"/>
                  </a:cubicBezTo>
                  <a:cubicBezTo>
                    <a:pt x="10981" y="17"/>
                    <a:pt x="11000" y="21"/>
                    <a:pt x="11011" y="26"/>
                  </a:cubicBezTo>
                  <a:lnTo>
                    <a:pt x="10979" y="153"/>
                  </a:lnTo>
                  <a:cubicBezTo>
                    <a:pt x="10966" y="149"/>
                    <a:pt x="10950" y="146"/>
                    <a:pt x="10932" y="143"/>
                  </a:cubicBezTo>
                  <a:cubicBezTo>
                    <a:pt x="10914" y="140"/>
                    <a:pt x="10893" y="138"/>
                    <a:pt x="10870" y="138"/>
                  </a:cubicBezTo>
                  <a:cubicBezTo>
                    <a:pt x="10842" y="137"/>
                    <a:pt x="10823" y="144"/>
                    <a:pt x="10811" y="160"/>
                  </a:cubicBezTo>
                  <a:cubicBezTo>
                    <a:pt x="10800" y="176"/>
                    <a:pt x="10789" y="207"/>
                    <a:pt x="10779" y="252"/>
                  </a:cubicBezTo>
                  <a:cubicBezTo>
                    <a:pt x="10775" y="268"/>
                    <a:pt x="10772" y="288"/>
                    <a:pt x="10768" y="309"/>
                  </a:cubicBezTo>
                  <a:cubicBezTo>
                    <a:pt x="10764" y="331"/>
                    <a:pt x="10761" y="353"/>
                    <a:pt x="10759" y="374"/>
                  </a:cubicBezTo>
                  <a:cubicBezTo>
                    <a:pt x="10757" y="395"/>
                    <a:pt x="10755" y="413"/>
                    <a:pt x="10755" y="428"/>
                  </a:cubicBezTo>
                  <a:cubicBezTo>
                    <a:pt x="10758" y="429"/>
                    <a:pt x="10762" y="429"/>
                    <a:pt x="10765" y="429"/>
                  </a:cubicBezTo>
                  <a:cubicBezTo>
                    <a:pt x="10768" y="429"/>
                    <a:pt x="10771" y="429"/>
                    <a:pt x="10775" y="429"/>
                  </a:cubicBezTo>
                  <a:cubicBezTo>
                    <a:pt x="10784" y="429"/>
                    <a:pt x="10793" y="429"/>
                    <a:pt x="10802" y="428"/>
                  </a:cubicBezTo>
                  <a:cubicBezTo>
                    <a:pt x="10811" y="427"/>
                    <a:pt x="10820" y="426"/>
                    <a:pt x="10828" y="424"/>
                  </a:cubicBezTo>
                  <a:lnTo>
                    <a:pt x="10842" y="346"/>
                  </a:lnTo>
                  <a:lnTo>
                    <a:pt x="10801" y="346"/>
                  </a:lnTo>
                  <a:lnTo>
                    <a:pt x="10821" y="235"/>
                  </a:lnTo>
                  <a:lnTo>
                    <a:pt x="10985" y="235"/>
                  </a:lnTo>
                  <a:lnTo>
                    <a:pt x="10931" y="526"/>
                  </a:lnTo>
                  <a:cubicBezTo>
                    <a:pt x="10913" y="534"/>
                    <a:pt x="10887" y="541"/>
                    <a:pt x="10854" y="546"/>
                  </a:cubicBezTo>
                  <a:cubicBezTo>
                    <a:pt x="10821" y="551"/>
                    <a:pt x="10789" y="554"/>
                    <a:pt x="10756" y="554"/>
                  </a:cubicBezTo>
                  <a:cubicBezTo>
                    <a:pt x="10717" y="554"/>
                    <a:pt x="10687" y="548"/>
                    <a:pt x="10666" y="536"/>
                  </a:cubicBezTo>
                  <a:cubicBezTo>
                    <a:pt x="10645" y="524"/>
                    <a:pt x="10631" y="507"/>
                    <a:pt x="10623" y="485"/>
                  </a:cubicBezTo>
                  <a:cubicBezTo>
                    <a:pt x="10615" y="464"/>
                    <a:pt x="10612" y="439"/>
                    <a:pt x="10612" y="410"/>
                  </a:cubicBezTo>
                  <a:cubicBezTo>
                    <a:pt x="10612" y="386"/>
                    <a:pt x="10614" y="361"/>
                    <a:pt x="10618" y="334"/>
                  </a:cubicBezTo>
                  <a:cubicBezTo>
                    <a:pt x="10623" y="307"/>
                    <a:pt x="10628" y="280"/>
                    <a:pt x="10634" y="251"/>
                  </a:cubicBezTo>
                  <a:cubicBezTo>
                    <a:pt x="10650" y="166"/>
                    <a:pt x="10676" y="104"/>
                    <a:pt x="10712" y="65"/>
                  </a:cubicBezTo>
                  <a:cubicBezTo>
                    <a:pt x="10748" y="26"/>
                    <a:pt x="10802" y="6"/>
                    <a:pt x="10872" y="7"/>
                  </a:cubicBezTo>
                  <a:close/>
                  <a:moveTo>
                    <a:pt x="10410" y="7"/>
                  </a:moveTo>
                  <a:cubicBezTo>
                    <a:pt x="10441" y="7"/>
                    <a:pt x="10466" y="9"/>
                    <a:pt x="10485" y="13"/>
                  </a:cubicBezTo>
                  <a:cubicBezTo>
                    <a:pt x="10505" y="17"/>
                    <a:pt x="10519" y="21"/>
                    <a:pt x="10528" y="25"/>
                  </a:cubicBezTo>
                  <a:lnTo>
                    <a:pt x="10498" y="151"/>
                  </a:lnTo>
                  <a:cubicBezTo>
                    <a:pt x="10486" y="147"/>
                    <a:pt x="10474" y="143"/>
                    <a:pt x="10462" y="141"/>
                  </a:cubicBezTo>
                  <a:cubicBezTo>
                    <a:pt x="10451" y="139"/>
                    <a:pt x="10438" y="138"/>
                    <a:pt x="10425" y="138"/>
                  </a:cubicBezTo>
                  <a:cubicBezTo>
                    <a:pt x="10412" y="138"/>
                    <a:pt x="10402" y="140"/>
                    <a:pt x="10395" y="145"/>
                  </a:cubicBezTo>
                  <a:cubicBezTo>
                    <a:pt x="10388" y="150"/>
                    <a:pt x="10385" y="158"/>
                    <a:pt x="10385" y="169"/>
                  </a:cubicBezTo>
                  <a:cubicBezTo>
                    <a:pt x="10385" y="177"/>
                    <a:pt x="10386" y="186"/>
                    <a:pt x="10389" y="194"/>
                  </a:cubicBezTo>
                  <a:cubicBezTo>
                    <a:pt x="10392" y="203"/>
                    <a:pt x="10397" y="215"/>
                    <a:pt x="10403" y="230"/>
                  </a:cubicBezTo>
                  <a:lnTo>
                    <a:pt x="10429" y="291"/>
                  </a:lnTo>
                  <a:cubicBezTo>
                    <a:pt x="10436" y="306"/>
                    <a:pt x="10442" y="323"/>
                    <a:pt x="10448" y="341"/>
                  </a:cubicBezTo>
                  <a:cubicBezTo>
                    <a:pt x="10453" y="359"/>
                    <a:pt x="10457" y="377"/>
                    <a:pt x="10457" y="396"/>
                  </a:cubicBezTo>
                  <a:cubicBezTo>
                    <a:pt x="10456" y="451"/>
                    <a:pt x="10441" y="491"/>
                    <a:pt x="10412" y="516"/>
                  </a:cubicBezTo>
                  <a:cubicBezTo>
                    <a:pt x="10383" y="542"/>
                    <a:pt x="10346" y="554"/>
                    <a:pt x="10299" y="554"/>
                  </a:cubicBezTo>
                  <a:cubicBezTo>
                    <a:pt x="10266" y="553"/>
                    <a:pt x="10239" y="551"/>
                    <a:pt x="10218" y="547"/>
                  </a:cubicBezTo>
                  <a:cubicBezTo>
                    <a:pt x="10197" y="543"/>
                    <a:pt x="10182" y="539"/>
                    <a:pt x="10173" y="535"/>
                  </a:cubicBezTo>
                  <a:lnTo>
                    <a:pt x="10183" y="402"/>
                  </a:lnTo>
                  <a:cubicBezTo>
                    <a:pt x="10193" y="406"/>
                    <a:pt x="10206" y="410"/>
                    <a:pt x="10225" y="414"/>
                  </a:cubicBezTo>
                  <a:cubicBezTo>
                    <a:pt x="10244" y="418"/>
                    <a:pt x="10265" y="420"/>
                    <a:pt x="10289" y="420"/>
                  </a:cubicBezTo>
                  <a:cubicBezTo>
                    <a:pt x="10292" y="420"/>
                    <a:pt x="10295" y="420"/>
                    <a:pt x="10297" y="420"/>
                  </a:cubicBezTo>
                  <a:cubicBezTo>
                    <a:pt x="10300" y="420"/>
                    <a:pt x="10303" y="420"/>
                    <a:pt x="10306" y="420"/>
                  </a:cubicBezTo>
                  <a:cubicBezTo>
                    <a:pt x="10307" y="416"/>
                    <a:pt x="10308" y="412"/>
                    <a:pt x="10309" y="407"/>
                  </a:cubicBezTo>
                  <a:cubicBezTo>
                    <a:pt x="10310" y="403"/>
                    <a:pt x="10311" y="398"/>
                    <a:pt x="10311" y="393"/>
                  </a:cubicBezTo>
                  <a:cubicBezTo>
                    <a:pt x="10310" y="384"/>
                    <a:pt x="10309" y="375"/>
                    <a:pt x="10305" y="366"/>
                  </a:cubicBezTo>
                  <a:cubicBezTo>
                    <a:pt x="10301" y="358"/>
                    <a:pt x="10297" y="348"/>
                    <a:pt x="10291" y="336"/>
                  </a:cubicBezTo>
                  <a:lnTo>
                    <a:pt x="10264" y="276"/>
                  </a:lnTo>
                  <a:cubicBezTo>
                    <a:pt x="10256" y="259"/>
                    <a:pt x="10250" y="241"/>
                    <a:pt x="10245" y="223"/>
                  </a:cubicBezTo>
                  <a:cubicBezTo>
                    <a:pt x="10240" y="205"/>
                    <a:pt x="10238" y="188"/>
                    <a:pt x="10238" y="171"/>
                  </a:cubicBezTo>
                  <a:cubicBezTo>
                    <a:pt x="10239" y="116"/>
                    <a:pt x="10254" y="75"/>
                    <a:pt x="10285" y="48"/>
                  </a:cubicBezTo>
                  <a:cubicBezTo>
                    <a:pt x="10316" y="20"/>
                    <a:pt x="10358" y="7"/>
                    <a:pt x="10410" y="7"/>
                  </a:cubicBezTo>
                  <a:close/>
                  <a:moveTo>
                    <a:pt x="8607" y="7"/>
                  </a:moveTo>
                  <a:cubicBezTo>
                    <a:pt x="8662" y="7"/>
                    <a:pt x="8699" y="21"/>
                    <a:pt x="8721" y="47"/>
                  </a:cubicBezTo>
                  <a:cubicBezTo>
                    <a:pt x="8742" y="73"/>
                    <a:pt x="8752" y="108"/>
                    <a:pt x="8751" y="151"/>
                  </a:cubicBezTo>
                  <a:cubicBezTo>
                    <a:pt x="8751" y="175"/>
                    <a:pt x="8749" y="200"/>
                    <a:pt x="8745" y="227"/>
                  </a:cubicBezTo>
                  <a:cubicBezTo>
                    <a:pt x="8741" y="253"/>
                    <a:pt x="8735" y="281"/>
                    <a:pt x="8729" y="310"/>
                  </a:cubicBezTo>
                  <a:cubicBezTo>
                    <a:pt x="8713" y="395"/>
                    <a:pt x="8688" y="457"/>
                    <a:pt x="8653" y="496"/>
                  </a:cubicBezTo>
                  <a:cubicBezTo>
                    <a:pt x="8617" y="535"/>
                    <a:pt x="8564" y="554"/>
                    <a:pt x="8494" y="554"/>
                  </a:cubicBezTo>
                  <a:cubicBezTo>
                    <a:pt x="8439" y="553"/>
                    <a:pt x="8402" y="540"/>
                    <a:pt x="8380" y="514"/>
                  </a:cubicBezTo>
                  <a:cubicBezTo>
                    <a:pt x="8359" y="487"/>
                    <a:pt x="8349" y="453"/>
                    <a:pt x="8350" y="409"/>
                  </a:cubicBezTo>
                  <a:cubicBezTo>
                    <a:pt x="8350" y="385"/>
                    <a:pt x="8353" y="360"/>
                    <a:pt x="8357" y="334"/>
                  </a:cubicBezTo>
                  <a:cubicBezTo>
                    <a:pt x="8361" y="307"/>
                    <a:pt x="8366" y="280"/>
                    <a:pt x="8373" y="251"/>
                  </a:cubicBezTo>
                  <a:cubicBezTo>
                    <a:pt x="8384" y="194"/>
                    <a:pt x="8398" y="148"/>
                    <a:pt x="8417" y="112"/>
                  </a:cubicBezTo>
                  <a:cubicBezTo>
                    <a:pt x="8435" y="76"/>
                    <a:pt x="8460" y="49"/>
                    <a:pt x="8490" y="32"/>
                  </a:cubicBezTo>
                  <a:cubicBezTo>
                    <a:pt x="8521" y="15"/>
                    <a:pt x="8560" y="7"/>
                    <a:pt x="8607" y="7"/>
                  </a:cubicBezTo>
                  <a:close/>
                  <a:moveTo>
                    <a:pt x="8218" y="7"/>
                  </a:moveTo>
                  <a:cubicBezTo>
                    <a:pt x="8247" y="7"/>
                    <a:pt x="8275" y="9"/>
                    <a:pt x="8301" y="13"/>
                  </a:cubicBezTo>
                  <a:cubicBezTo>
                    <a:pt x="8327" y="17"/>
                    <a:pt x="8346" y="21"/>
                    <a:pt x="8357" y="26"/>
                  </a:cubicBezTo>
                  <a:lnTo>
                    <a:pt x="8325" y="153"/>
                  </a:lnTo>
                  <a:cubicBezTo>
                    <a:pt x="8312" y="149"/>
                    <a:pt x="8296" y="146"/>
                    <a:pt x="8278" y="143"/>
                  </a:cubicBezTo>
                  <a:cubicBezTo>
                    <a:pt x="8260" y="140"/>
                    <a:pt x="8239" y="138"/>
                    <a:pt x="8216" y="138"/>
                  </a:cubicBezTo>
                  <a:cubicBezTo>
                    <a:pt x="8188" y="137"/>
                    <a:pt x="8169" y="144"/>
                    <a:pt x="8157" y="160"/>
                  </a:cubicBezTo>
                  <a:cubicBezTo>
                    <a:pt x="8146" y="176"/>
                    <a:pt x="8135" y="207"/>
                    <a:pt x="8125" y="252"/>
                  </a:cubicBezTo>
                  <a:cubicBezTo>
                    <a:pt x="8121" y="268"/>
                    <a:pt x="8118" y="288"/>
                    <a:pt x="8114" y="309"/>
                  </a:cubicBezTo>
                  <a:cubicBezTo>
                    <a:pt x="8110" y="331"/>
                    <a:pt x="8107" y="353"/>
                    <a:pt x="8105" y="374"/>
                  </a:cubicBezTo>
                  <a:cubicBezTo>
                    <a:pt x="8103" y="395"/>
                    <a:pt x="8101" y="413"/>
                    <a:pt x="8101" y="428"/>
                  </a:cubicBezTo>
                  <a:cubicBezTo>
                    <a:pt x="8104" y="429"/>
                    <a:pt x="8108" y="429"/>
                    <a:pt x="8111" y="429"/>
                  </a:cubicBezTo>
                  <a:cubicBezTo>
                    <a:pt x="8114" y="429"/>
                    <a:pt x="8117" y="429"/>
                    <a:pt x="8121" y="429"/>
                  </a:cubicBezTo>
                  <a:cubicBezTo>
                    <a:pt x="8130" y="429"/>
                    <a:pt x="8139" y="429"/>
                    <a:pt x="8148" y="428"/>
                  </a:cubicBezTo>
                  <a:cubicBezTo>
                    <a:pt x="8157" y="427"/>
                    <a:pt x="8166" y="426"/>
                    <a:pt x="8174" y="424"/>
                  </a:cubicBezTo>
                  <a:lnTo>
                    <a:pt x="8188" y="346"/>
                  </a:lnTo>
                  <a:lnTo>
                    <a:pt x="8147" y="346"/>
                  </a:lnTo>
                  <a:lnTo>
                    <a:pt x="8167" y="235"/>
                  </a:lnTo>
                  <a:lnTo>
                    <a:pt x="8331" y="235"/>
                  </a:lnTo>
                  <a:lnTo>
                    <a:pt x="8277" y="526"/>
                  </a:lnTo>
                  <a:cubicBezTo>
                    <a:pt x="8259" y="534"/>
                    <a:pt x="8233" y="541"/>
                    <a:pt x="8200" y="546"/>
                  </a:cubicBezTo>
                  <a:cubicBezTo>
                    <a:pt x="8167" y="551"/>
                    <a:pt x="8135" y="554"/>
                    <a:pt x="8102" y="554"/>
                  </a:cubicBezTo>
                  <a:cubicBezTo>
                    <a:pt x="8063" y="554"/>
                    <a:pt x="8033" y="548"/>
                    <a:pt x="8012" y="536"/>
                  </a:cubicBezTo>
                  <a:cubicBezTo>
                    <a:pt x="7991" y="524"/>
                    <a:pt x="7977" y="507"/>
                    <a:pt x="7969" y="485"/>
                  </a:cubicBezTo>
                  <a:cubicBezTo>
                    <a:pt x="7961" y="464"/>
                    <a:pt x="7958" y="439"/>
                    <a:pt x="7958" y="410"/>
                  </a:cubicBezTo>
                  <a:cubicBezTo>
                    <a:pt x="7958" y="386"/>
                    <a:pt x="7960" y="361"/>
                    <a:pt x="7964" y="334"/>
                  </a:cubicBezTo>
                  <a:cubicBezTo>
                    <a:pt x="7969" y="307"/>
                    <a:pt x="7974" y="280"/>
                    <a:pt x="7980" y="251"/>
                  </a:cubicBezTo>
                  <a:cubicBezTo>
                    <a:pt x="7996" y="166"/>
                    <a:pt x="8022" y="104"/>
                    <a:pt x="8058" y="65"/>
                  </a:cubicBezTo>
                  <a:cubicBezTo>
                    <a:pt x="8094" y="26"/>
                    <a:pt x="8148" y="6"/>
                    <a:pt x="8218" y="7"/>
                  </a:cubicBezTo>
                  <a:close/>
                  <a:moveTo>
                    <a:pt x="7756" y="7"/>
                  </a:moveTo>
                  <a:cubicBezTo>
                    <a:pt x="7787" y="7"/>
                    <a:pt x="7812" y="9"/>
                    <a:pt x="7831" y="13"/>
                  </a:cubicBezTo>
                  <a:cubicBezTo>
                    <a:pt x="7851" y="17"/>
                    <a:pt x="7865" y="21"/>
                    <a:pt x="7874" y="25"/>
                  </a:cubicBezTo>
                  <a:lnTo>
                    <a:pt x="7844" y="151"/>
                  </a:lnTo>
                  <a:cubicBezTo>
                    <a:pt x="7832" y="147"/>
                    <a:pt x="7820" y="143"/>
                    <a:pt x="7808" y="141"/>
                  </a:cubicBezTo>
                  <a:cubicBezTo>
                    <a:pt x="7797" y="139"/>
                    <a:pt x="7784" y="138"/>
                    <a:pt x="7771" y="138"/>
                  </a:cubicBezTo>
                  <a:cubicBezTo>
                    <a:pt x="7758" y="138"/>
                    <a:pt x="7748" y="140"/>
                    <a:pt x="7741" y="145"/>
                  </a:cubicBezTo>
                  <a:cubicBezTo>
                    <a:pt x="7734" y="150"/>
                    <a:pt x="7731" y="158"/>
                    <a:pt x="7731" y="169"/>
                  </a:cubicBezTo>
                  <a:cubicBezTo>
                    <a:pt x="7731" y="177"/>
                    <a:pt x="7732" y="186"/>
                    <a:pt x="7735" y="194"/>
                  </a:cubicBezTo>
                  <a:cubicBezTo>
                    <a:pt x="7738" y="203"/>
                    <a:pt x="7743" y="215"/>
                    <a:pt x="7749" y="230"/>
                  </a:cubicBezTo>
                  <a:lnTo>
                    <a:pt x="7775" y="291"/>
                  </a:lnTo>
                  <a:cubicBezTo>
                    <a:pt x="7782" y="306"/>
                    <a:pt x="7788" y="323"/>
                    <a:pt x="7794" y="341"/>
                  </a:cubicBezTo>
                  <a:cubicBezTo>
                    <a:pt x="7799" y="359"/>
                    <a:pt x="7803" y="377"/>
                    <a:pt x="7803" y="396"/>
                  </a:cubicBezTo>
                  <a:cubicBezTo>
                    <a:pt x="7802" y="451"/>
                    <a:pt x="7787" y="491"/>
                    <a:pt x="7758" y="516"/>
                  </a:cubicBezTo>
                  <a:cubicBezTo>
                    <a:pt x="7729" y="542"/>
                    <a:pt x="7692" y="554"/>
                    <a:pt x="7645" y="554"/>
                  </a:cubicBezTo>
                  <a:cubicBezTo>
                    <a:pt x="7612" y="553"/>
                    <a:pt x="7585" y="551"/>
                    <a:pt x="7564" y="547"/>
                  </a:cubicBezTo>
                  <a:cubicBezTo>
                    <a:pt x="7543" y="543"/>
                    <a:pt x="7528" y="539"/>
                    <a:pt x="7519" y="535"/>
                  </a:cubicBezTo>
                  <a:lnTo>
                    <a:pt x="7529" y="402"/>
                  </a:lnTo>
                  <a:cubicBezTo>
                    <a:pt x="7539" y="406"/>
                    <a:pt x="7552" y="410"/>
                    <a:pt x="7571" y="414"/>
                  </a:cubicBezTo>
                  <a:cubicBezTo>
                    <a:pt x="7590" y="418"/>
                    <a:pt x="7611" y="420"/>
                    <a:pt x="7635" y="420"/>
                  </a:cubicBezTo>
                  <a:cubicBezTo>
                    <a:pt x="7638" y="420"/>
                    <a:pt x="7641" y="420"/>
                    <a:pt x="7643" y="420"/>
                  </a:cubicBezTo>
                  <a:cubicBezTo>
                    <a:pt x="7646" y="420"/>
                    <a:pt x="7649" y="420"/>
                    <a:pt x="7652" y="420"/>
                  </a:cubicBezTo>
                  <a:cubicBezTo>
                    <a:pt x="7653" y="416"/>
                    <a:pt x="7654" y="412"/>
                    <a:pt x="7655" y="407"/>
                  </a:cubicBezTo>
                  <a:cubicBezTo>
                    <a:pt x="7656" y="403"/>
                    <a:pt x="7657" y="398"/>
                    <a:pt x="7657" y="393"/>
                  </a:cubicBezTo>
                  <a:cubicBezTo>
                    <a:pt x="7656" y="384"/>
                    <a:pt x="7655" y="375"/>
                    <a:pt x="7651" y="366"/>
                  </a:cubicBezTo>
                  <a:cubicBezTo>
                    <a:pt x="7647" y="358"/>
                    <a:pt x="7643" y="348"/>
                    <a:pt x="7637" y="336"/>
                  </a:cubicBezTo>
                  <a:lnTo>
                    <a:pt x="7610" y="276"/>
                  </a:lnTo>
                  <a:cubicBezTo>
                    <a:pt x="7602" y="259"/>
                    <a:pt x="7596" y="241"/>
                    <a:pt x="7591" y="223"/>
                  </a:cubicBezTo>
                  <a:cubicBezTo>
                    <a:pt x="7586" y="205"/>
                    <a:pt x="7584" y="188"/>
                    <a:pt x="7584" y="171"/>
                  </a:cubicBezTo>
                  <a:cubicBezTo>
                    <a:pt x="7585" y="116"/>
                    <a:pt x="7600" y="75"/>
                    <a:pt x="7631" y="48"/>
                  </a:cubicBezTo>
                  <a:cubicBezTo>
                    <a:pt x="7662" y="20"/>
                    <a:pt x="7704" y="7"/>
                    <a:pt x="7756" y="7"/>
                  </a:cubicBezTo>
                  <a:close/>
                  <a:moveTo>
                    <a:pt x="5955" y="7"/>
                  </a:moveTo>
                  <a:cubicBezTo>
                    <a:pt x="6010" y="7"/>
                    <a:pt x="6047" y="21"/>
                    <a:pt x="6069" y="47"/>
                  </a:cubicBezTo>
                  <a:cubicBezTo>
                    <a:pt x="6090" y="73"/>
                    <a:pt x="6100" y="108"/>
                    <a:pt x="6099" y="151"/>
                  </a:cubicBezTo>
                  <a:cubicBezTo>
                    <a:pt x="6099" y="175"/>
                    <a:pt x="6097" y="200"/>
                    <a:pt x="6093" y="227"/>
                  </a:cubicBezTo>
                  <a:cubicBezTo>
                    <a:pt x="6089" y="253"/>
                    <a:pt x="6083" y="281"/>
                    <a:pt x="6077" y="310"/>
                  </a:cubicBezTo>
                  <a:cubicBezTo>
                    <a:pt x="6061" y="395"/>
                    <a:pt x="6036" y="457"/>
                    <a:pt x="6001" y="496"/>
                  </a:cubicBezTo>
                  <a:cubicBezTo>
                    <a:pt x="5965" y="535"/>
                    <a:pt x="5912" y="554"/>
                    <a:pt x="5842" y="554"/>
                  </a:cubicBezTo>
                  <a:cubicBezTo>
                    <a:pt x="5787" y="553"/>
                    <a:pt x="5750" y="540"/>
                    <a:pt x="5728" y="514"/>
                  </a:cubicBezTo>
                  <a:cubicBezTo>
                    <a:pt x="5707" y="487"/>
                    <a:pt x="5697" y="453"/>
                    <a:pt x="5698" y="409"/>
                  </a:cubicBezTo>
                  <a:cubicBezTo>
                    <a:pt x="5698" y="385"/>
                    <a:pt x="5701" y="360"/>
                    <a:pt x="5705" y="334"/>
                  </a:cubicBezTo>
                  <a:cubicBezTo>
                    <a:pt x="5709" y="307"/>
                    <a:pt x="5714" y="280"/>
                    <a:pt x="5721" y="251"/>
                  </a:cubicBezTo>
                  <a:cubicBezTo>
                    <a:pt x="5732" y="194"/>
                    <a:pt x="5746" y="148"/>
                    <a:pt x="5765" y="112"/>
                  </a:cubicBezTo>
                  <a:cubicBezTo>
                    <a:pt x="5783" y="76"/>
                    <a:pt x="5808" y="49"/>
                    <a:pt x="5838" y="32"/>
                  </a:cubicBezTo>
                  <a:cubicBezTo>
                    <a:pt x="5869" y="15"/>
                    <a:pt x="5908" y="7"/>
                    <a:pt x="5955" y="7"/>
                  </a:cubicBezTo>
                  <a:close/>
                  <a:moveTo>
                    <a:pt x="5566" y="7"/>
                  </a:moveTo>
                  <a:cubicBezTo>
                    <a:pt x="5595" y="7"/>
                    <a:pt x="5623" y="9"/>
                    <a:pt x="5649" y="13"/>
                  </a:cubicBezTo>
                  <a:cubicBezTo>
                    <a:pt x="5675" y="17"/>
                    <a:pt x="5694" y="21"/>
                    <a:pt x="5705" y="26"/>
                  </a:cubicBezTo>
                  <a:lnTo>
                    <a:pt x="5673" y="153"/>
                  </a:lnTo>
                  <a:cubicBezTo>
                    <a:pt x="5660" y="149"/>
                    <a:pt x="5644" y="146"/>
                    <a:pt x="5626" y="143"/>
                  </a:cubicBezTo>
                  <a:cubicBezTo>
                    <a:pt x="5608" y="140"/>
                    <a:pt x="5587" y="138"/>
                    <a:pt x="5564" y="138"/>
                  </a:cubicBezTo>
                  <a:cubicBezTo>
                    <a:pt x="5536" y="137"/>
                    <a:pt x="5517" y="144"/>
                    <a:pt x="5505" y="160"/>
                  </a:cubicBezTo>
                  <a:cubicBezTo>
                    <a:pt x="5494" y="176"/>
                    <a:pt x="5483" y="207"/>
                    <a:pt x="5473" y="252"/>
                  </a:cubicBezTo>
                  <a:cubicBezTo>
                    <a:pt x="5469" y="268"/>
                    <a:pt x="5466" y="288"/>
                    <a:pt x="5462" y="309"/>
                  </a:cubicBezTo>
                  <a:cubicBezTo>
                    <a:pt x="5458" y="331"/>
                    <a:pt x="5455" y="353"/>
                    <a:pt x="5453" y="374"/>
                  </a:cubicBezTo>
                  <a:cubicBezTo>
                    <a:pt x="5451" y="395"/>
                    <a:pt x="5449" y="413"/>
                    <a:pt x="5449" y="428"/>
                  </a:cubicBezTo>
                  <a:cubicBezTo>
                    <a:pt x="5452" y="429"/>
                    <a:pt x="5456" y="429"/>
                    <a:pt x="5459" y="429"/>
                  </a:cubicBezTo>
                  <a:cubicBezTo>
                    <a:pt x="5462" y="429"/>
                    <a:pt x="5465" y="429"/>
                    <a:pt x="5469" y="429"/>
                  </a:cubicBezTo>
                  <a:cubicBezTo>
                    <a:pt x="5478" y="429"/>
                    <a:pt x="5487" y="429"/>
                    <a:pt x="5496" y="428"/>
                  </a:cubicBezTo>
                  <a:cubicBezTo>
                    <a:pt x="5505" y="427"/>
                    <a:pt x="5514" y="426"/>
                    <a:pt x="5522" y="424"/>
                  </a:cubicBezTo>
                  <a:lnTo>
                    <a:pt x="5536" y="346"/>
                  </a:lnTo>
                  <a:lnTo>
                    <a:pt x="5495" y="346"/>
                  </a:lnTo>
                  <a:lnTo>
                    <a:pt x="5515" y="235"/>
                  </a:lnTo>
                  <a:lnTo>
                    <a:pt x="5679" y="235"/>
                  </a:lnTo>
                  <a:lnTo>
                    <a:pt x="5625" y="526"/>
                  </a:lnTo>
                  <a:cubicBezTo>
                    <a:pt x="5607" y="534"/>
                    <a:pt x="5581" y="541"/>
                    <a:pt x="5548" y="546"/>
                  </a:cubicBezTo>
                  <a:cubicBezTo>
                    <a:pt x="5515" y="551"/>
                    <a:pt x="5483" y="554"/>
                    <a:pt x="5450" y="554"/>
                  </a:cubicBezTo>
                  <a:cubicBezTo>
                    <a:pt x="5411" y="554"/>
                    <a:pt x="5381" y="548"/>
                    <a:pt x="5360" y="536"/>
                  </a:cubicBezTo>
                  <a:cubicBezTo>
                    <a:pt x="5339" y="524"/>
                    <a:pt x="5325" y="507"/>
                    <a:pt x="5317" y="485"/>
                  </a:cubicBezTo>
                  <a:cubicBezTo>
                    <a:pt x="5309" y="464"/>
                    <a:pt x="5306" y="439"/>
                    <a:pt x="5306" y="410"/>
                  </a:cubicBezTo>
                  <a:cubicBezTo>
                    <a:pt x="5306" y="386"/>
                    <a:pt x="5308" y="361"/>
                    <a:pt x="5312" y="334"/>
                  </a:cubicBezTo>
                  <a:cubicBezTo>
                    <a:pt x="5317" y="307"/>
                    <a:pt x="5322" y="280"/>
                    <a:pt x="5328" y="251"/>
                  </a:cubicBezTo>
                  <a:cubicBezTo>
                    <a:pt x="5344" y="166"/>
                    <a:pt x="5370" y="104"/>
                    <a:pt x="5406" y="65"/>
                  </a:cubicBezTo>
                  <a:cubicBezTo>
                    <a:pt x="5442" y="26"/>
                    <a:pt x="5496" y="6"/>
                    <a:pt x="5566" y="7"/>
                  </a:cubicBezTo>
                  <a:close/>
                  <a:moveTo>
                    <a:pt x="5104" y="7"/>
                  </a:moveTo>
                  <a:cubicBezTo>
                    <a:pt x="5135" y="7"/>
                    <a:pt x="5160" y="9"/>
                    <a:pt x="5179" y="13"/>
                  </a:cubicBezTo>
                  <a:cubicBezTo>
                    <a:pt x="5199" y="17"/>
                    <a:pt x="5213" y="21"/>
                    <a:pt x="5222" y="25"/>
                  </a:cubicBezTo>
                  <a:lnTo>
                    <a:pt x="5192" y="151"/>
                  </a:lnTo>
                  <a:cubicBezTo>
                    <a:pt x="5180" y="147"/>
                    <a:pt x="5168" y="143"/>
                    <a:pt x="5156" y="141"/>
                  </a:cubicBezTo>
                  <a:cubicBezTo>
                    <a:pt x="5145" y="139"/>
                    <a:pt x="5132" y="138"/>
                    <a:pt x="5119" y="138"/>
                  </a:cubicBezTo>
                  <a:cubicBezTo>
                    <a:pt x="5106" y="138"/>
                    <a:pt x="5096" y="140"/>
                    <a:pt x="5089" y="145"/>
                  </a:cubicBezTo>
                  <a:cubicBezTo>
                    <a:pt x="5082" y="150"/>
                    <a:pt x="5079" y="158"/>
                    <a:pt x="5079" y="169"/>
                  </a:cubicBezTo>
                  <a:cubicBezTo>
                    <a:pt x="5079" y="177"/>
                    <a:pt x="5080" y="186"/>
                    <a:pt x="5083" y="194"/>
                  </a:cubicBezTo>
                  <a:cubicBezTo>
                    <a:pt x="5086" y="203"/>
                    <a:pt x="5091" y="215"/>
                    <a:pt x="5097" y="230"/>
                  </a:cubicBezTo>
                  <a:lnTo>
                    <a:pt x="5123" y="291"/>
                  </a:lnTo>
                  <a:cubicBezTo>
                    <a:pt x="5130" y="306"/>
                    <a:pt x="5136" y="323"/>
                    <a:pt x="5142" y="341"/>
                  </a:cubicBezTo>
                  <a:cubicBezTo>
                    <a:pt x="5147" y="359"/>
                    <a:pt x="5151" y="377"/>
                    <a:pt x="5151" y="396"/>
                  </a:cubicBezTo>
                  <a:cubicBezTo>
                    <a:pt x="5150" y="451"/>
                    <a:pt x="5135" y="491"/>
                    <a:pt x="5106" y="516"/>
                  </a:cubicBezTo>
                  <a:cubicBezTo>
                    <a:pt x="5077" y="542"/>
                    <a:pt x="5040" y="554"/>
                    <a:pt x="4993" y="554"/>
                  </a:cubicBezTo>
                  <a:cubicBezTo>
                    <a:pt x="4960" y="553"/>
                    <a:pt x="4933" y="551"/>
                    <a:pt x="4912" y="547"/>
                  </a:cubicBezTo>
                  <a:cubicBezTo>
                    <a:pt x="4891" y="543"/>
                    <a:pt x="4876" y="539"/>
                    <a:pt x="4867" y="535"/>
                  </a:cubicBezTo>
                  <a:lnTo>
                    <a:pt x="4877" y="402"/>
                  </a:lnTo>
                  <a:cubicBezTo>
                    <a:pt x="4887" y="406"/>
                    <a:pt x="4900" y="410"/>
                    <a:pt x="4919" y="414"/>
                  </a:cubicBezTo>
                  <a:cubicBezTo>
                    <a:pt x="4938" y="418"/>
                    <a:pt x="4959" y="420"/>
                    <a:pt x="4983" y="420"/>
                  </a:cubicBezTo>
                  <a:cubicBezTo>
                    <a:pt x="4986" y="420"/>
                    <a:pt x="4989" y="420"/>
                    <a:pt x="4991" y="420"/>
                  </a:cubicBezTo>
                  <a:cubicBezTo>
                    <a:pt x="4994" y="420"/>
                    <a:pt x="4997" y="420"/>
                    <a:pt x="5000" y="420"/>
                  </a:cubicBezTo>
                  <a:cubicBezTo>
                    <a:pt x="5001" y="416"/>
                    <a:pt x="5002" y="412"/>
                    <a:pt x="5003" y="407"/>
                  </a:cubicBezTo>
                  <a:cubicBezTo>
                    <a:pt x="5004" y="403"/>
                    <a:pt x="5005" y="398"/>
                    <a:pt x="5005" y="393"/>
                  </a:cubicBezTo>
                  <a:cubicBezTo>
                    <a:pt x="5004" y="384"/>
                    <a:pt x="5003" y="375"/>
                    <a:pt x="4999" y="366"/>
                  </a:cubicBezTo>
                  <a:cubicBezTo>
                    <a:pt x="4995" y="358"/>
                    <a:pt x="4991" y="348"/>
                    <a:pt x="4985" y="336"/>
                  </a:cubicBezTo>
                  <a:lnTo>
                    <a:pt x="4958" y="276"/>
                  </a:lnTo>
                  <a:cubicBezTo>
                    <a:pt x="4950" y="259"/>
                    <a:pt x="4944" y="241"/>
                    <a:pt x="4939" y="223"/>
                  </a:cubicBezTo>
                  <a:cubicBezTo>
                    <a:pt x="4934" y="205"/>
                    <a:pt x="4932" y="188"/>
                    <a:pt x="4932" y="171"/>
                  </a:cubicBezTo>
                  <a:cubicBezTo>
                    <a:pt x="4933" y="116"/>
                    <a:pt x="4948" y="75"/>
                    <a:pt x="4979" y="48"/>
                  </a:cubicBezTo>
                  <a:cubicBezTo>
                    <a:pt x="5010" y="20"/>
                    <a:pt x="5052" y="7"/>
                    <a:pt x="5104" y="7"/>
                  </a:cubicBezTo>
                  <a:close/>
                  <a:moveTo>
                    <a:pt x="3301" y="7"/>
                  </a:moveTo>
                  <a:cubicBezTo>
                    <a:pt x="3356" y="7"/>
                    <a:pt x="3393" y="21"/>
                    <a:pt x="3415" y="47"/>
                  </a:cubicBezTo>
                  <a:cubicBezTo>
                    <a:pt x="3436" y="73"/>
                    <a:pt x="3446" y="108"/>
                    <a:pt x="3445" y="151"/>
                  </a:cubicBezTo>
                  <a:cubicBezTo>
                    <a:pt x="3445" y="175"/>
                    <a:pt x="3443" y="200"/>
                    <a:pt x="3439" y="227"/>
                  </a:cubicBezTo>
                  <a:cubicBezTo>
                    <a:pt x="3435" y="253"/>
                    <a:pt x="3429" y="281"/>
                    <a:pt x="3423" y="310"/>
                  </a:cubicBezTo>
                  <a:cubicBezTo>
                    <a:pt x="3407" y="395"/>
                    <a:pt x="3382" y="457"/>
                    <a:pt x="3347" y="496"/>
                  </a:cubicBezTo>
                  <a:cubicBezTo>
                    <a:pt x="3311" y="535"/>
                    <a:pt x="3258" y="554"/>
                    <a:pt x="3188" y="554"/>
                  </a:cubicBezTo>
                  <a:cubicBezTo>
                    <a:pt x="3133" y="553"/>
                    <a:pt x="3096" y="540"/>
                    <a:pt x="3074" y="514"/>
                  </a:cubicBezTo>
                  <a:cubicBezTo>
                    <a:pt x="3053" y="487"/>
                    <a:pt x="3043" y="453"/>
                    <a:pt x="3044" y="409"/>
                  </a:cubicBezTo>
                  <a:cubicBezTo>
                    <a:pt x="3044" y="385"/>
                    <a:pt x="3047" y="360"/>
                    <a:pt x="3051" y="334"/>
                  </a:cubicBezTo>
                  <a:cubicBezTo>
                    <a:pt x="3055" y="307"/>
                    <a:pt x="3060" y="280"/>
                    <a:pt x="3067" y="251"/>
                  </a:cubicBezTo>
                  <a:cubicBezTo>
                    <a:pt x="3078" y="194"/>
                    <a:pt x="3092" y="148"/>
                    <a:pt x="3111" y="112"/>
                  </a:cubicBezTo>
                  <a:cubicBezTo>
                    <a:pt x="3129" y="76"/>
                    <a:pt x="3154" y="49"/>
                    <a:pt x="3184" y="32"/>
                  </a:cubicBezTo>
                  <a:cubicBezTo>
                    <a:pt x="3215" y="15"/>
                    <a:pt x="3254" y="7"/>
                    <a:pt x="3301" y="7"/>
                  </a:cubicBezTo>
                  <a:close/>
                  <a:moveTo>
                    <a:pt x="2912" y="7"/>
                  </a:moveTo>
                  <a:cubicBezTo>
                    <a:pt x="2941" y="7"/>
                    <a:pt x="2969" y="9"/>
                    <a:pt x="2995" y="13"/>
                  </a:cubicBezTo>
                  <a:cubicBezTo>
                    <a:pt x="3021" y="17"/>
                    <a:pt x="3040" y="21"/>
                    <a:pt x="3051" y="26"/>
                  </a:cubicBezTo>
                  <a:lnTo>
                    <a:pt x="3019" y="153"/>
                  </a:lnTo>
                  <a:cubicBezTo>
                    <a:pt x="3006" y="149"/>
                    <a:pt x="2990" y="146"/>
                    <a:pt x="2972" y="143"/>
                  </a:cubicBezTo>
                  <a:cubicBezTo>
                    <a:pt x="2954" y="140"/>
                    <a:pt x="2933" y="138"/>
                    <a:pt x="2910" y="138"/>
                  </a:cubicBezTo>
                  <a:cubicBezTo>
                    <a:pt x="2882" y="137"/>
                    <a:pt x="2863" y="144"/>
                    <a:pt x="2851" y="160"/>
                  </a:cubicBezTo>
                  <a:cubicBezTo>
                    <a:pt x="2840" y="176"/>
                    <a:pt x="2829" y="207"/>
                    <a:pt x="2819" y="252"/>
                  </a:cubicBezTo>
                  <a:cubicBezTo>
                    <a:pt x="2815" y="268"/>
                    <a:pt x="2812" y="288"/>
                    <a:pt x="2808" y="309"/>
                  </a:cubicBezTo>
                  <a:cubicBezTo>
                    <a:pt x="2804" y="331"/>
                    <a:pt x="2801" y="353"/>
                    <a:pt x="2799" y="374"/>
                  </a:cubicBezTo>
                  <a:cubicBezTo>
                    <a:pt x="2797" y="395"/>
                    <a:pt x="2795" y="413"/>
                    <a:pt x="2795" y="428"/>
                  </a:cubicBezTo>
                  <a:cubicBezTo>
                    <a:pt x="2798" y="429"/>
                    <a:pt x="2802" y="429"/>
                    <a:pt x="2805" y="429"/>
                  </a:cubicBezTo>
                  <a:cubicBezTo>
                    <a:pt x="2808" y="429"/>
                    <a:pt x="2811" y="429"/>
                    <a:pt x="2815" y="429"/>
                  </a:cubicBezTo>
                  <a:cubicBezTo>
                    <a:pt x="2824" y="429"/>
                    <a:pt x="2833" y="429"/>
                    <a:pt x="2842" y="428"/>
                  </a:cubicBezTo>
                  <a:cubicBezTo>
                    <a:pt x="2851" y="427"/>
                    <a:pt x="2860" y="426"/>
                    <a:pt x="2868" y="424"/>
                  </a:cubicBezTo>
                  <a:lnTo>
                    <a:pt x="2882" y="346"/>
                  </a:lnTo>
                  <a:lnTo>
                    <a:pt x="2841" y="346"/>
                  </a:lnTo>
                  <a:lnTo>
                    <a:pt x="2861" y="235"/>
                  </a:lnTo>
                  <a:lnTo>
                    <a:pt x="3025" y="235"/>
                  </a:lnTo>
                  <a:lnTo>
                    <a:pt x="2971" y="526"/>
                  </a:lnTo>
                  <a:cubicBezTo>
                    <a:pt x="2953" y="534"/>
                    <a:pt x="2927" y="541"/>
                    <a:pt x="2894" y="546"/>
                  </a:cubicBezTo>
                  <a:cubicBezTo>
                    <a:pt x="2861" y="551"/>
                    <a:pt x="2829" y="554"/>
                    <a:pt x="2796" y="554"/>
                  </a:cubicBezTo>
                  <a:cubicBezTo>
                    <a:pt x="2757" y="554"/>
                    <a:pt x="2727" y="548"/>
                    <a:pt x="2706" y="536"/>
                  </a:cubicBezTo>
                  <a:cubicBezTo>
                    <a:pt x="2685" y="524"/>
                    <a:pt x="2671" y="507"/>
                    <a:pt x="2663" y="485"/>
                  </a:cubicBezTo>
                  <a:cubicBezTo>
                    <a:pt x="2655" y="464"/>
                    <a:pt x="2652" y="439"/>
                    <a:pt x="2652" y="410"/>
                  </a:cubicBezTo>
                  <a:cubicBezTo>
                    <a:pt x="2652" y="386"/>
                    <a:pt x="2654" y="361"/>
                    <a:pt x="2658" y="334"/>
                  </a:cubicBezTo>
                  <a:cubicBezTo>
                    <a:pt x="2663" y="307"/>
                    <a:pt x="2668" y="280"/>
                    <a:pt x="2674" y="251"/>
                  </a:cubicBezTo>
                  <a:cubicBezTo>
                    <a:pt x="2690" y="166"/>
                    <a:pt x="2716" y="104"/>
                    <a:pt x="2752" y="65"/>
                  </a:cubicBezTo>
                  <a:cubicBezTo>
                    <a:pt x="2788" y="26"/>
                    <a:pt x="2842" y="6"/>
                    <a:pt x="2912" y="7"/>
                  </a:cubicBezTo>
                  <a:close/>
                  <a:moveTo>
                    <a:pt x="2452" y="7"/>
                  </a:moveTo>
                  <a:cubicBezTo>
                    <a:pt x="2483" y="7"/>
                    <a:pt x="2508" y="9"/>
                    <a:pt x="2527" y="13"/>
                  </a:cubicBezTo>
                  <a:cubicBezTo>
                    <a:pt x="2547" y="17"/>
                    <a:pt x="2561" y="21"/>
                    <a:pt x="2570" y="25"/>
                  </a:cubicBezTo>
                  <a:lnTo>
                    <a:pt x="2540" y="151"/>
                  </a:lnTo>
                  <a:cubicBezTo>
                    <a:pt x="2528" y="147"/>
                    <a:pt x="2516" y="143"/>
                    <a:pt x="2504" y="141"/>
                  </a:cubicBezTo>
                  <a:cubicBezTo>
                    <a:pt x="2493" y="139"/>
                    <a:pt x="2480" y="138"/>
                    <a:pt x="2467" y="138"/>
                  </a:cubicBezTo>
                  <a:cubicBezTo>
                    <a:pt x="2454" y="138"/>
                    <a:pt x="2444" y="140"/>
                    <a:pt x="2437" y="145"/>
                  </a:cubicBezTo>
                  <a:cubicBezTo>
                    <a:pt x="2430" y="150"/>
                    <a:pt x="2427" y="158"/>
                    <a:pt x="2427" y="169"/>
                  </a:cubicBezTo>
                  <a:cubicBezTo>
                    <a:pt x="2427" y="177"/>
                    <a:pt x="2428" y="186"/>
                    <a:pt x="2431" y="194"/>
                  </a:cubicBezTo>
                  <a:cubicBezTo>
                    <a:pt x="2434" y="203"/>
                    <a:pt x="2439" y="215"/>
                    <a:pt x="2445" y="230"/>
                  </a:cubicBezTo>
                  <a:lnTo>
                    <a:pt x="2471" y="291"/>
                  </a:lnTo>
                  <a:cubicBezTo>
                    <a:pt x="2478" y="306"/>
                    <a:pt x="2484" y="323"/>
                    <a:pt x="2490" y="341"/>
                  </a:cubicBezTo>
                  <a:cubicBezTo>
                    <a:pt x="2495" y="359"/>
                    <a:pt x="2499" y="377"/>
                    <a:pt x="2499" y="396"/>
                  </a:cubicBezTo>
                  <a:cubicBezTo>
                    <a:pt x="2498" y="451"/>
                    <a:pt x="2483" y="491"/>
                    <a:pt x="2454" y="516"/>
                  </a:cubicBezTo>
                  <a:cubicBezTo>
                    <a:pt x="2425" y="542"/>
                    <a:pt x="2388" y="554"/>
                    <a:pt x="2341" y="554"/>
                  </a:cubicBezTo>
                  <a:cubicBezTo>
                    <a:pt x="2308" y="553"/>
                    <a:pt x="2281" y="551"/>
                    <a:pt x="2260" y="547"/>
                  </a:cubicBezTo>
                  <a:cubicBezTo>
                    <a:pt x="2239" y="543"/>
                    <a:pt x="2224" y="539"/>
                    <a:pt x="2215" y="535"/>
                  </a:cubicBezTo>
                  <a:lnTo>
                    <a:pt x="2225" y="402"/>
                  </a:lnTo>
                  <a:cubicBezTo>
                    <a:pt x="2235" y="406"/>
                    <a:pt x="2248" y="410"/>
                    <a:pt x="2267" y="414"/>
                  </a:cubicBezTo>
                  <a:cubicBezTo>
                    <a:pt x="2286" y="418"/>
                    <a:pt x="2307" y="420"/>
                    <a:pt x="2331" y="420"/>
                  </a:cubicBezTo>
                  <a:cubicBezTo>
                    <a:pt x="2334" y="420"/>
                    <a:pt x="2337" y="420"/>
                    <a:pt x="2339" y="420"/>
                  </a:cubicBezTo>
                  <a:cubicBezTo>
                    <a:pt x="2342" y="420"/>
                    <a:pt x="2345" y="420"/>
                    <a:pt x="2348" y="420"/>
                  </a:cubicBezTo>
                  <a:cubicBezTo>
                    <a:pt x="2349" y="416"/>
                    <a:pt x="2350" y="412"/>
                    <a:pt x="2351" y="407"/>
                  </a:cubicBezTo>
                  <a:cubicBezTo>
                    <a:pt x="2352" y="403"/>
                    <a:pt x="2353" y="398"/>
                    <a:pt x="2353" y="393"/>
                  </a:cubicBezTo>
                  <a:cubicBezTo>
                    <a:pt x="2352" y="384"/>
                    <a:pt x="2351" y="375"/>
                    <a:pt x="2347" y="366"/>
                  </a:cubicBezTo>
                  <a:cubicBezTo>
                    <a:pt x="2343" y="358"/>
                    <a:pt x="2339" y="348"/>
                    <a:pt x="2333" y="336"/>
                  </a:cubicBezTo>
                  <a:lnTo>
                    <a:pt x="2306" y="276"/>
                  </a:lnTo>
                  <a:cubicBezTo>
                    <a:pt x="2298" y="259"/>
                    <a:pt x="2292" y="241"/>
                    <a:pt x="2287" y="223"/>
                  </a:cubicBezTo>
                  <a:cubicBezTo>
                    <a:pt x="2282" y="205"/>
                    <a:pt x="2280" y="188"/>
                    <a:pt x="2280" y="171"/>
                  </a:cubicBezTo>
                  <a:cubicBezTo>
                    <a:pt x="2281" y="116"/>
                    <a:pt x="2296" y="75"/>
                    <a:pt x="2327" y="48"/>
                  </a:cubicBezTo>
                  <a:cubicBezTo>
                    <a:pt x="2358" y="20"/>
                    <a:pt x="2400" y="7"/>
                    <a:pt x="2452" y="7"/>
                  </a:cubicBezTo>
                  <a:close/>
                  <a:moveTo>
                    <a:pt x="649" y="7"/>
                  </a:moveTo>
                  <a:cubicBezTo>
                    <a:pt x="704" y="7"/>
                    <a:pt x="741" y="21"/>
                    <a:pt x="763" y="47"/>
                  </a:cubicBezTo>
                  <a:cubicBezTo>
                    <a:pt x="784" y="73"/>
                    <a:pt x="794" y="108"/>
                    <a:pt x="793" y="151"/>
                  </a:cubicBezTo>
                  <a:cubicBezTo>
                    <a:pt x="793" y="175"/>
                    <a:pt x="791" y="200"/>
                    <a:pt x="787" y="227"/>
                  </a:cubicBezTo>
                  <a:cubicBezTo>
                    <a:pt x="783" y="253"/>
                    <a:pt x="777" y="281"/>
                    <a:pt x="771" y="310"/>
                  </a:cubicBezTo>
                  <a:cubicBezTo>
                    <a:pt x="755" y="395"/>
                    <a:pt x="730" y="457"/>
                    <a:pt x="695" y="496"/>
                  </a:cubicBezTo>
                  <a:cubicBezTo>
                    <a:pt x="659" y="535"/>
                    <a:pt x="606" y="554"/>
                    <a:pt x="536" y="554"/>
                  </a:cubicBezTo>
                  <a:cubicBezTo>
                    <a:pt x="481" y="553"/>
                    <a:pt x="444" y="540"/>
                    <a:pt x="422" y="514"/>
                  </a:cubicBezTo>
                  <a:cubicBezTo>
                    <a:pt x="401" y="487"/>
                    <a:pt x="391" y="453"/>
                    <a:pt x="392" y="409"/>
                  </a:cubicBezTo>
                  <a:cubicBezTo>
                    <a:pt x="392" y="385"/>
                    <a:pt x="395" y="360"/>
                    <a:pt x="399" y="334"/>
                  </a:cubicBezTo>
                  <a:cubicBezTo>
                    <a:pt x="403" y="307"/>
                    <a:pt x="408" y="280"/>
                    <a:pt x="415" y="251"/>
                  </a:cubicBezTo>
                  <a:cubicBezTo>
                    <a:pt x="426" y="194"/>
                    <a:pt x="440" y="148"/>
                    <a:pt x="459" y="112"/>
                  </a:cubicBezTo>
                  <a:cubicBezTo>
                    <a:pt x="477" y="76"/>
                    <a:pt x="502" y="49"/>
                    <a:pt x="532" y="32"/>
                  </a:cubicBezTo>
                  <a:cubicBezTo>
                    <a:pt x="563" y="15"/>
                    <a:pt x="602" y="7"/>
                    <a:pt x="649" y="7"/>
                  </a:cubicBezTo>
                  <a:close/>
                  <a:moveTo>
                    <a:pt x="260" y="7"/>
                  </a:moveTo>
                  <a:cubicBezTo>
                    <a:pt x="289" y="7"/>
                    <a:pt x="317" y="9"/>
                    <a:pt x="343" y="13"/>
                  </a:cubicBezTo>
                  <a:cubicBezTo>
                    <a:pt x="369" y="17"/>
                    <a:pt x="388" y="21"/>
                    <a:pt x="399" y="26"/>
                  </a:cubicBezTo>
                  <a:lnTo>
                    <a:pt x="367" y="153"/>
                  </a:lnTo>
                  <a:cubicBezTo>
                    <a:pt x="354" y="149"/>
                    <a:pt x="338" y="146"/>
                    <a:pt x="320" y="143"/>
                  </a:cubicBezTo>
                  <a:cubicBezTo>
                    <a:pt x="302" y="140"/>
                    <a:pt x="281" y="138"/>
                    <a:pt x="258" y="138"/>
                  </a:cubicBezTo>
                  <a:cubicBezTo>
                    <a:pt x="230" y="137"/>
                    <a:pt x="211" y="144"/>
                    <a:pt x="199" y="160"/>
                  </a:cubicBezTo>
                  <a:cubicBezTo>
                    <a:pt x="188" y="176"/>
                    <a:pt x="177" y="207"/>
                    <a:pt x="167" y="252"/>
                  </a:cubicBezTo>
                  <a:cubicBezTo>
                    <a:pt x="163" y="268"/>
                    <a:pt x="160" y="288"/>
                    <a:pt x="156" y="309"/>
                  </a:cubicBezTo>
                  <a:cubicBezTo>
                    <a:pt x="152" y="331"/>
                    <a:pt x="149" y="353"/>
                    <a:pt x="147" y="374"/>
                  </a:cubicBezTo>
                  <a:cubicBezTo>
                    <a:pt x="145" y="395"/>
                    <a:pt x="143" y="413"/>
                    <a:pt x="143" y="428"/>
                  </a:cubicBezTo>
                  <a:cubicBezTo>
                    <a:pt x="146" y="429"/>
                    <a:pt x="150" y="429"/>
                    <a:pt x="153" y="429"/>
                  </a:cubicBezTo>
                  <a:cubicBezTo>
                    <a:pt x="156" y="429"/>
                    <a:pt x="159" y="429"/>
                    <a:pt x="163" y="429"/>
                  </a:cubicBezTo>
                  <a:cubicBezTo>
                    <a:pt x="172" y="429"/>
                    <a:pt x="181" y="429"/>
                    <a:pt x="190" y="428"/>
                  </a:cubicBezTo>
                  <a:cubicBezTo>
                    <a:pt x="199" y="427"/>
                    <a:pt x="208" y="426"/>
                    <a:pt x="216" y="424"/>
                  </a:cubicBezTo>
                  <a:lnTo>
                    <a:pt x="230" y="346"/>
                  </a:lnTo>
                  <a:lnTo>
                    <a:pt x="189" y="346"/>
                  </a:lnTo>
                  <a:lnTo>
                    <a:pt x="209" y="235"/>
                  </a:lnTo>
                  <a:lnTo>
                    <a:pt x="373" y="235"/>
                  </a:lnTo>
                  <a:lnTo>
                    <a:pt x="319" y="526"/>
                  </a:lnTo>
                  <a:cubicBezTo>
                    <a:pt x="301" y="534"/>
                    <a:pt x="275" y="541"/>
                    <a:pt x="242" y="546"/>
                  </a:cubicBezTo>
                  <a:cubicBezTo>
                    <a:pt x="209" y="551"/>
                    <a:pt x="177" y="554"/>
                    <a:pt x="144" y="554"/>
                  </a:cubicBezTo>
                  <a:cubicBezTo>
                    <a:pt x="105" y="554"/>
                    <a:pt x="75" y="548"/>
                    <a:pt x="54" y="536"/>
                  </a:cubicBezTo>
                  <a:cubicBezTo>
                    <a:pt x="33" y="524"/>
                    <a:pt x="19" y="507"/>
                    <a:pt x="11" y="485"/>
                  </a:cubicBezTo>
                  <a:cubicBezTo>
                    <a:pt x="3" y="464"/>
                    <a:pt x="0" y="439"/>
                    <a:pt x="0" y="410"/>
                  </a:cubicBezTo>
                  <a:cubicBezTo>
                    <a:pt x="0" y="386"/>
                    <a:pt x="2" y="361"/>
                    <a:pt x="6" y="334"/>
                  </a:cubicBezTo>
                  <a:cubicBezTo>
                    <a:pt x="11" y="307"/>
                    <a:pt x="16" y="280"/>
                    <a:pt x="22" y="251"/>
                  </a:cubicBezTo>
                  <a:cubicBezTo>
                    <a:pt x="38" y="166"/>
                    <a:pt x="64" y="104"/>
                    <a:pt x="100" y="65"/>
                  </a:cubicBezTo>
                  <a:cubicBezTo>
                    <a:pt x="136" y="26"/>
                    <a:pt x="190" y="6"/>
                    <a:pt x="260" y="7"/>
                  </a:cubicBezTo>
                  <a:close/>
                  <a:moveTo>
                    <a:pt x="16953" y="0"/>
                  </a:moveTo>
                  <a:lnTo>
                    <a:pt x="16863" y="374"/>
                  </a:lnTo>
                  <a:lnTo>
                    <a:pt x="16744" y="374"/>
                  </a:lnTo>
                  <a:lnTo>
                    <a:pt x="16796" y="16"/>
                  </a:lnTo>
                  <a:lnTo>
                    <a:pt x="16953" y="0"/>
                  </a:lnTo>
                  <a:close/>
                  <a:moveTo>
                    <a:pt x="14299" y="0"/>
                  </a:moveTo>
                  <a:lnTo>
                    <a:pt x="14209" y="374"/>
                  </a:lnTo>
                  <a:lnTo>
                    <a:pt x="14090" y="374"/>
                  </a:lnTo>
                  <a:lnTo>
                    <a:pt x="14142" y="16"/>
                  </a:lnTo>
                  <a:lnTo>
                    <a:pt x="14299" y="0"/>
                  </a:lnTo>
                  <a:close/>
                  <a:moveTo>
                    <a:pt x="11647" y="0"/>
                  </a:moveTo>
                  <a:lnTo>
                    <a:pt x="11557" y="374"/>
                  </a:lnTo>
                  <a:lnTo>
                    <a:pt x="11438" y="374"/>
                  </a:lnTo>
                  <a:lnTo>
                    <a:pt x="11490" y="16"/>
                  </a:lnTo>
                  <a:lnTo>
                    <a:pt x="11647" y="0"/>
                  </a:lnTo>
                  <a:close/>
                  <a:moveTo>
                    <a:pt x="8993" y="0"/>
                  </a:moveTo>
                  <a:lnTo>
                    <a:pt x="8903" y="374"/>
                  </a:lnTo>
                  <a:lnTo>
                    <a:pt x="8784" y="374"/>
                  </a:lnTo>
                  <a:lnTo>
                    <a:pt x="8836" y="16"/>
                  </a:lnTo>
                  <a:lnTo>
                    <a:pt x="8993" y="0"/>
                  </a:lnTo>
                  <a:close/>
                  <a:moveTo>
                    <a:pt x="6341" y="0"/>
                  </a:moveTo>
                  <a:lnTo>
                    <a:pt x="6251" y="374"/>
                  </a:lnTo>
                  <a:lnTo>
                    <a:pt x="6132" y="374"/>
                  </a:lnTo>
                  <a:lnTo>
                    <a:pt x="6184" y="16"/>
                  </a:lnTo>
                  <a:lnTo>
                    <a:pt x="6341" y="0"/>
                  </a:lnTo>
                  <a:close/>
                  <a:moveTo>
                    <a:pt x="3687" y="0"/>
                  </a:moveTo>
                  <a:lnTo>
                    <a:pt x="3597" y="374"/>
                  </a:lnTo>
                  <a:lnTo>
                    <a:pt x="3478" y="374"/>
                  </a:lnTo>
                  <a:lnTo>
                    <a:pt x="3530" y="16"/>
                  </a:lnTo>
                  <a:lnTo>
                    <a:pt x="3687" y="0"/>
                  </a:lnTo>
                  <a:close/>
                  <a:moveTo>
                    <a:pt x="1035" y="0"/>
                  </a:moveTo>
                  <a:lnTo>
                    <a:pt x="945" y="374"/>
                  </a:lnTo>
                  <a:lnTo>
                    <a:pt x="826" y="374"/>
                  </a:lnTo>
                  <a:lnTo>
                    <a:pt x="878" y="16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w="1270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CD23D598-188C-8B02-1192-34E862C414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31" y="5837989"/>
              <a:ext cx="12802442" cy="408031"/>
            </a:xfrm>
            <a:custGeom>
              <a:avLst/>
              <a:gdLst>
                <a:gd name="T0" fmla="*/ 10293 w 17383"/>
                <a:gd name="T1" fmla="*/ 544 h 554"/>
                <a:gd name="T2" fmla="*/ 2472 w 17383"/>
                <a:gd name="T3" fmla="*/ 544 h 554"/>
                <a:gd name="T4" fmla="*/ 15455 w 17383"/>
                <a:gd name="T5" fmla="*/ 132 h 554"/>
                <a:gd name="T6" fmla="*/ 12792 w 17383"/>
                <a:gd name="T7" fmla="*/ 131 h 554"/>
                <a:gd name="T8" fmla="*/ 7486 w 17383"/>
                <a:gd name="T9" fmla="*/ 131 h 554"/>
                <a:gd name="T10" fmla="*/ 4790 w 17383"/>
                <a:gd name="T11" fmla="*/ 157 h 554"/>
                <a:gd name="T12" fmla="*/ 2109 w 17383"/>
                <a:gd name="T13" fmla="*/ 251 h 554"/>
                <a:gd name="T14" fmla="*/ 17006 w 17383"/>
                <a:gd name="T15" fmla="*/ 211 h 554"/>
                <a:gd name="T16" fmla="*/ 16545 w 17383"/>
                <a:gd name="T17" fmla="*/ 145 h 554"/>
                <a:gd name="T18" fmla="*/ 16195 w 17383"/>
                <a:gd name="T19" fmla="*/ 414 h 554"/>
                <a:gd name="T20" fmla="*/ 14088 w 17383"/>
                <a:gd name="T21" fmla="*/ 544 h 554"/>
                <a:gd name="T22" fmla="*/ 13859 w 17383"/>
                <a:gd name="T23" fmla="*/ 414 h 554"/>
                <a:gd name="T24" fmla="*/ 11700 w 17383"/>
                <a:gd name="T25" fmla="*/ 211 h 554"/>
                <a:gd name="T26" fmla="*/ 11239 w 17383"/>
                <a:gd name="T27" fmla="*/ 145 h 554"/>
                <a:gd name="T28" fmla="*/ 10889 w 17383"/>
                <a:gd name="T29" fmla="*/ 414 h 554"/>
                <a:gd name="T30" fmla="*/ 8782 w 17383"/>
                <a:gd name="T31" fmla="*/ 544 h 554"/>
                <a:gd name="T32" fmla="*/ 8553 w 17383"/>
                <a:gd name="T33" fmla="*/ 414 h 554"/>
                <a:gd name="T34" fmla="*/ 6394 w 17383"/>
                <a:gd name="T35" fmla="*/ 211 h 554"/>
                <a:gd name="T36" fmla="*/ 5933 w 17383"/>
                <a:gd name="T37" fmla="*/ 145 h 554"/>
                <a:gd name="T38" fmla="*/ 5583 w 17383"/>
                <a:gd name="T39" fmla="*/ 414 h 554"/>
                <a:gd name="T40" fmla="*/ 3476 w 17383"/>
                <a:gd name="T41" fmla="*/ 544 h 554"/>
                <a:gd name="T42" fmla="*/ 3247 w 17383"/>
                <a:gd name="T43" fmla="*/ 414 h 554"/>
                <a:gd name="T44" fmla="*/ 1088 w 17383"/>
                <a:gd name="T45" fmla="*/ 211 h 554"/>
                <a:gd name="T46" fmla="*/ 627 w 17383"/>
                <a:gd name="T47" fmla="*/ 145 h 554"/>
                <a:gd name="T48" fmla="*/ 277 w 17383"/>
                <a:gd name="T49" fmla="*/ 414 h 554"/>
                <a:gd name="T50" fmla="*/ 17284 w 17383"/>
                <a:gd name="T51" fmla="*/ 291 h 554"/>
                <a:gd name="T52" fmla="*/ 17160 w 17383"/>
                <a:gd name="T53" fmla="*/ 366 h 554"/>
                <a:gd name="T54" fmla="*/ 15235 w 17383"/>
                <a:gd name="T55" fmla="*/ 514 h 554"/>
                <a:gd name="T56" fmla="*/ 14980 w 17383"/>
                <a:gd name="T57" fmla="*/ 252 h 554"/>
                <a:gd name="T58" fmla="*/ 14957 w 17383"/>
                <a:gd name="T59" fmla="*/ 554 h 554"/>
                <a:gd name="T60" fmla="*/ 14596 w 17383"/>
                <a:gd name="T61" fmla="*/ 145 h 554"/>
                <a:gd name="T62" fmla="*/ 14498 w 17383"/>
                <a:gd name="T63" fmla="*/ 420 h 554"/>
                <a:gd name="T64" fmla="*/ 12948 w 17383"/>
                <a:gd name="T65" fmla="*/ 227 h 554"/>
                <a:gd name="T66" fmla="*/ 12528 w 17383"/>
                <a:gd name="T67" fmla="*/ 153 h 554"/>
                <a:gd name="T68" fmla="*/ 12370 w 17383"/>
                <a:gd name="T69" fmla="*/ 235 h 554"/>
                <a:gd name="T70" fmla="*/ 12077 w 17383"/>
                <a:gd name="T71" fmla="*/ 25 h 554"/>
                <a:gd name="T72" fmla="*/ 11722 w 17383"/>
                <a:gd name="T73" fmla="*/ 535 h 554"/>
                <a:gd name="T74" fmla="*/ 11959 w 17383"/>
                <a:gd name="T75" fmla="*/ 7 h 554"/>
                <a:gd name="T76" fmla="*/ 10156 w 17383"/>
                <a:gd name="T77" fmla="*/ 7 h 554"/>
                <a:gd name="T78" fmla="*/ 9697 w 17383"/>
                <a:gd name="T79" fmla="*/ 428 h 554"/>
                <a:gd name="T80" fmla="*/ 9607 w 17383"/>
                <a:gd name="T81" fmla="*/ 65 h 554"/>
                <a:gd name="T82" fmla="*/ 9352 w 17383"/>
                <a:gd name="T83" fmla="*/ 396 h 554"/>
                <a:gd name="T84" fmla="*/ 9159 w 17383"/>
                <a:gd name="T85" fmla="*/ 276 h 554"/>
                <a:gd name="T86" fmla="*/ 7254 w 17383"/>
                <a:gd name="T87" fmla="*/ 334 h 554"/>
                <a:gd name="T88" fmla="*/ 7002 w 17383"/>
                <a:gd name="T89" fmla="*/ 374 h 554"/>
                <a:gd name="T90" fmla="*/ 6866 w 17383"/>
                <a:gd name="T91" fmla="*/ 485 h 554"/>
                <a:gd name="T92" fmla="*/ 6632 w 17383"/>
                <a:gd name="T93" fmla="*/ 194 h 554"/>
                <a:gd name="T94" fmla="*/ 6552 w 17383"/>
                <a:gd name="T95" fmla="*/ 407 h 554"/>
                <a:gd name="T96" fmla="*/ 4896 w 17383"/>
                <a:gd name="T97" fmla="*/ 496 h 554"/>
                <a:gd name="T98" fmla="*/ 4459 w 17383"/>
                <a:gd name="T99" fmla="*/ 138 h 554"/>
                <a:gd name="T100" fmla="*/ 4520 w 17383"/>
                <a:gd name="T101" fmla="*/ 526 h 554"/>
                <a:gd name="T102" fmla="*/ 4051 w 17383"/>
                <a:gd name="T103" fmla="*/ 141 h 554"/>
                <a:gd name="T104" fmla="*/ 3814 w 17383"/>
                <a:gd name="T105" fmla="*/ 414 h 554"/>
                <a:gd name="T106" fmla="*/ 2312 w 17383"/>
                <a:gd name="T107" fmla="*/ 47 h 554"/>
                <a:gd name="T108" fmla="*/ 1892 w 17383"/>
                <a:gd name="T109" fmla="*/ 13 h 554"/>
                <a:gd name="T110" fmla="*/ 1779 w 17383"/>
                <a:gd name="T111" fmla="*/ 346 h 554"/>
                <a:gd name="T112" fmla="*/ 1347 w 17383"/>
                <a:gd name="T113" fmla="*/ 7 h 554"/>
                <a:gd name="T114" fmla="*/ 1236 w 17383"/>
                <a:gd name="T115" fmla="*/ 554 h 554"/>
                <a:gd name="T116" fmla="*/ 1175 w 17383"/>
                <a:gd name="T117" fmla="*/ 171 h 554"/>
                <a:gd name="T118" fmla="*/ 10452 w 17383"/>
                <a:gd name="T119" fmla="*/ 374 h 554"/>
                <a:gd name="T120" fmla="*/ 2584 w 1738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83" h="554">
                  <a:moveTo>
                    <a:pt x="15623" y="419"/>
                  </a:moveTo>
                  <a:lnTo>
                    <a:pt x="15759" y="419"/>
                  </a:lnTo>
                  <a:lnTo>
                    <a:pt x="15736" y="544"/>
                  </a:lnTo>
                  <a:lnTo>
                    <a:pt x="15599" y="544"/>
                  </a:lnTo>
                  <a:lnTo>
                    <a:pt x="15623" y="419"/>
                  </a:lnTo>
                  <a:close/>
                  <a:moveTo>
                    <a:pt x="12971" y="419"/>
                  </a:moveTo>
                  <a:lnTo>
                    <a:pt x="13107" y="419"/>
                  </a:lnTo>
                  <a:lnTo>
                    <a:pt x="13084" y="544"/>
                  </a:lnTo>
                  <a:lnTo>
                    <a:pt x="12947" y="544"/>
                  </a:lnTo>
                  <a:lnTo>
                    <a:pt x="12971" y="419"/>
                  </a:lnTo>
                  <a:close/>
                  <a:moveTo>
                    <a:pt x="10317" y="419"/>
                  </a:moveTo>
                  <a:lnTo>
                    <a:pt x="10453" y="419"/>
                  </a:lnTo>
                  <a:lnTo>
                    <a:pt x="10430" y="544"/>
                  </a:lnTo>
                  <a:lnTo>
                    <a:pt x="10293" y="544"/>
                  </a:lnTo>
                  <a:lnTo>
                    <a:pt x="10317" y="419"/>
                  </a:lnTo>
                  <a:close/>
                  <a:moveTo>
                    <a:pt x="7665" y="419"/>
                  </a:moveTo>
                  <a:lnTo>
                    <a:pt x="7801" y="419"/>
                  </a:lnTo>
                  <a:lnTo>
                    <a:pt x="7778" y="544"/>
                  </a:lnTo>
                  <a:lnTo>
                    <a:pt x="7641" y="544"/>
                  </a:lnTo>
                  <a:lnTo>
                    <a:pt x="7665" y="419"/>
                  </a:lnTo>
                  <a:close/>
                  <a:moveTo>
                    <a:pt x="5011" y="419"/>
                  </a:moveTo>
                  <a:lnTo>
                    <a:pt x="5147" y="419"/>
                  </a:lnTo>
                  <a:lnTo>
                    <a:pt x="5124" y="544"/>
                  </a:lnTo>
                  <a:lnTo>
                    <a:pt x="4987" y="544"/>
                  </a:lnTo>
                  <a:lnTo>
                    <a:pt x="5011" y="419"/>
                  </a:lnTo>
                  <a:close/>
                  <a:moveTo>
                    <a:pt x="2359" y="419"/>
                  </a:moveTo>
                  <a:lnTo>
                    <a:pt x="2495" y="419"/>
                  </a:lnTo>
                  <a:lnTo>
                    <a:pt x="2472" y="544"/>
                  </a:lnTo>
                  <a:lnTo>
                    <a:pt x="2335" y="544"/>
                  </a:lnTo>
                  <a:lnTo>
                    <a:pt x="2359" y="419"/>
                  </a:lnTo>
                  <a:close/>
                  <a:moveTo>
                    <a:pt x="15444" y="131"/>
                  </a:moveTo>
                  <a:cubicBezTo>
                    <a:pt x="15426" y="131"/>
                    <a:pt x="15412" y="139"/>
                    <a:pt x="15402" y="157"/>
                  </a:cubicBezTo>
                  <a:cubicBezTo>
                    <a:pt x="15393" y="175"/>
                    <a:pt x="15383" y="206"/>
                    <a:pt x="15373" y="251"/>
                  </a:cubicBezTo>
                  <a:cubicBezTo>
                    <a:pt x="15367" y="277"/>
                    <a:pt x="15361" y="305"/>
                    <a:pt x="15356" y="336"/>
                  </a:cubicBezTo>
                  <a:cubicBezTo>
                    <a:pt x="15350" y="367"/>
                    <a:pt x="15347" y="398"/>
                    <a:pt x="15345" y="428"/>
                  </a:cubicBezTo>
                  <a:cubicBezTo>
                    <a:pt x="15349" y="428"/>
                    <a:pt x="15352" y="428"/>
                    <a:pt x="15356" y="428"/>
                  </a:cubicBezTo>
                  <a:cubicBezTo>
                    <a:pt x="15360" y="428"/>
                    <a:pt x="15363" y="428"/>
                    <a:pt x="15367" y="428"/>
                  </a:cubicBezTo>
                  <a:cubicBezTo>
                    <a:pt x="15385" y="429"/>
                    <a:pt x="15400" y="421"/>
                    <a:pt x="15409" y="403"/>
                  </a:cubicBezTo>
                  <a:cubicBezTo>
                    <a:pt x="15418" y="386"/>
                    <a:pt x="15428" y="354"/>
                    <a:pt x="15438" y="309"/>
                  </a:cubicBezTo>
                  <a:cubicBezTo>
                    <a:pt x="15444" y="284"/>
                    <a:pt x="15450" y="255"/>
                    <a:pt x="15455" y="224"/>
                  </a:cubicBezTo>
                  <a:cubicBezTo>
                    <a:pt x="15460" y="193"/>
                    <a:pt x="15463" y="162"/>
                    <a:pt x="15465" y="132"/>
                  </a:cubicBezTo>
                  <a:cubicBezTo>
                    <a:pt x="15462" y="132"/>
                    <a:pt x="15459" y="132"/>
                    <a:pt x="15455" y="132"/>
                  </a:cubicBezTo>
                  <a:cubicBezTo>
                    <a:pt x="15452" y="131"/>
                    <a:pt x="15448" y="131"/>
                    <a:pt x="15444" y="131"/>
                  </a:cubicBezTo>
                  <a:close/>
                  <a:moveTo>
                    <a:pt x="12792" y="131"/>
                  </a:moveTo>
                  <a:cubicBezTo>
                    <a:pt x="12774" y="131"/>
                    <a:pt x="12760" y="139"/>
                    <a:pt x="12750" y="157"/>
                  </a:cubicBezTo>
                  <a:cubicBezTo>
                    <a:pt x="12741" y="175"/>
                    <a:pt x="12731" y="206"/>
                    <a:pt x="12721" y="251"/>
                  </a:cubicBezTo>
                  <a:cubicBezTo>
                    <a:pt x="12715" y="277"/>
                    <a:pt x="12709" y="305"/>
                    <a:pt x="12704" y="336"/>
                  </a:cubicBezTo>
                  <a:cubicBezTo>
                    <a:pt x="12698" y="367"/>
                    <a:pt x="12695" y="398"/>
                    <a:pt x="12693" y="428"/>
                  </a:cubicBezTo>
                  <a:cubicBezTo>
                    <a:pt x="12697" y="428"/>
                    <a:pt x="12700" y="428"/>
                    <a:pt x="12704" y="428"/>
                  </a:cubicBezTo>
                  <a:cubicBezTo>
                    <a:pt x="12708" y="428"/>
                    <a:pt x="12711" y="428"/>
                    <a:pt x="12715" y="428"/>
                  </a:cubicBezTo>
                  <a:cubicBezTo>
                    <a:pt x="12733" y="429"/>
                    <a:pt x="12748" y="421"/>
                    <a:pt x="12757" y="403"/>
                  </a:cubicBezTo>
                  <a:cubicBezTo>
                    <a:pt x="12766" y="386"/>
                    <a:pt x="12776" y="354"/>
                    <a:pt x="12786" y="309"/>
                  </a:cubicBezTo>
                  <a:cubicBezTo>
                    <a:pt x="12792" y="284"/>
                    <a:pt x="12798" y="255"/>
                    <a:pt x="12803" y="224"/>
                  </a:cubicBezTo>
                  <a:cubicBezTo>
                    <a:pt x="12808" y="193"/>
                    <a:pt x="12811" y="162"/>
                    <a:pt x="12813" y="132"/>
                  </a:cubicBezTo>
                  <a:cubicBezTo>
                    <a:pt x="12810" y="132"/>
                    <a:pt x="12807" y="132"/>
                    <a:pt x="12803" y="132"/>
                  </a:cubicBezTo>
                  <a:cubicBezTo>
                    <a:pt x="12800" y="131"/>
                    <a:pt x="12796" y="131"/>
                    <a:pt x="12792" y="131"/>
                  </a:cubicBezTo>
                  <a:close/>
                  <a:moveTo>
                    <a:pt x="10138" y="131"/>
                  </a:moveTo>
                  <a:cubicBezTo>
                    <a:pt x="10120" y="131"/>
                    <a:pt x="10106" y="139"/>
                    <a:pt x="10096" y="157"/>
                  </a:cubicBezTo>
                  <a:cubicBezTo>
                    <a:pt x="10087" y="175"/>
                    <a:pt x="10077" y="206"/>
                    <a:pt x="10067" y="251"/>
                  </a:cubicBezTo>
                  <a:cubicBezTo>
                    <a:pt x="10061" y="277"/>
                    <a:pt x="10055" y="305"/>
                    <a:pt x="10050" y="336"/>
                  </a:cubicBezTo>
                  <a:cubicBezTo>
                    <a:pt x="10044" y="367"/>
                    <a:pt x="10041" y="398"/>
                    <a:pt x="10039" y="428"/>
                  </a:cubicBezTo>
                  <a:cubicBezTo>
                    <a:pt x="10043" y="428"/>
                    <a:pt x="10046" y="428"/>
                    <a:pt x="10050" y="428"/>
                  </a:cubicBezTo>
                  <a:cubicBezTo>
                    <a:pt x="10054" y="428"/>
                    <a:pt x="10057" y="428"/>
                    <a:pt x="10061" y="428"/>
                  </a:cubicBezTo>
                  <a:cubicBezTo>
                    <a:pt x="10079" y="429"/>
                    <a:pt x="10094" y="421"/>
                    <a:pt x="10103" y="403"/>
                  </a:cubicBezTo>
                  <a:cubicBezTo>
                    <a:pt x="10112" y="386"/>
                    <a:pt x="10122" y="354"/>
                    <a:pt x="10132" y="309"/>
                  </a:cubicBezTo>
                  <a:cubicBezTo>
                    <a:pt x="10138" y="284"/>
                    <a:pt x="10144" y="255"/>
                    <a:pt x="10149" y="224"/>
                  </a:cubicBezTo>
                  <a:cubicBezTo>
                    <a:pt x="10154" y="193"/>
                    <a:pt x="10157" y="162"/>
                    <a:pt x="10159" y="132"/>
                  </a:cubicBezTo>
                  <a:cubicBezTo>
                    <a:pt x="10156" y="132"/>
                    <a:pt x="10153" y="132"/>
                    <a:pt x="10149" y="132"/>
                  </a:cubicBezTo>
                  <a:cubicBezTo>
                    <a:pt x="10146" y="131"/>
                    <a:pt x="10142" y="131"/>
                    <a:pt x="10138" y="131"/>
                  </a:cubicBezTo>
                  <a:close/>
                  <a:moveTo>
                    <a:pt x="7486" y="131"/>
                  </a:moveTo>
                  <a:cubicBezTo>
                    <a:pt x="7468" y="131"/>
                    <a:pt x="7454" y="139"/>
                    <a:pt x="7444" y="157"/>
                  </a:cubicBezTo>
                  <a:cubicBezTo>
                    <a:pt x="7435" y="175"/>
                    <a:pt x="7425" y="206"/>
                    <a:pt x="7415" y="251"/>
                  </a:cubicBezTo>
                  <a:cubicBezTo>
                    <a:pt x="7409" y="277"/>
                    <a:pt x="7403" y="305"/>
                    <a:pt x="7398" y="336"/>
                  </a:cubicBezTo>
                  <a:cubicBezTo>
                    <a:pt x="7392" y="367"/>
                    <a:pt x="7389" y="398"/>
                    <a:pt x="7387" y="428"/>
                  </a:cubicBezTo>
                  <a:cubicBezTo>
                    <a:pt x="7391" y="428"/>
                    <a:pt x="7394" y="428"/>
                    <a:pt x="7398" y="428"/>
                  </a:cubicBezTo>
                  <a:cubicBezTo>
                    <a:pt x="7402" y="428"/>
                    <a:pt x="7405" y="428"/>
                    <a:pt x="7409" y="428"/>
                  </a:cubicBezTo>
                  <a:cubicBezTo>
                    <a:pt x="7427" y="429"/>
                    <a:pt x="7442" y="421"/>
                    <a:pt x="7451" y="403"/>
                  </a:cubicBezTo>
                  <a:cubicBezTo>
                    <a:pt x="7460" y="386"/>
                    <a:pt x="7470" y="354"/>
                    <a:pt x="7480" y="309"/>
                  </a:cubicBezTo>
                  <a:cubicBezTo>
                    <a:pt x="7486" y="284"/>
                    <a:pt x="7492" y="255"/>
                    <a:pt x="7497" y="224"/>
                  </a:cubicBezTo>
                  <a:cubicBezTo>
                    <a:pt x="7502" y="193"/>
                    <a:pt x="7505" y="162"/>
                    <a:pt x="7507" y="132"/>
                  </a:cubicBezTo>
                  <a:cubicBezTo>
                    <a:pt x="7504" y="132"/>
                    <a:pt x="7501" y="132"/>
                    <a:pt x="7497" y="132"/>
                  </a:cubicBezTo>
                  <a:cubicBezTo>
                    <a:pt x="7494" y="131"/>
                    <a:pt x="7490" y="131"/>
                    <a:pt x="7486" y="131"/>
                  </a:cubicBezTo>
                  <a:close/>
                  <a:moveTo>
                    <a:pt x="4832" y="131"/>
                  </a:moveTo>
                  <a:cubicBezTo>
                    <a:pt x="4814" y="131"/>
                    <a:pt x="4800" y="139"/>
                    <a:pt x="4790" y="157"/>
                  </a:cubicBezTo>
                  <a:cubicBezTo>
                    <a:pt x="4781" y="175"/>
                    <a:pt x="4771" y="206"/>
                    <a:pt x="4761" y="251"/>
                  </a:cubicBezTo>
                  <a:cubicBezTo>
                    <a:pt x="4755" y="277"/>
                    <a:pt x="4749" y="305"/>
                    <a:pt x="4744" y="336"/>
                  </a:cubicBezTo>
                  <a:cubicBezTo>
                    <a:pt x="4738" y="367"/>
                    <a:pt x="4735" y="398"/>
                    <a:pt x="4733" y="428"/>
                  </a:cubicBezTo>
                  <a:cubicBezTo>
                    <a:pt x="4737" y="428"/>
                    <a:pt x="4740" y="428"/>
                    <a:pt x="4744" y="428"/>
                  </a:cubicBezTo>
                  <a:cubicBezTo>
                    <a:pt x="4748" y="428"/>
                    <a:pt x="4751" y="428"/>
                    <a:pt x="4755" y="428"/>
                  </a:cubicBezTo>
                  <a:cubicBezTo>
                    <a:pt x="4773" y="429"/>
                    <a:pt x="4788" y="421"/>
                    <a:pt x="4797" y="403"/>
                  </a:cubicBezTo>
                  <a:cubicBezTo>
                    <a:pt x="4806" y="386"/>
                    <a:pt x="4816" y="354"/>
                    <a:pt x="4826" y="309"/>
                  </a:cubicBezTo>
                  <a:cubicBezTo>
                    <a:pt x="4832" y="284"/>
                    <a:pt x="4838" y="255"/>
                    <a:pt x="4843" y="224"/>
                  </a:cubicBezTo>
                  <a:cubicBezTo>
                    <a:pt x="4848" y="193"/>
                    <a:pt x="4851" y="162"/>
                    <a:pt x="4853" y="132"/>
                  </a:cubicBezTo>
                  <a:cubicBezTo>
                    <a:pt x="4850" y="132"/>
                    <a:pt x="4847" y="132"/>
                    <a:pt x="4843" y="132"/>
                  </a:cubicBezTo>
                  <a:cubicBezTo>
                    <a:pt x="4840" y="131"/>
                    <a:pt x="4836" y="131"/>
                    <a:pt x="4832" y="131"/>
                  </a:cubicBezTo>
                  <a:close/>
                  <a:moveTo>
                    <a:pt x="2180" y="131"/>
                  </a:moveTo>
                  <a:cubicBezTo>
                    <a:pt x="2162" y="131"/>
                    <a:pt x="2148" y="139"/>
                    <a:pt x="2138" y="157"/>
                  </a:cubicBezTo>
                  <a:cubicBezTo>
                    <a:pt x="2129" y="175"/>
                    <a:pt x="2119" y="206"/>
                    <a:pt x="2109" y="251"/>
                  </a:cubicBezTo>
                  <a:cubicBezTo>
                    <a:pt x="2103" y="277"/>
                    <a:pt x="2097" y="305"/>
                    <a:pt x="2092" y="336"/>
                  </a:cubicBezTo>
                  <a:cubicBezTo>
                    <a:pt x="2086" y="367"/>
                    <a:pt x="2083" y="398"/>
                    <a:pt x="2081" y="428"/>
                  </a:cubicBezTo>
                  <a:cubicBezTo>
                    <a:pt x="2085" y="428"/>
                    <a:pt x="2088" y="428"/>
                    <a:pt x="2092" y="428"/>
                  </a:cubicBezTo>
                  <a:cubicBezTo>
                    <a:pt x="2096" y="428"/>
                    <a:pt x="2099" y="428"/>
                    <a:pt x="2103" y="428"/>
                  </a:cubicBezTo>
                  <a:cubicBezTo>
                    <a:pt x="2121" y="429"/>
                    <a:pt x="2136" y="421"/>
                    <a:pt x="2145" y="403"/>
                  </a:cubicBezTo>
                  <a:cubicBezTo>
                    <a:pt x="2154" y="386"/>
                    <a:pt x="2164" y="354"/>
                    <a:pt x="2174" y="309"/>
                  </a:cubicBezTo>
                  <a:cubicBezTo>
                    <a:pt x="2180" y="284"/>
                    <a:pt x="2186" y="255"/>
                    <a:pt x="2191" y="224"/>
                  </a:cubicBezTo>
                  <a:cubicBezTo>
                    <a:pt x="2196" y="193"/>
                    <a:pt x="2199" y="162"/>
                    <a:pt x="2201" y="132"/>
                  </a:cubicBezTo>
                  <a:cubicBezTo>
                    <a:pt x="2198" y="132"/>
                    <a:pt x="2195" y="132"/>
                    <a:pt x="2191" y="132"/>
                  </a:cubicBezTo>
                  <a:cubicBezTo>
                    <a:pt x="2188" y="131"/>
                    <a:pt x="2184" y="131"/>
                    <a:pt x="2180" y="131"/>
                  </a:cubicBezTo>
                  <a:close/>
                  <a:moveTo>
                    <a:pt x="16965" y="16"/>
                  </a:moveTo>
                  <a:lnTo>
                    <a:pt x="17074" y="16"/>
                  </a:lnTo>
                  <a:lnTo>
                    <a:pt x="17056" y="115"/>
                  </a:lnTo>
                  <a:lnTo>
                    <a:pt x="17006" y="211"/>
                  </a:lnTo>
                  <a:lnTo>
                    <a:pt x="16928" y="211"/>
                  </a:lnTo>
                  <a:lnTo>
                    <a:pt x="16965" y="16"/>
                  </a:lnTo>
                  <a:close/>
                  <a:moveTo>
                    <a:pt x="16604" y="16"/>
                  </a:moveTo>
                  <a:lnTo>
                    <a:pt x="16929" y="16"/>
                  </a:lnTo>
                  <a:lnTo>
                    <a:pt x="16896" y="145"/>
                  </a:lnTo>
                  <a:lnTo>
                    <a:pt x="16816" y="145"/>
                  </a:lnTo>
                  <a:lnTo>
                    <a:pt x="16742" y="544"/>
                  </a:lnTo>
                  <a:lnTo>
                    <a:pt x="16597" y="544"/>
                  </a:lnTo>
                  <a:lnTo>
                    <a:pt x="16670" y="145"/>
                  </a:lnTo>
                  <a:lnTo>
                    <a:pt x="16581" y="145"/>
                  </a:lnTo>
                  <a:lnTo>
                    <a:pt x="16604" y="16"/>
                  </a:lnTo>
                  <a:close/>
                  <a:moveTo>
                    <a:pt x="16305" y="16"/>
                  </a:moveTo>
                  <a:lnTo>
                    <a:pt x="16578" y="16"/>
                  </a:lnTo>
                  <a:lnTo>
                    <a:pt x="16545" y="145"/>
                  </a:lnTo>
                  <a:lnTo>
                    <a:pt x="16426" y="145"/>
                  </a:lnTo>
                  <a:lnTo>
                    <a:pt x="16414" y="217"/>
                  </a:lnTo>
                  <a:lnTo>
                    <a:pt x="16531" y="217"/>
                  </a:lnTo>
                  <a:lnTo>
                    <a:pt x="16509" y="338"/>
                  </a:lnTo>
                  <a:lnTo>
                    <a:pt x="16391" y="338"/>
                  </a:lnTo>
                  <a:lnTo>
                    <a:pt x="16378" y="414"/>
                  </a:lnTo>
                  <a:lnTo>
                    <a:pt x="16513" y="414"/>
                  </a:lnTo>
                  <a:lnTo>
                    <a:pt x="16478" y="544"/>
                  </a:lnTo>
                  <a:lnTo>
                    <a:pt x="16208" y="544"/>
                  </a:lnTo>
                  <a:lnTo>
                    <a:pt x="16305" y="16"/>
                  </a:lnTo>
                  <a:close/>
                  <a:moveTo>
                    <a:pt x="16015" y="16"/>
                  </a:moveTo>
                  <a:lnTo>
                    <a:pt x="16160" y="16"/>
                  </a:lnTo>
                  <a:lnTo>
                    <a:pt x="16088" y="414"/>
                  </a:lnTo>
                  <a:lnTo>
                    <a:pt x="16195" y="414"/>
                  </a:lnTo>
                  <a:lnTo>
                    <a:pt x="16160" y="544"/>
                  </a:lnTo>
                  <a:lnTo>
                    <a:pt x="15918" y="544"/>
                  </a:lnTo>
                  <a:lnTo>
                    <a:pt x="16015" y="16"/>
                  </a:lnTo>
                  <a:close/>
                  <a:moveTo>
                    <a:pt x="14311" y="16"/>
                  </a:moveTo>
                  <a:lnTo>
                    <a:pt x="14420" y="16"/>
                  </a:lnTo>
                  <a:lnTo>
                    <a:pt x="14402" y="115"/>
                  </a:lnTo>
                  <a:lnTo>
                    <a:pt x="14352" y="211"/>
                  </a:lnTo>
                  <a:lnTo>
                    <a:pt x="14274" y="211"/>
                  </a:lnTo>
                  <a:lnTo>
                    <a:pt x="14311" y="16"/>
                  </a:lnTo>
                  <a:close/>
                  <a:moveTo>
                    <a:pt x="13950" y="16"/>
                  </a:moveTo>
                  <a:lnTo>
                    <a:pt x="14275" y="16"/>
                  </a:lnTo>
                  <a:lnTo>
                    <a:pt x="14242" y="145"/>
                  </a:lnTo>
                  <a:lnTo>
                    <a:pt x="14162" y="145"/>
                  </a:lnTo>
                  <a:lnTo>
                    <a:pt x="14088" y="544"/>
                  </a:lnTo>
                  <a:lnTo>
                    <a:pt x="13943" y="544"/>
                  </a:lnTo>
                  <a:lnTo>
                    <a:pt x="14016" y="145"/>
                  </a:lnTo>
                  <a:lnTo>
                    <a:pt x="13927" y="145"/>
                  </a:lnTo>
                  <a:lnTo>
                    <a:pt x="13950" y="16"/>
                  </a:lnTo>
                  <a:close/>
                  <a:moveTo>
                    <a:pt x="13651" y="16"/>
                  </a:moveTo>
                  <a:lnTo>
                    <a:pt x="13924" y="16"/>
                  </a:lnTo>
                  <a:lnTo>
                    <a:pt x="13891" y="145"/>
                  </a:lnTo>
                  <a:lnTo>
                    <a:pt x="13772" y="145"/>
                  </a:lnTo>
                  <a:lnTo>
                    <a:pt x="13760" y="217"/>
                  </a:lnTo>
                  <a:lnTo>
                    <a:pt x="13877" y="217"/>
                  </a:lnTo>
                  <a:lnTo>
                    <a:pt x="13855" y="338"/>
                  </a:lnTo>
                  <a:lnTo>
                    <a:pt x="13737" y="338"/>
                  </a:lnTo>
                  <a:lnTo>
                    <a:pt x="13724" y="414"/>
                  </a:lnTo>
                  <a:lnTo>
                    <a:pt x="13859" y="414"/>
                  </a:lnTo>
                  <a:lnTo>
                    <a:pt x="13824" y="544"/>
                  </a:lnTo>
                  <a:lnTo>
                    <a:pt x="13554" y="544"/>
                  </a:lnTo>
                  <a:lnTo>
                    <a:pt x="13651" y="16"/>
                  </a:lnTo>
                  <a:close/>
                  <a:moveTo>
                    <a:pt x="13361" y="16"/>
                  </a:moveTo>
                  <a:lnTo>
                    <a:pt x="13506" y="16"/>
                  </a:lnTo>
                  <a:lnTo>
                    <a:pt x="13434" y="414"/>
                  </a:lnTo>
                  <a:lnTo>
                    <a:pt x="13541" y="414"/>
                  </a:lnTo>
                  <a:lnTo>
                    <a:pt x="13506" y="544"/>
                  </a:lnTo>
                  <a:lnTo>
                    <a:pt x="13264" y="544"/>
                  </a:lnTo>
                  <a:lnTo>
                    <a:pt x="13361" y="16"/>
                  </a:lnTo>
                  <a:close/>
                  <a:moveTo>
                    <a:pt x="11659" y="16"/>
                  </a:moveTo>
                  <a:lnTo>
                    <a:pt x="11768" y="16"/>
                  </a:lnTo>
                  <a:lnTo>
                    <a:pt x="11750" y="115"/>
                  </a:lnTo>
                  <a:lnTo>
                    <a:pt x="11700" y="211"/>
                  </a:lnTo>
                  <a:lnTo>
                    <a:pt x="11622" y="211"/>
                  </a:lnTo>
                  <a:lnTo>
                    <a:pt x="11659" y="16"/>
                  </a:lnTo>
                  <a:close/>
                  <a:moveTo>
                    <a:pt x="11298" y="16"/>
                  </a:moveTo>
                  <a:lnTo>
                    <a:pt x="11623" y="16"/>
                  </a:lnTo>
                  <a:lnTo>
                    <a:pt x="11590" y="145"/>
                  </a:lnTo>
                  <a:lnTo>
                    <a:pt x="11510" y="145"/>
                  </a:lnTo>
                  <a:lnTo>
                    <a:pt x="11436" y="544"/>
                  </a:lnTo>
                  <a:lnTo>
                    <a:pt x="11291" y="544"/>
                  </a:lnTo>
                  <a:lnTo>
                    <a:pt x="11364" y="145"/>
                  </a:lnTo>
                  <a:lnTo>
                    <a:pt x="11275" y="145"/>
                  </a:lnTo>
                  <a:lnTo>
                    <a:pt x="11298" y="16"/>
                  </a:lnTo>
                  <a:close/>
                  <a:moveTo>
                    <a:pt x="10999" y="16"/>
                  </a:moveTo>
                  <a:lnTo>
                    <a:pt x="11272" y="16"/>
                  </a:lnTo>
                  <a:lnTo>
                    <a:pt x="11239" y="145"/>
                  </a:lnTo>
                  <a:lnTo>
                    <a:pt x="11120" y="145"/>
                  </a:lnTo>
                  <a:lnTo>
                    <a:pt x="11108" y="217"/>
                  </a:lnTo>
                  <a:lnTo>
                    <a:pt x="11225" y="217"/>
                  </a:lnTo>
                  <a:lnTo>
                    <a:pt x="11203" y="338"/>
                  </a:lnTo>
                  <a:lnTo>
                    <a:pt x="11085" y="338"/>
                  </a:lnTo>
                  <a:lnTo>
                    <a:pt x="11072" y="414"/>
                  </a:lnTo>
                  <a:lnTo>
                    <a:pt x="11207" y="414"/>
                  </a:lnTo>
                  <a:lnTo>
                    <a:pt x="11172" y="544"/>
                  </a:lnTo>
                  <a:lnTo>
                    <a:pt x="10902" y="544"/>
                  </a:lnTo>
                  <a:lnTo>
                    <a:pt x="10999" y="16"/>
                  </a:lnTo>
                  <a:close/>
                  <a:moveTo>
                    <a:pt x="10709" y="16"/>
                  </a:moveTo>
                  <a:lnTo>
                    <a:pt x="10854" y="16"/>
                  </a:lnTo>
                  <a:lnTo>
                    <a:pt x="10782" y="414"/>
                  </a:lnTo>
                  <a:lnTo>
                    <a:pt x="10889" y="414"/>
                  </a:lnTo>
                  <a:lnTo>
                    <a:pt x="10854" y="544"/>
                  </a:lnTo>
                  <a:lnTo>
                    <a:pt x="10612" y="544"/>
                  </a:lnTo>
                  <a:lnTo>
                    <a:pt x="10709" y="16"/>
                  </a:lnTo>
                  <a:close/>
                  <a:moveTo>
                    <a:pt x="9005" y="16"/>
                  </a:moveTo>
                  <a:lnTo>
                    <a:pt x="9114" y="16"/>
                  </a:lnTo>
                  <a:lnTo>
                    <a:pt x="9096" y="115"/>
                  </a:lnTo>
                  <a:lnTo>
                    <a:pt x="9046" y="211"/>
                  </a:lnTo>
                  <a:lnTo>
                    <a:pt x="8968" y="211"/>
                  </a:lnTo>
                  <a:lnTo>
                    <a:pt x="9005" y="16"/>
                  </a:lnTo>
                  <a:close/>
                  <a:moveTo>
                    <a:pt x="8644" y="16"/>
                  </a:moveTo>
                  <a:lnTo>
                    <a:pt x="8969" y="16"/>
                  </a:lnTo>
                  <a:lnTo>
                    <a:pt x="8936" y="145"/>
                  </a:lnTo>
                  <a:lnTo>
                    <a:pt x="8856" y="145"/>
                  </a:lnTo>
                  <a:lnTo>
                    <a:pt x="8782" y="544"/>
                  </a:lnTo>
                  <a:lnTo>
                    <a:pt x="8637" y="544"/>
                  </a:lnTo>
                  <a:lnTo>
                    <a:pt x="8710" y="145"/>
                  </a:lnTo>
                  <a:lnTo>
                    <a:pt x="8621" y="145"/>
                  </a:lnTo>
                  <a:lnTo>
                    <a:pt x="8644" y="16"/>
                  </a:lnTo>
                  <a:close/>
                  <a:moveTo>
                    <a:pt x="8345" y="16"/>
                  </a:moveTo>
                  <a:lnTo>
                    <a:pt x="8618" y="16"/>
                  </a:lnTo>
                  <a:lnTo>
                    <a:pt x="8585" y="145"/>
                  </a:lnTo>
                  <a:lnTo>
                    <a:pt x="8466" y="145"/>
                  </a:lnTo>
                  <a:lnTo>
                    <a:pt x="8454" y="217"/>
                  </a:lnTo>
                  <a:lnTo>
                    <a:pt x="8571" y="217"/>
                  </a:lnTo>
                  <a:lnTo>
                    <a:pt x="8549" y="338"/>
                  </a:lnTo>
                  <a:lnTo>
                    <a:pt x="8431" y="338"/>
                  </a:lnTo>
                  <a:lnTo>
                    <a:pt x="8418" y="414"/>
                  </a:lnTo>
                  <a:lnTo>
                    <a:pt x="8553" y="414"/>
                  </a:lnTo>
                  <a:lnTo>
                    <a:pt x="8518" y="544"/>
                  </a:lnTo>
                  <a:lnTo>
                    <a:pt x="8248" y="544"/>
                  </a:lnTo>
                  <a:lnTo>
                    <a:pt x="8345" y="16"/>
                  </a:lnTo>
                  <a:close/>
                  <a:moveTo>
                    <a:pt x="8055" y="16"/>
                  </a:moveTo>
                  <a:lnTo>
                    <a:pt x="8200" y="16"/>
                  </a:lnTo>
                  <a:lnTo>
                    <a:pt x="8128" y="414"/>
                  </a:lnTo>
                  <a:lnTo>
                    <a:pt x="8235" y="414"/>
                  </a:lnTo>
                  <a:lnTo>
                    <a:pt x="8200" y="544"/>
                  </a:lnTo>
                  <a:lnTo>
                    <a:pt x="7958" y="544"/>
                  </a:lnTo>
                  <a:lnTo>
                    <a:pt x="8055" y="16"/>
                  </a:lnTo>
                  <a:close/>
                  <a:moveTo>
                    <a:pt x="6353" y="16"/>
                  </a:moveTo>
                  <a:lnTo>
                    <a:pt x="6462" y="16"/>
                  </a:lnTo>
                  <a:lnTo>
                    <a:pt x="6444" y="115"/>
                  </a:lnTo>
                  <a:lnTo>
                    <a:pt x="6394" y="211"/>
                  </a:lnTo>
                  <a:lnTo>
                    <a:pt x="6316" y="211"/>
                  </a:lnTo>
                  <a:lnTo>
                    <a:pt x="6353" y="16"/>
                  </a:lnTo>
                  <a:close/>
                  <a:moveTo>
                    <a:pt x="5992" y="16"/>
                  </a:moveTo>
                  <a:lnTo>
                    <a:pt x="6317" y="16"/>
                  </a:lnTo>
                  <a:lnTo>
                    <a:pt x="6284" y="145"/>
                  </a:lnTo>
                  <a:lnTo>
                    <a:pt x="6204" y="145"/>
                  </a:lnTo>
                  <a:lnTo>
                    <a:pt x="6130" y="544"/>
                  </a:lnTo>
                  <a:lnTo>
                    <a:pt x="5985" y="544"/>
                  </a:lnTo>
                  <a:lnTo>
                    <a:pt x="6058" y="145"/>
                  </a:lnTo>
                  <a:lnTo>
                    <a:pt x="5969" y="145"/>
                  </a:lnTo>
                  <a:lnTo>
                    <a:pt x="5992" y="16"/>
                  </a:lnTo>
                  <a:close/>
                  <a:moveTo>
                    <a:pt x="5693" y="16"/>
                  </a:moveTo>
                  <a:lnTo>
                    <a:pt x="5966" y="16"/>
                  </a:lnTo>
                  <a:lnTo>
                    <a:pt x="5933" y="145"/>
                  </a:lnTo>
                  <a:lnTo>
                    <a:pt x="5814" y="145"/>
                  </a:lnTo>
                  <a:lnTo>
                    <a:pt x="5802" y="217"/>
                  </a:lnTo>
                  <a:lnTo>
                    <a:pt x="5919" y="217"/>
                  </a:lnTo>
                  <a:lnTo>
                    <a:pt x="5897" y="338"/>
                  </a:lnTo>
                  <a:lnTo>
                    <a:pt x="5779" y="338"/>
                  </a:lnTo>
                  <a:lnTo>
                    <a:pt x="5766" y="414"/>
                  </a:lnTo>
                  <a:lnTo>
                    <a:pt x="5901" y="414"/>
                  </a:lnTo>
                  <a:lnTo>
                    <a:pt x="5866" y="544"/>
                  </a:lnTo>
                  <a:lnTo>
                    <a:pt x="5596" y="544"/>
                  </a:lnTo>
                  <a:lnTo>
                    <a:pt x="5693" y="16"/>
                  </a:lnTo>
                  <a:close/>
                  <a:moveTo>
                    <a:pt x="5403" y="16"/>
                  </a:moveTo>
                  <a:lnTo>
                    <a:pt x="5548" y="16"/>
                  </a:lnTo>
                  <a:lnTo>
                    <a:pt x="5476" y="414"/>
                  </a:lnTo>
                  <a:lnTo>
                    <a:pt x="5583" y="414"/>
                  </a:lnTo>
                  <a:lnTo>
                    <a:pt x="5548" y="544"/>
                  </a:lnTo>
                  <a:lnTo>
                    <a:pt x="5306" y="544"/>
                  </a:lnTo>
                  <a:lnTo>
                    <a:pt x="5403" y="16"/>
                  </a:lnTo>
                  <a:close/>
                  <a:moveTo>
                    <a:pt x="3699" y="16"/>
                  </a:moveTo>
                  <a:lnTo>
                    <a:pt x="3808" y="16"/>
                  </a:lnTo>
                  <a:lnTo>
                    <a:pt x="3790" y="115"/>
                  </a:lnTo>
                  <a:lnTo>
                    <a:pt x="3740" y="211"/>
                  </a:lnTo>
                  <a:lnTo>
                    <a:pt x="3662" y="211"/>
                  </a:lnTo>
                  <a:lnTo>
                    <a:pt x="3699" y="16"/>
                  </a:lnTo>
                  <a:close/>
                  <a:moveTo>
                    <a:pt x="3338" y="16"/>
                  </a:moveTo>
                  <a:lnTo>
                    <a:pt x="3663" y="16"/>
                  </a:lnTo>
                  <a:lnTo>
                    <a:pt x="3630" y="145"/>
                  </a:lnTo>
                  <a:lnTo>
                    <a:pt x="3550" y="145"/>
                  </a:lnTo>
                  <a:lnTo>
                    <a:pt x="3476" y="544"/>
                  </a:lnTo>
                  <a:lnTo>
                    <a:pt x="3331" y="544"/>
                  </a:lnTo>
                  <a:lnTo>
                    <a:pt x="3404" y="145"/>
                  </a:lnTo>
                  <a:lnTo>
                    <a:pt x="3315" y="145"/>
                  </a:lnTo>
                  <a:lnTo>
                    <a:pt x="3338" y="16"/>
                  </a:lnTo>
                  <a:close/>
                  <a:moveTo>
                    <a:pt x="3039" y="16"/>
                  </a:moveTo>
                  <a:lnTo>
                    <a:pt x="3312" y="16"/>
                  </a:lnTo>
                  <a:lnTo>
                    <a:pt x="3279" y="145"/>
                  </a:lnTo>
                  <a:lnTo>
                    <a:pt x="3160" y="145"/>
                  </a:lnTo>
                  <a:lnTo>
                    <a:pt x="3148" y="217"/>
                  </a:lnTo>
                  <a:lnTo>
                    <a:pt x="3265" y="217"/>
                  </a:lnTo>
                  <a:lnTo>
                    <a:pt x="3243" y="338"/>
                  </a:lnTo>
                  <a:lnTo>
                    <a:pt x="3125" y="338"/>
                  </a:lnTo>
                  <a:lnTo>
                    <a:pt x="3112" y="414"/>
                  </a:lnTo>
                  <a:lnTo>
                    <a:pt x="3247" y="414"/>
                  </a:lnTo>
                  <a:lnTo>
                    <a:pt x="3212" y="544"/>
                  </a:lnTo>
                  <a:lnTo>
                    <a:pt x="2942" y="544"/>
                  </a:lnTo>
                  <a:lnTo>
                    <a:pt x="3039" y="16"/>
                  </a:lnTo>
                  <a:close/>
                  <a:moveTo>
                    <a:pt x="2749" y="16"/>
                  </a:moveTo>
                  <a:lnTo>
                    <a:pt x="2894" y="16"/>
                  </a:lnTo>
                  <a:lnTo>
                    <a:pt x="2822" y="414"/>
                  </a:lnTo>
                  <a:lnTo>
                    <a:pt x="2929" y="414"/>
                  </a:lnTo>
                  <a:lnTo>
                    <a:pt x="2894" y="544"/>
                  </a:lnTo>
                  <a:lnTo>
                    <a:pt x="2652" y="544"/>
                  </a:lnTo>
                  <a:lnTo>
                    <a:pt x="2749" y="16"/>
                  </a:lnTo>
                  <a:close/>
                  <a:moveTo>
                    <a:pt x="1047" y="16"/>
                  </a:moveTo>
                  <a:lnTo>
                    <a:pt x="1156" y="16"/>
                  </a:lnTo>
                  <a:lnTo>
                    <a:pt x="1138" y="115"/>
                  </a:lnTo>
                  <a:lnTo>
                    <a:pt x="1088" y="211"/>
                  </a:lnTo>
                  <a:lnTo>
                    <a:pt x="1010" y="211"/>
                  </a:lnTo>
                  <a:lnTo>
                    <a:pt x="1047" y="16"/>
                  </a:lnTo>
                  <a:close/>
                  <a:moveTo>
                    <a:pt x="686" y="16"/>
                  </a:moveTo>
                  <a:lnTo>
                    <a:pt x="1011" y="16"/>
                  </a:lnTo>
                  <a:lnTo>
                    <a:pt x="978" y="145"/>
                  </a:lnTo>
                  <a:lnTo>
                    <a:pt x="898" y="145"/>
                  </a:lnTo>
                  <a:lnTo>
                    <a:pt x="824" y="544"/>
                  </a:lnTo>
                  <a:lnTo>
                    <a:pt x="679" y="544"/>
                  </a:lnTo>
                  <a:lnTo>
                    <a:pt x="752" y="145"/>
                  </a:lnTo>
                  <a:lnTo>
                    <a:pt x="663" y="145"/>
                  </a:lnTo>
                  <a:lnTo>
                    <a:pt x="686" y="16"/>
                  </a:lnTo>
                  <a:close/>
                  <a:moveTo>
                    <a:pt x="387" y="16"/>
                  </a:moveTo>
                  <a:lnTo>
                    <a:pt x="660" y="16"/>
                  </a:lnTo>
                  <a:lnTo>
                    <a:pt x="627" y="145"/>
                  </a:lnTo>
                  <a:lnTo>
                    <a:pt x="508" y="145"/>
                  </a:lnTo>
                  <a:lnTo>
                    <a:pt x="496" y="217"/>
                  </a:lnTo>
                  <a:lnTo>
                    <a:pt x="613" y="217"/>
                  </a:lnTo>
                  <a:lnTo>
                    <a:pt x="591" y="338"/>
                  </a:lnTo>
                  <a:lnTo>
                    <a:pt x="473" y="338"/>
                  </a:lnTo>
                  <a:lnTo>
                    <a:pt x="460" y="414"/>
                  </a:lnTo>
                  <a:lnTo>
                    <a:pt x="595" y="414"/>
                  </a:lnTo>
                  <a:lnTo>
                    <a:pt x="560" y="544"/>
                  </a:lnTo>
                  <a:lnTo>
                    <a:pt x="290" y="544"/>
                  </a:lnTo>
                  <a:lnTo>
                    <a:pt x="387" y="16"/>
                  </a:lnTo>
                  <a:close/>
                  <a:moveTo>
                    <a:pt x="97" y="16"/>
                  </a:moveTo>
                  <a:lnTo>
                    <a:pt x="242" y="16"/>
                  </a:lnTo>
                  <a:lnTo>
                    <a:pt x="170" y="414"/>
                  </a:lnTo>
                  <a:lnTo>
                    <a:pt x="277" y="414"/>
                  </a:lnTo>
                  <a:lnTo>
                    <a:pt x="242" y="544"/>
                  </a:lnTo>
                  <a:lnTo>
                    <a:pt x="0" y="544"/>
                  </a:lnTo>
                  <a:lnTo>
                    <a:pt x="97" y="16"/>
                  </a:lnTo>
                  <a:close/>
                  <a:moveTo>
                    <a:pt x="17265" y="7"/>
                  </a:moveTo>
                  <a:cubicBezTo>
                    <a:pt x="17296" y="7"/>
                    <a:pt x="17321" y="9"/>
                    <a:pt x="17340" y="13"/>
                  </a:cubicBezTo>
                  <a:cubicBezTo>
                    <a:pt x="17360" y="17"/>
                    <a:pt x="17374" y="21"/>
                    <a:pt x="17383" y="25"/>
                  </a:cubicBezTo>
                  <a:lnTo>
                    <a:pt x="17353" y="151"/>
                  </a:lnTo>
                  <a:cubicBezTo>
                    <a:pt x="17341" y="147"/>
                    <a:pt x="17329" y="143"/>
                    <a:pt x="17317" y="141"/>
                  </a:cubicBezTo>
                  <a:cubicBezTo>
                    <a:pt x="17306" y="139"/>
                    <a:pt x="17293" y="138"/>
                    <a:pt x="17280" y="138"/>
                  </a:cubicBezTo>
                  <a:cubicBezTo>
                    <a:pt x="17267" y="138"/>
                    <a:pt x="17257" y="140"/>
                    <a:pt x="17250" y="145"/>
                  </a:cubicBezTo>
                  <a:cubicBezTo>
                    <a:pt x="17243" y="150"/>
                    <a:pt x="17240" y="158"/>
                    <a:pt x="17240" y="169"/>
                  </a:cubicBezTo>
                  <a:cubicBezTo>
                    <a:pt x="17240" y="177"/>
                    <a:pt x="17241" y="186"/>
                    <a:pt x="17244" y="194"/>
                  </a:cubicBezTo>
                  <a:cubicBezTo>
                    <a:pt x="17247" y="203"/>
                    <a:pt x="17252" y="215"/>
                    <a:pt x="17258" y="230"/>
                  </a:cubicBezTo>
                  <a:lnTo>
                    <a:pt x="17284" y="291"/>
                  </a:lnTo>
                  <a:cubicBezTo>
                    <a:pt x="17291" y="306"/>
                    <a:pt x="17297" y="323"/>
                    <a:pt x="17303" y="341"/>
                  </a:cubicBezTo>
                  <a:cubicBezTo>
                    <a:pt x="17308" y="359"/>
                    <a:pt x="17312" y="377"/>
                    <a:pt x="17312" y="396"/>
                  </a:cubicBezTo>
                  <a:cubicBezTo>
                    <a:pt x="17311" y="451"/>
                    <a:pt x="17296" y="491"/>
                    <a:pt x="17267" y="516"/>
                  </a:cubicBezTo>
                  <a:cubicBezTo>
                    <a:pt x="17238" y="542"/>
                    <a:pt x="17201" y="554"/>
                    <a:pt x="17154" y="554"/>
                  </a:cubicBezTo>
                  <a:cubicBezTo>
                    <a:pt x="17121" y="553"/>
                    <a:pt x="17094" y="551"/>
                    <a:pt x="17073" y="547"/>
                  </a:cubicBezTo>
                  <a:cubicBezTo>
                    <a:pt x="17052" y="543"/>
                    <a:pt x="17037" y="539"/>
                    <a:pt x="17028" y="535"/>
                  </a:cubicBezTo>
                  <a:lnTo>
                    <a:pt x="17038" y="402"/>
                  </a:lnTo>
                  <a:cubicBezTo>
                    <a:pt x="17048" y="406"/>
                    <a:pt x="17061" y="410"/>
                    <a:pt x="17080" y="414"/>
                  </a:cubicBezTo>
                  <a:cubicBezTo>
                    <a:pt x="17099" y="418"/>
                    <a:pt x="17120" y="420"/>
                    <a:pt x="17144" y="420"/>
                  </a:cubicBezTo>
                  <a:cubicBezTo>
                    <a:pt x="17147" y="420"/>
                    <a:pt x="17150" y="420"/>
                    <a:pt x="17152" y="420"/>
                  </a:cubicBezTo>
                  <a:cubicBezTo>
                    <a:pt x="17155" y="420"/>
                    <a:pt x="17158" y="420"/>
                    <a:pt x="17161" y="420"/>
                  </a:cubicBezTo>
                  <a:cubicBezTo>
                    <a:pt x="17162" y="416"/>
                    <a:pt x="17163" y="412"/>
                    <a:pt x="17164" y="407"/>
                  </a:cubicBezTo>
                  <a:cubicBezTo>
                    <a:pt x="17165" y="403"/>
                    <a:pt x="17166" y="398"/>
                    <a:pt x="17166" y="393"/>
                  </a:cubicBezTo>
                  <a:cubicBezTo>
                    <a:pt x="17165" y="384"/>
                    <a:pt x="17164" y="375"/>
                    <a:pt x="17160" y="366"/>
                  </a:cubicBezTo>
                  <a:cubicBezTo>
                    <a:pt x="17156" y="358"/>
                    <a:pt x="17152" y="348"/>
                    <a:pt x="17146" y="336"/>
                  </a:cubicBezTo>
                  <a:lnTo>
                    <a:pt x="17119" y="276"/>
                  </a:lnTo>
                  <a:cubicBezTo>
                    <a:pt x="17111" y="259"/>
                    <a:pt x="17105" y="241"/>
                    <a:pt x="17100" y="223"/>
                  </a:cubicBezTo>
                  <a:cubicBezTo>
                    <a:pt x="17095" y="205"/>
                    <a:pt x="17093" y="188"/>
                    <a:pt x="17093" y="171"/>
                  </a:cubicBezTo>
                  <a:cubicBezTo>
                    <a:pt x="17094" y="116"/>
                    <a:pt x="17109" y="75"/>
                    <a:pt x="17140" y="48"/>
                  </a:cubicBezTo>
                  <a:cubicBezTo>
                    <a:pt x="17171" y="20"/>
                    <a:pt x="17213" y="7"/>
                    <a:pt x="17265" y="7"/>
                  </a:cubicBezTo>
                  <a:close/>
                  <a:moveTo>
                    <a:pt x="15462" y="7"/>
                  </a:moveTo>
                  <a:cubicBezTo>
                    <a:pt x="15517" y="7"/>
                    <a:pt x="15554" y="21"/>
                    <a:pt x="15576" y="47"/>
                  </a:cubicBezTo>
                  <a:cubicBezTo>
                    <a:pt x="15597" y="73"/>
                    <a:pt x="15607" y="108"/>
                    <a:pt x="15606" y="151"/>
                  </a:cubicBezTo>
                  <a:cubicBezTo>
                    <a:pt x="15606" y="175"/>
                    <a:pt x="15604" y="200"/>
                    <a:pt x="15600" y="227"/>
                  </a:cubicBezTo>
                  <a:cubicBezTo>
                    <a:pt x="15596" y="253"/>
                    <a:pt x="15590" y="281"/>
                    <a:pt x="15584" y="310"/>
                  </a:cubicBezTo>
                  <a:cubicBezTo>
                    <a:pt x="15568" y="395"/>
                    <a:pt x="15543" y="457"/>
                    <a:pt x="15508" y="496"/>
                  </a:cubicBezTo>
                  <a:cubicBezTo>
                    <a:pt x="15472" y="535"/>
                    <a:pt x="15419" y="554"/>
                    <a:pt x="15349" y="554"/>
                  </a:cubicBezTo>
                  <a:cubicBezTo>
                    <a:pt x="15294" y="553"/>
                    <a:pt x="15257" y="540"/>
                    <a:pt x="15235" y="514"/>
                  </a:cubicBezTo>
                  <a:cubicBezTo>
                    <a:pt x="15214" y="487"/>
                    <a:pt x="15204" y="453"/>
                    <a:pt x="15205" y="409"/>
                  </a:cubicBezTo>
                  <a:cubicBezTo>
                    <a:pt x="15205" y="385"/>
                    <a:pt x="15208" y="360"/>
                    <a:pt x="15212" y="334"/>
                  </a:cubicBezTo>
                  <a:cubicBezTo>
                    <a:pt x="15216" y="307"/>
                    <a:pt x="15221" y="280"/>
                    <a:pt x="15228" y="251"/>
                  </a:cubicBezTo>
                  <a:cubicBezTo>
                    <a:pt x="15239" y="194"/>
                    <a:pt x="15253" y="148"/>
                    <a:pt x="15272" y="112"/>
                  </a:cubicBezTo>
                  <a:cubicBezTo>
                    <a:pt x="15290" y="76"/>
                    <a:pt x="15315" y="49"/>
                    <a:pt x="15345" y="32"/>
                  </a:cubicBezTo>
                  <a:cubicBezTo>
                    <a:pt x="15376" y="15"/>
                    <a:pt x="15415" y="7"/>
                    <a:pt x="15462" y="7"/>
                  </a:cubicBezTo>
                  <a:close/>
                  <a:moveTo>
                    <a:pt x="15073" y="7"/>
                  </a:moveTo>
                  <a:cubicBezTo>
                    <a:pt x="15102" y="7"/>
                    <a:pt x="15130" y="9"/>
                    <a:pt x="15156" y="13"/>
                  </a:cubicBezTo>
                  <a:cubicBezTo>
                    <a:pt x="15182" y="17"/>
                    <a:pt x="15201" y="21"/>
                    <a:pt x="15212" y="26"/>
                  </a:cubicBezTo>
                  <a:lnTo>
                    <a:pt x="15180" y="153"/>
                  </a:lnTo>
                  <a:cubicBezTo>
                    <a:pt x="15167" y="149"/>
                    <a:pt x="15151" y="146"/>
                    <a:pt x="15133" y="143"/>
                  </a:cubicBezTo>
                  <a:cubicBezTo>
                    <a:pt x="15115" y="140"/>
                    <a:pt x="15094" y="138"/>
                    <a:pt x="15071" y="138"/>
                  </a:cubicBezTo>
                  <a:cubicBezTo>
                    <a:pt x="15043" y="137"/>
                    <a:pt x="15024" y="144"/>
                    <a:pt x="15012" y="160"/>
                  </a:cubicBezTo>
                  <a:cubicBezTo>
                    <a:pt x="15001" y="176"/>
                    <a:pt x="14990" y="207"/>
                    <a:pt x="14980" y="252"/>
                  </a:cubicBezTo>
                  <a:cubicBezTo>
                    <a:pt x="14976" y="268"/>
                    <a:pt x="14973" y="288"/>
                    <a:pt x="14969" y="309"/>
                  </a:cubicBezTo>
                  <a:cubicBezTo>
                    <a:pt x="14965" y="331"/>
                    <a:pt x="14962" y="353"/>
                    <a:pt x="14960" y="374"/>
                  </a:cubicBezTo>
                  <a:cubicBezTo>
                    <a:pt x="14958" y="395"/>
                    <a:pt x="14956" y="413"/>
                    <a:pt x="14956" y="428"/>
                  </a:cubicBezTo>
                  <a:cubicBezTo>
                    <a:pt x="14959" y="429"/>
                    <a:pt x="14963" y="429"/>
                    <a:pt x="14966" y="429"/>
                  </a:cubicBezTo>
                  <a:cubicBezTo>
                    <a:pt x="14969" y="429"/>
                    <a:pt x="14972" y="429"/>
                    <a:pt x="14976" y="429"/>
                  </a:cubicBezTo>
                  <a:cubicBezTo>
                    <a:pt x="14985" y="429"/>
                    <a:pt x="14994" y="429"/>
                    <a:pt x="15003" y="428"/>
                  </a:cubicBezTo>
                  <a:cubicBezTo>
                    <a:pt x="15012" y="427"/>
                    <a:pt x="15021" y="426"/>
                    <a:pt x="15029" y="424"/>
                  </a:cubicBezTo>
                  <a:lnTo>
                    <a:pt x="15043" y="346"/>
                  </a:lnTo>
                  <a:lnTo>
                    <a:pt x="15002" y="346"/>
                  </a:lnTo>
                  <a:lnTo>
                    <a:pt x="15022" y="235"/>
                  </a:lnTo>
                  <a:lnTo>
                    <a:pt x="15186" y="235"/>
                  </a:lnTo>
                  <a:lnTo>
                    <a:pt x="15132" y="526"/>
                  </a:lnTo>
                  <a:cubicBezTo>
                    <a:pt x="15114" y="534"/>
                    <a:pt x="15088" y="541"/>
                    <a:pt x="15055" y="546"/>
                  </a:cubicBezTo>
                  <a:cubicBezTo>
                    <a:pt x="15022" y="551"/>
                    <a:pt x="14990" y="554"/>
                    <a:pt x="14957" y="554"/>
                  </a:cubicBezTo>
                  <a:cubicBezTo>
                    <a:pt x="14918" y="554"/>
                    <a:pt x="14888" y="548"/>
                    <a:pt x="14867" y="536"/>
                  </a:cubicBezTo>
                  <a:cubicBezTo>
                    <a:pt x="14846" y="524"/>
                    <a:pt x="14832" y="507"/>
                    <a:pt x="14824" y="485"/>
                  </a:cubicBezTo>
                  <a:cubicBezTo>
                    <a:pt x="14816" y="464"/>
                    <a:pt x="14813" y="439"/>
                    <a:pt x="14813" y="410"/>
                  </a:cubicBezTo>
                  <a:cubicBezTo>
                    <a:pt x="14813" y="386"/>
                    <a:pt x="14815" y="361"/>
                    <a:pt x="14819" y="334"/>
                  </a:cubicBezTo>
                  <a:cubicBezTo>
                    <a:pt x="14824" y="307"/>
                    <a:pt x="14829" y="280"/>
                    <a:pt x="14835" y="251"/>
                  </a:cubicBezTo>
                  <a:cubicBezTo>
                    <a:pt x="14851" y="166"/>
                    <a:pt x="14877" y="104"/>
                    <a:pt x="14913" y="65"/>
                  </a:cubicBezTo>
                  <a:cubicBezTo>
                    <a:pt x="14949" y="26"/>
                    <a:pt x="15003" y="6"/>
                    <a:pt x="15073" y="7"/>
                  </a:cubicBezTo>
                  <a:close/>
                  <a:moveTo>
                    <a:pt x="14611" y="7"/>
                  </a:moveTo>
                  <a:cubicBezTo>
                    <a:pt x="14642" y="7"/>
                    <a:pt x="14667" y="9"/>
                    <a:pt x="14686" y="13"/>
                  </a:cubicBezTo>
                  <a:cubicBezTo>
                    <a:pt x="14706" y="17"/>
                    <a:pt x="14720" y="21"/>
                    <a:pt x="14729" y="25"/>
                  </a:cubicBezTo>
                  <a:lnTo>
                    <a:pt x="14699" y="151"/>
                  </a:lnTo>
                  <a:cubicBezTo>
                    <a:pt x="14687" y="147"/>
                    <a:pt x="14675" y="143"/>
                    <a:pt x="14663" y="141"/>
                  </a:cubicBezTo>
                  <a:cubicBezTo>
                    <a:pt x="14652" y="139"/>
                    <a:pt x="14639" y="138"/>
                    <a:pt x="14626" y="138"/>
                  </a:cubicBezTo>
                  <a:cubicBezTo>
                    <a:pt x="14613" y="138"/>
                    <a:pt x="14603" y="140"/>
                    <a:pt x="14596" y="145"/>
                  </a:cubicBezTo>
                  <a:cubicBezTo>
                    <a:pt x="14589" y="150"/>
                    <a:pt x="14586" y="158"/>
                    <a:pt x="14586" y="169"/>
                  </a:cubicBezTo>
                  <a:cubicBezTo>
                    <a:pt x="14586" y="177"/>
                    <a:pt x="14587" y="186"/>
                    <a:pt x="14590" y="194"/>
                  </a:cubicBezTo>
                  <a:cubicBezTo>
                    <a:pt x="14593" y="203"/>
                    <a:pt x="14598" y="215"/>
                    <a:pt x="14604" y="230"/>
                  </a:cubicBezTo>
                  <a:lnTo>
                    <a:pt x="14630" y="291"/>
                  </a:lnTo>
                  <a:cubicBezTo>
                    <a:pt x="14637" y="306"/>
                    <a:pt x="14643" y="323"/>
                    <a:pt x="14649" y="341"/>
                  </a:cubicBezTo>
                  <a:cubicBezTo>
                    <a:pt x="14654" y="359"/>
                    <a:pt x="14658" y="377"/>
                    <a:pt x="14658" y="396"/>
                  </a:cubicBezTo>
                  <a:cubicBezTo>
                    <a:pt x="14657" y="451"/>
                    <a:pt x="14642" y="491"/>
                    <a:pt x="14613" y="516"/>
                  </a:cubicBezTo>
                  <a:cubicBezTo>
                    <a:pt x="14584" y="542"/>
                    <a:pt x="14547" y="554"/>
                    <a:pt x="14500" y="554"/>
                  </a:cubicBezTo>
                  <a:cubicBezTo>
                    <a:pt x="14467" y="553"/>
                    <a:pt x="14440" y="551"/>
                    <a:pt x="14419" y="547"/>
                  </a:cubicBezTo>
                  <a:cubicBezTo>
                    <a:pt x="14398" y="543"/>
                    <a:pt x="14383" y="539"/>
                    <a:pt x="14374" y="535"/>
                  </a:cubicBezTo>
                  <a:lnTo>
                    <a:pt x="14384" y="402"/>
                  </a:lnTo>
                  <a:cubicBezTo>
                    <a:pt x="14394" y="406"/>
                    <a:pt x="14407" y="410"/>
                    <a:pt x="14426" y="414"/>
                  </a:cubicBezTo>
                  <a:cubicBezTo>
                    <a:pt x="14445" y="418"/>
                    <a:pt x="14466" y="420"/>
                    <a:pt x="14490" y="420"/>
                  </a:cubicBezTo>
                  <a:cubicBezTo>
                    <a:pt x="14493" y="420"/>
                    <a:pt x="14496" y="420"/>
                    <a:pt x="14498" y="420"/>
                  </a:cubicBezTo>
                  <a:cubicBezTo>
                    <a:pt x="14501" y="420"/>
                    <a:pt x="14504" y="420"/>
                    <a:pt x="14507" y="420"/>
                  </a:cubicBezTo>
                  <a:cubicBezTo>
                    <a:pt x="14508" y="416"/>
                    <a:pt x="14509" y="412"/>
                    <a:pt x="14510" y="407"/>
                  </a:cubicBezTo>
                  <a:cubicBezTo>
                    <a:pt x="14511" y="403"/>
                    <a:pt x="14512" y="398"/>
                    <a:pt x="14512" y="393"/>
                  </a:cubicBezTo>
                  <a:cubicBezTo>
                    <a:pt x="14511" y="384"/>
                    <a:pt x="14510" y="375"/>
                    <a:pt x="14506" y="366"/>
                  </a:cubicBezTo>
                  <a:cubicBezTo>
                    <a:pt x="14502" y="358"/>
                    <a:pt x="14498" y="348"/>
                    <a:pt x="14492" y="336"/>
                  </a:cubicBezTo>
                  <a:lnTo>
                    <a:pt x="14465" y="276"/>
                  </a:lnTo>
                  <a:cubicBezTo>
                    <a:pt x="14457" y="259"/>
                    <a:pt x="14451" y="241"/>
                    <a:pt x="14446" y="223"/>
                  </a:cubicBezTo>
                  <a:cubicBezTo>
                    <a:pt x="14441" y="205"/>
                    <a:pt x="14439" y="188"/>
                    <a:pt x="14439" y="171"/>
                  </a:cubicBezTo>
                  <a:cubicBezTo>
                    <a:pt x="14440" y="116"/>
                    <a:pt x="14455" y="75"/>
                    <a:pt x="14486" y="48"/>
                  </a:cubicBezTo>
                  <a:cubicBezTo>
                    <a:pt x="14517" y="20"/>
                    <a:pt x="14559" y="7"/>
                    <a:pt x="14611" y="7"/>
                  </a:cubicBezTo>
                  <a:close/>
                  <a:moveTo>
                    <a:pt x="12810" y="7"/>
                  </a:moveTo>
                  <a:cubicBezTo>
                    <a:pt x="12865" y="7"/>
                    <a:pt x="12902" y="21"/>
                    <a:pt x="12924" y="47"/>
                  </a:cubicBezTo>
                  <a:cubicBezTo>
                    <a:pt x="12945" y="73"/>
                    <a:pt x="12955" y="108"/>
                    <a:pt x="12954" y="151"/>
                  </a:cubicBezTo>
                  <a:cubicBezTo>
                    <a:pt x="12954" y="175"/>
                    <a:pt x="12952" y="200"/>
                    <a:pt x="12948" y="227"/>
                  </a:cubicBezTo>
                  <a:cubicBezTo>
                    <a:pt x="12944" y="253"/>
                    <a:pt x="12938" y="281"/>
                    <a:pt x="12932" y="310"/>
                  </a:cubicBezTo>
                  <a:cubicBezTo>
                    <a:pt x="12916" y="395"/>
                    <a:pt x="12891" y="457"/>
                    <a:pt x="12856" y="496"/>
                  </a:cubicBezTo>
                  <a:cubicBezTo>
                    <a:pt x="12820" y="535"/>
                    <a:pt x="12767" y="554"/>
                    <a:pt x="12697" y="554"/>
                  </a:cubicBezTo>
                  <a:cubicBezTo>
                    <a:pt x="12642" y="553"/>
                    <a:pt x="12605" y="540"/>
                    <a:pt x="12583" y="514"/>
                  </a:cubicBezTo>
                  <a:cubicBezTo>
                    <a:pt x="12562" y="487"/>
                    <a:pt x="12552" y="453"/>
                    <a:pt x="12553" y="409"/>
                  </a:cubicBezTo>
                  <a:cubicBezTo>
                    <a:pt x="12553" y="385"/>
                    <a:pt x="12556" y="360"/>
                    <a:pt x="12560" y="334"/>
                  </a:cubicBezTo>
                  <a:cubicBezTo>
                    <a:pt x="12564" y="307"/>
                    <a:pt x="12569" y="280"/>
                    <a:pt x="12576" y="251"/>
                  </a:cubicBezTo>
                  <a:cubicBezTo>
                    <a:pt x="12587" y="194"/>
                    <a:pt x="12601" y="148"/>
                    <a:pt x="12620" y="112"/>
                  </a:cubicBezTo>
                  <a:cubicBezTo>
                    <a:pt x="12638" y="76"/>
                    <a:pt x="12663" y="49"/>
                    <a:pt x="12693" y="32"/>
                  </a:cubicBezTo>
                  <a:cubicBezTo>
                    <a:pt x="12724" y="15"/>
                    <a:pt x="12763" y="7"/>
                    <a:pt x="12810" y="7"/>
                  </a:cubicBezTo>
                  <a:close/>
                  <a:moveTo>
                    <a:pt x="12421" y="7"/>
                  </a:moveTo>
                  <a:cubicBezTo>
                    <a:pt x="12450" y="7"/>
                    <a:pt x="12478" y="9"/>
                    <a:pt x="12504" y="13"/>
                  </a:cubicBezTo>
                  <a:cubicBezTo>
                    <a:pt x="12530" y="17"/>
                    <a:pt x="12549" y="21"/>
                    <a:pt x="12560" y="26"/>
                  </a:cubicBezTo>
                  <a:lnTo>
                    <a:pt x="12528" y="153"/>
                  </a:lnTo>
                  <a:cubicBezTo>
                    <a:pt x="12515" y="149"/>
                    <a:pt x="12499" y="146"/>
                    <a:pt x="12481" y="143"/>
                  </a:cubicBezTo>
                  <a:cubicBezTo>
                    <a:pt x="12463" y="140"/>
                    <a:pt x="12442" y="138"/>
                    <a:pt x="12419" y="138"/>
                  </a:cubicBezTo>
                  <a:cubicBezTo>
                    <a:pt x="12391" y="137"/>
                    <a:pt x="12372" y="144"/>
                    <a:pt x="12360" y="160"/>
                  </a:cubicBezTo>
                  <a:cubicBezTo>
                    <a:pt x="12349" y="176"/>
                    <a:pt x="12338" y="207"/>
                    <a:pt x="12328" y="252"/>
                  </a:cubicBezTo>
                  <a:cubicBezTo>
                    <a:pt x="12324" y="268"/>
                    <a:pt x="12321" y="288"/>
                    <a:pt x="12317" y="309"/>
                  </a:cubicBezTo>
                  <a:cubicBezTo>
                    <a:pt x="12313" y="331"/>
                    <a:pt x="12310" y="353"/>
                    <a:pt x="12308" y="374"/>
                  </a:cubicBezTo>
                  <a:cubicBezTo>
                    <a:pt x="12306" y="395"/>
                    <a:pt x="12304" y="413"/>
                    <a:pt x="12304" y="428"/>
                  </a:cubicBezTo>
                  <a:cubicBezTo>
                    <a:pt x="12307" y="429"/>
                    <a:pt x="12311" y="429"/>
                    <a:pt x="12314" y="429"/>
                  </a:cubicBezTo>
                  <a:cubicBezTo>
                    <a:pt x="12317" y="429"/>
                    <a:pt x="12320" y="429"/>
                    <a:pt x="12324" y="429"/>
                  </a:cubicBezTo>
                  <a:cubicBezTo>
                    <a:pt x="12333" y="429"/>
                    <a:pt x="12342" y="429"/>
                    <a:pt x="12351" y="428"/>
                  </a:cubicBezTo>
                  <a:cubicBezTo>
                    <a:pt x="12360" y="427"/>
                    <a:pt x="12369" y="426"/>
                    <a:pt x="12377" y="424"/>
                  </a:cubicBezTo>
                  <a:lnTo>
                    <a:pt x="12391" y="346"/>
                  </a:lnTo>
                  <a:lnTo>
                    <a:pt x="12350" y="346"/>
                  </a:lnTo>
                  <a:lnTo>
                    <a:pt x="12370" y="235"/>
                  </a:lnTo>
                  <a:lnTo>
                    <a:pt x="12534" y="235"/>
                  </a:lnTo>
                  <a:lnTo>
                    <a:pt x="12480" y="526"/>
                  </a:lnTo>
                  <a:cubicBezTo>
                    <a:pt x="12462" y="534"/>
                    <a:pt x="12436" y="541"/>
                    <a:pt x="12403" y="546"/>
                  </a:cubicBezTo>
                  <a:cubicBezTo>
                    <a:pt x="12370" y="551"/>
                    <a:pt x="12338" y="554"/>
                    <a:pt x="12305" y="554"/>
                  </a:cubicBezTo>
                  <a:cubicBezTo>
                    <a:pt x="12266" y="554"/>
                    <a:pt x="12236" y="548"/>
                    <a:pt x="12215" y="536"/>
                  </a:cubicBezTo>
                  <a:cubicBezTo>
                    <a:pt x="12194" y="524"/>
                    <a:pt x="12180" y="507"/>
                    <a:pt x="12172" y="485"/>
                  </a:cubicBezTo>
                  <a:cubicBezTo>
                    <a:pt x="12164" y="464"/>
                    <a:pt x="12161" y="439"/>
                    <a:pt x="12161" y="410"/>
                  </a:cubicBezTo>
                  <a:cubicBezTo>
                    <a:pt x="12161" y="386"/>
                    <a:pt x="12163" y="361"/>
                    <a:pt x="12167" y="334"/>
                  </a:cubicBezTo>
                  <a:cubicBezTo>
                    <a:pt x="12172" y="307"/>
                    <a:pt x="12177" y="280"/>
                    <a:pt x="12183" y="251"/>
                  </a:cubicBezTo>
                  <a:cubicBezTo>
                    <a:pt x="12199" y="166"/>
                    <a:pt x="12225" y="104"/>
                    <a:pt x="12261" y="65"/>
                  </a:cubicBezTo>
                  <a:cubicBezTo>
                    <a:pt x="12297" y="26"/>
                    <a:pt x="12351" y="6"/>
                    <a:pt x="12421" y="7"/>
                  </a:cubicBezTo>
                  <a:close/>
                  <a:moveTo>
                    <a:pt x="11959" y="7"/>
                  </a:moveTo>
                  <a:cubicBezTo>
                    <a:pt x="11990" y="7"/>
                    <a:pt x="12015" y="9"/>
                    <a:pt x="12034" y="13"/>
                  </a:cubicBezTo>
                  <a:cubicBezTo>
                    <a:pt x="12054" y="17"/>
                    <a:pt x="12068" y="21"/>
                    <a:pt x="12077" y="25"/>
                  </a:cubicBezTo>
                  <a:lnTo>
                    <a:pt x="12047" y="151"/>
                  </a:lnTo>
                  <a:cubicBezTo>
                    <a:pt x="12035" y="147"/>
                    <a:pt x="12023" y="143"/>
                    <a:pt x="12011" y="141"/>
                  </a:cubicBezTo>
                  <a:cubicBezTo>
                    <a:pt x="12000" y="139"/>
                    <a:pt x="11987" y="138"/>
                    <a:pt x="11974" y="138"/>
                  </a:cubicBezTo>
                  <a:cubicBezTo>
                    <a:pt x="11961" y="138"/>
                    <a:pt x="11951" y="140"/>
                    <a:pt x="11944" y="145"/>
                  </a:cubicBezTo>
                  <a:cubicBezTo>
                    <a:pt x="11937" y="150"/>
                    <a:pt x="11934" y="158"/>
                    <a:pt x="11934" y="169"/>
                  </a:cubicBezTo>
                  <a:cubicBezTo>
                    <a:pt x="11934" y="177"/>
                    <a:pt x="11935" y="186"/>
                    <a:pt x="11938" y="194"/>
                  </a:cubicBezTo>
                  <a:cubicBezTo>
                    <a:pt x="11941" y="203"/>
                    <a:pt x="11946" y="215"/>
                    <a:pt x="11952" y="230"/>
                  </a:cubicBezTo>
                  <a:lnTo>
                    <a:pt x="11978" y="291"/>
                  </a:lnTo>
                  <a:cubicBezTo>
                    <a:pt x="11985" y="306"/>
                    <a:pt x="11991" y="323"/>
                    <a:pt x="11997" y="341"/>
                  </a:cubicBezTo>
                  <a:cubicBezTo>
                    <a:pt x="12002" y="359"/>
                    <a:pt x="12006" y="377"/>
                    <a:pt x="12006" y="396"/>
                  </a:cubicBezTo>
                  <a:cubicBezTo>
                    <a:pt x="12005" y="451"/>
                    <a:pt x="11990" y="491"/>
                    <a:pt x="11961" y="516"/>
                  </a:cubicBezTo>
                  <a:cubicBezTo>
                    <a:pt x="11932" y="542"/>
                    <a:pt x="11895" y="554"/>
                    <a:pt x="11848" y="554"/>
                  </a:cubicBezTo>
                  <a:cubicBezTo>
                    <a:pt x="11815" y="553"/>
                    <a:pt x="11788" y="551"/>
                    <a:pt x="11767" y="547"/>
                  </a:cubicBezTo>
                  <a:cubicBezTo>
                    <a:pt x="11746" y="543"/>
                    <a:pt x="11731" y="539"/>
                    <a:pt x="11722" y="535"/>
                  </a:cubicBezTo>
                  <a:lnTo>
                    <a:pt x="11732" y="402"/>
                  </a:lnTo>
                  <a:cubicBezTo>
                    <a:pt x="11742" y="406"/>
                    <a:pt x="11755" y="410"/>
                    <a:pt x="11774" y="414"/>
                  </a:cubicBezTo>
                  <a:cubicBezTo>
                    <a:pt x="11793" y="418"/>
                    <a:pt x="11814" y="420"/>
                    <a:pt x="11838" y="420"/>
                  </a:cubicBezTo>
                  <a:cubicBezTo>
                    <a:pt x="11841" y="420"/>
                    <a:pt x="11844" y="420"/>
                    <a:pt x="11846" y="420"/>
                  </a:cubicBezTo>
                  <a:cubicBezTo>
                    <a:pt x="11849" y="420"/>
                    <a:pt x="11852" y="420"/>
                    <a:pt x="11855" y="420"/>
                  </a:cubicBezTo>
                  <a:cubicBezTo>
                    <a:pt x="11856" y="416"/>
                    <a:pt x="11857" y="412"/>
                    <a:pt x="11858" y="407"/>
                  </a:cubicBezTo>
                  <a:cubicBezTo>
                    <a:pt x="11859" y="403"/>
                    <a:pt x="11860" y="398"/>
                    <a:pt x="11860" y="393"/>
                  </a:cubicBezTo>
                  <a:cubicBezTo>
                    <a:pt x="11859" y="384"/>
                    <a:pt x="11858" y="375"/>
                    <a:pt x="11854" y="366"/>
                  </a:cubicBezTo>
                  <a:cubicBezTo>
                    <a:pt x="11850" y="358"/>
                    <a:pt x="11846" y="348"/>
                    <a:pt x="11840" y="336"/>
                  </a:cubicBezTo>
                  <a:lnTo>
                    <a:pt x="11813" y="276"/>
                  </a:lnTo>
                  <a:cubicBezTo>
                    <a:pt x="11805" y="259"/>
                    <a:pt x="11799" y="241"/>
                    <a:pt x="11794" y="223"/>
                  </a:cubicBezTo>
                  <a:cubicBezTo>
                    <a:pt x="11789" y="205"/>
                    <a:pt x="11787" y="188"/>
                    <a:pt x="11787" y="171"/>
                  </a:cubicBezTo>
                  <a:cubicBezTo>
                    <a:pt x="11788" y="116"/>
                    <a:pt x="11803" y="75"/>
                    <a:pt x="11834" y="48"/>
                  </a:cubicBezTo>
                  <a:cubicBezTo>
                    <a:pt x="11865" y="20"/>
                    <a:pt x="11907" y="7"/>
                    <a:pt x="11959" y="7"/>
                  </a:cubicBezTo>
                  <a:close/>
                  <a:moveTo>
                    <a:pt x="10156" y="7"/>
                  </a:moveTo>
                  <a:cubicBezTo>
                    <a:pt x="10211" y="7"/>
                    <a:pt x="10248" y="21"/>
                    <a:pt x="10270" y="47"/>
                  </a:cubicBezTo>
                  <a:cubicBezTo>
                    <a:pt x="10291" y="73"/>
                    <a:pt x="10301" y="108"/>
                    <a:pt x="10300" y="151"/>
                  </a:cubicBezTo>
                  <a:cubicBezTo>
                    <a:pt x="10300" y="175"/>
                    <a:pt x="10298" y="200"/>
                    <a:pt x="10294" y="227"/>
                  </a:cubicBezTo>
                  <a:cubicBezTo>
                    <a:pt x="10290" y="253"/>
                    <a:pt x="10284" y="281"/>
                    <a:pt x="10278" y="310"/>
                  </a:cubicBezTo>
                  <a:cubicBezTo>
                    <a:pt x="10262" y="395"/>
                    <a:pt x="10237" y="457"/>
                    <a:pt x="10202" y="496"/>
                  </a:cubicBezTo>
                  <a:cubicBezTo>
                    <a:pt x="10166" y="535"/>
                    <a:pt x="10113" y="554"/>
                    <a:pt x="10043" y="554"/>
                  </a:cubicBezTo>
                  <a:cubicBezTo>
                    <a:pt x="9988" y="553"/>
                    <a:pt x="9951" y="540"/>
                    <a:pt x="9929" y="514"/>
                  </a:cubicBezTo>
                  <a:cubicBezTo>
                    <a:pt x="9908" y="487"/>
                    <a:pt x="9898" y="453"/>
                    <a:pt x="9899" y="409"/>
                  </a:cubicBezTo>
                  <a:cubicBezTo>
                    <a:pt x="9899" y="385"/>
                    <a:pt x="9902" y="360"/>
                    <a:pt x="9906" y="334"/>
                  </a:cubicBezTo>
                  <a:cubicBezTo>
                    <a:pt x="9910" y="307"/>
                    <a:pt x="9915" y="280"/>
                    <a:pt x="9922" y="251"/>
                  </a:cubicBezTo>
                  <a:cubicBezTo>
                    <a:pt x="9933" y="194"/>
                    <a:pt x="9947" y="148"/>
                    <a:pt x="9966" y="112"/>
                  </a:cubicBezTo>
                  <a:cubicBezTo>
                    <a:pt x="9984" y="76"/>
                    <a:pt x="10009" y="49"/>
                    <a:pt x="10039" y="32"/>
                  </a:cubicBezTo>
                  <a:cubicBezTo>
                    <a:pt x="10070" y="15"/>
                    <a:pt x="10109" y="7"/>
                    <a:pt x="10156" y="7"/>
                  </a:cubicBezTo>
                  <a:close/>
                  <a:moveTo>
                    <a:pt x="9767" y="7"/>
                  </a:moveTo>
                  <a:cubicBezTo>
                    <a:pt x="9796" y="7"/>
                    <a:pt x="9824" y="9"/>
                    <a:pt x="9850" y="13"/>
                  </a:cubicBezTo>
                  <a:cubicBezTo>
                    <a:pt x="9876" y="17"/>
                    <a:pt x="9895" y="21"/>
                    <a:pt x="9906" y="26"/>
                  </a:cubicBezTo>
                  <a:lnTo>
                    <a:pt x="9874" y="153"/>
                  </a:lnTo>
                  <a:cubicBezTo>
                    <a:pt x="9861" y="149"/>
                    <a:pt x="9845" y="146"/>
                    <a:pt x="9827" y="143"/>
                  </a:cubicBezTo>
                  <a:cubicBezTo>
                    <a:pt x="9809" y="140"/>
                    <a:pt x="9788" y="138"/>
                    <a:pt x="9765" y="138"/>
                  </a:cubicBezTo>
                  <a:cubicBezTo>
                    <a:pt x="9737" y="137"/>
                    <a:pt x="9718" y="144"/>
                    <a:pt x="9706" y="160"/>
                  </a:cubicBezTo>
                  <a:cubicBezTo>
                    <a:pt x="9695" y="176"/>
                    <a:pt x="9684" y="207"/>
                    <a:pt x="9674" y="252"/>
                  </a:cubicBezTo>
                  <a:cubicBezTo>
                    <a:pt x="9670" y="268"/>
                    <a:pt x="9667" y="288"/>
                    <a:pt x="9663" y="309"/>
                  </a:cubicBezTo>
                  <a:cubicBezTo>
                    <a:pt x="9659" y="331"/>
                    <a:pt x="9656" y="353"/>
                    <a:pt x="9654" y="374"/>
                  </a:cubicBezTo>
                  <a:cubicBezTo>
                    <a:pt x="9652" y="395"/>
                    <a:pt x="9650" y="413"/>
                    <a:pt x="9650" y="428"/>
                  </a:cubicBezTo>
                  <a:cubicBezTo>
                    <a:pt x="9653" y="429"/>
                    <a:pt x="9657" y="429"/>
                    <a:pt x="9660" y="429"/>
                  </a:cubicBezTo>
                  <a:cubicBezTo>
                    <a:pt x="9663" y="429"/>
                    <a:pt x="9666" y="429"/>
                    <a:pt x="9670" y="429"/>
                  </a:cubicBezTo>
                  <a:cubicBezTo>
                    <a:pt x="9679" y="429"/>
                    <a:pt x="9688" y="429"/>
                    <a:pt x="9697" y="428"/>
                  </a:cubicBezTo>
                  <a:cubicBezTo>
                    <a:pt x="9706" y="427"/>
                    <a:pt x="9715" y="426"/>
                    <a:pt x="9723" y="424"/>
                  </a:cubicBezTo>
                  <a:lnTo>
                    <a:pt x="9737" y="346"/>
                  </a:lnTo>
                  <a:lnTo>
                    <a:pt x="9696" y="346"/>
                  </a:lnTo>
                  <a:lnTo>
                    <a:pt x="9716" y="235"/>
                  </a:lnTo>
                  <a:lnTo>
                    <a:pt x="9880" y="235"/>
                  </a:lnTo>
                  <a:lnTo>
                    <a:pt x="9826" y="526"/>
                  </a:lnTo>
                  <a:cubicBezTo>
                    <a:pt x="9808" y="534"/>
                    <a:pt x="9782" y="541"/>
                    <a:pt x="9749" y="546"/>
                  </a:cubicBezTo>
                  <a:cubicBezTo>
                    <a:pt x="9716" y="551"/>
                    <a:pt x="9684" y="554"/>
                    <a:pt x="9651" y="554"/>
                  </a:cubicBezTo>
                  <a:cubicBezTo>
                    <a:pt x="9612" y="554"/>
                    <a:pt x="9582" y="548"/>
                    <a:pt x="9561" y="536"/>
                  </a:cubicBezTo>
                  <a:cubicBezTo>
                    <a:pt x="9540" y="524"/>
                    <a:pt x="9526" y="507"/>
                    <a:pt x="9518" y="485"/>
                  </a:cubicBezTo>
                  <a:cubicBezTo>
                    <a:pt x="9510" y="464"/>
                    <a:pt x="9507" y="439"/>
                    <a:pt x="9507" y="410"/>
                  </a:cubicBezTo>
                  <a:cubicBezTo>
                    <a:pt x="9507" y="386"/>
                    <a:pt x="9509" y="361"/>
                    <a:pt x="9513" y="334"/>
                  </a:cubicBezTo>
                  <a:cubicBezTo>
                    <a:pt x="9518" y="307"/>
                    <a:pt x="9523" y="280"/>
                    <a:pt x="9529" y="251"/>
                  </a:cubicBezTo>
                  <a:cubicBezTo>
                    <a:pt x="9545" y="166"/>
                    <a:pt x="9571" y="104"/>
                    <a:pt x="9607" y="65"/>
                  </a:cubicBezTo>
                  <a:cubicBezTo>
                    <a:pt x="9643" y="26"/>
                    <a:pt x="9697" y="6"/>
                    <a:pt x="9767" y="7"/>
                  </a:cubicBezTo>
                  <a:close/>
                  <a:moveTo>
                    <a:pt x="9305" y="7"/>
                  </a:moveTo>
                  <a:cubicBezTo>
                    <a:pt x="9336" y="7"/>
                    <a:pt x="9361" y="9"/>
                    <a:pt x="9380" y="13"/>
                  </a:cubicBezTo>
                  <a:cubicBezTo>
                    <a:pt x="9400" y="17"/>
                    <a:pt x="9414" y="21"/>
                    <a:pt x="9423" y="25"/>
                  </a:cubicBezTo>
                  <a:lnTo>
                    <a:pt x="9393" y="151"/>
                  </a:lnTo>
                  <a:cubicBezTo>
                    <a:pt x="9381" y="147"/>
                    <a:pt x="9369" y="143"/>
                    <a:pt x="9357" y="141"/>
                  </a:cubicBezTo>
                  <a:cubicBezTo>
                    <a:pt x="9346" y="139"/>
                    <a:pt x="9333" y="138"/>
                    <a:pt x="9320" y="138"/>
                  </a:cubicBezTo>
                  <a:cubicBezTo>
                    <a:pt x="9307" y="138"/>
                    <a:pt x="9297" y="140"/>
                    <a:pt x="9290" y="145"/>
                  </a:cubicBezTo>
                  <a:cubicBezTo>
                    <a:pt x="9283" y="150"/>
                    <a:pt x="9280" y="158"/>
                    <a:pt x="9280" y="169"/>
                  </a:cubicBezTo>
                  <a:cubicBezTo>
                    <a:pt x="9280" y="177"/>
                    <a:pt x="9281" y="186"/>
                    <a:pt x="9284" y="194"/>
                  </a:cubicBezTo>
                  <a:cubicBezTo>
                    <a:pt x="9287" y="203"/>
                    <a:pt x="9292" y="215"/>
                    <a:pt x="9298" y="230"/>
                  </a:cubicBezTo>
                  <a:lnTo>
                    <a:pt x="9324" y="291"/>
                  </a:lnTo>
                  <a:cubicBezTo>
                    <a:pt x="9331" y="306"/>
                    <a:pt x="9337" y="323"/>
                    <a:pt x="9343" y="341"/>
                  </a:cubicBezTo>
                  <a:cubicBezTo>
                    <a:pt x="9348" y="359"/>
                    <a:pt x="9352" y="377"/>
                    <a:pt x="9352" y="396"/>
                  </a:cubicBezTo>
                  <a:cubicBezTo>
                    <a:pt x="9351" y="451"/>
                    <a:pt x="9336" y="491"/>
                    <a:pt x="9307" y="516"/>
                  </a:cubicBezTo>
                  <a:cubicBezTo>
                    <a:pt x="9278" y="542"/>
                    <a:pt x="9241" y="554"/>
                    <a:pt x="9194" y="554"/>
                  </a:cubicBezTo>
                  <a:cubicBezTo>
                    <a:pt x="9161" y="553"/>
                    <a:pt x="9134" y="551"/>
                    <a:pt x="9113" y="547"/>
                  </a:cubicBezTo>
                  <a:cubicBezTo>
                    <a:pt x="9092" y="543"/>
                    <a:pt x="9077" y="539"/>
                    <a:pt x="9068" y="535"/>
                  </a:cubicBezTo>
                  <a:lnTo>
                    <a:pt x="9078" y="402"/>
                  </a:lnTo>
                  <a:cubicBezTo>
                    <a:pt x="9088" y="406"/>
                    <a:pt x="9101" y="410"/>
                    <a:pt x="9120" y="414"/>
                  </a:cubicBezTo>
                  <a:cubicBezTo>
                    <a:pt x="9139" y="418"/>
                    <a:pt x="9160" y="420"/>
                    <a:pt x="9184" y="420"/>
                  </a:cubicBezTo>
                  <a:cubicBezTo>
                    <a:pt x="9187" y="420"/>
                    <a:pt x="9190" y="420"/>
                    <a:pt x="9192" y="420"/>
                  </a:cubicBezTo>
                  <a:cubicBezTo>
                    <a:pt x="9195" y="420"/>
                    <a:pt x="9198" y="420"/>
                    <a:pt x="9201" y="420"/>
                  </a:cubicBezTo>
                  <a:cubicBezTo>
                    <a:pt x="9202" y="416"/>
                    <a:pt x="9203" y="412"/>
                    <a:pt x="9204" y="407"/>
                  </a:cubicBezTo>
                  <a:cubicBezTo>
                    <a:pt x="9205" y="403"/>
                    <a:pt x="9206" y="398"/>
                    <a:pt x="9206" y="393"/>
                  </a:cubicBezTo>
                  <a:cubicBezTo>
                    <a:pt x="9205" y="384"/>
                    <a:pt x="9204" y="375"/>
                    <a:pt x="9200" y="366"/>
                  </a:cubicBezTo>
                  <a:cubicBezTo>
                    <a:pt x="9196" y="358"/>
                    <a:pt x="9192" y="348"/>
                    <a:pt x="9186" y="336"/>
                  </a:cubicBezTo>
                  <a:lnTo>
                    <a:pt x="9159" y="276"/>
                  </a:lnTo>
                  <a:cubicBezTo>
                    <a:pt x="9151" y="259"/>
                    <a:pt x="9145" y="241"/>
                    <a:pt x="9140" y="223"/>
                  </a:cubicBezTo>
                  <a:cubicBezTo>
                    <a:pt x="9135" y="205"/>
                    <a:pt x="9133" y="188"/>
                    <a:pt x="9133" y="171"/>
                  </a:cubicBezTo>
                  <a:cubicBezTo>
                    <a:pt x="9134" y="116"/>
                    <a:pt x="9149" y="75"/>
                    <a:pt x="9180" y="48"/>
                  </a:cubicBezTo>
                  <a:cubicBezTo>
                    <a:pt x="9211" y="20"/>
                    <a:pt x="9253" y="7"/>
                    <a:pt x="9305" y="7"/>
                  </a:cubicBezTo>
                  <a:close/>
                  <a:moveTo>
                    <a:pt x="7504" y="7"/>
                  </a:moveTo>
                  <a:cubicBezTo>
                    <a:pt x="7559" y="7"/>
                    <a:pt x="7596" y="21"/>
                    <a:pt x="7618" y="47"/>
                  </a:cubicBezTo>
                  <a:cubicBezTo>
                    <a:pt x="7639" y="73"/>
                    <a:pt x="7649" y="108"/>
                    <a:pt x="7648" y="151"/>
                  </a:cubicBezTo>
                  <a:cubicBezTo>
                    <a:pt x="7648" y="175"/>
                    <a:pt x="7646" y="200"/>
                    <a:pt x="7642" y="227"/>
                  </a:cubicBezTo>
                  <a:cubicBezTo>
                    <a:pt x="7638" y="253"/>
                    <a:pt x="7632" y="281"/>
                    <a:pt x="7626" y="310"/>
                  </a:cubicBezTo>
                  <a:cubicBezTo>
                    <a:pt x="7610" y="395"/>
                    <a:pt x="7585" y="457"/>
                    <a:pt x="7550" y="496"/>
                  </a:cubicBezTo>
                  <a:cubicBezTo>
                    <a:pt x="7514" y="535"/>
                    <a:pt x="7461" y="554"/>
                    <a:pt x="7391" y="554"/>
                  </a:cubicBezTo>
                  <a:cubicBezTo>
                    <a:pt x="7336" y="553"/>
                    <a:pt x="7299" y="540"/>
                    <a:pt x="7277" y="514"/>
                  </a:cubicBezTo>
                  <a:cubicBezTo>
                    <a:pt x="7256" y="487"/>
                    <a:pt x="7246" y="453"/>
                    <a:pt x="7247" y="409"/>
                  </a:cubicBezTo>
                  <a:cubicBezTo>
                    <a:pt x="7247" y="385"/>
                    <a:pt x="7250" y="360"/>
                    <a:pt x="7254" y="334"/>
                  </a:cubicBezTo>
                  <a:cubicBezTo>
                    <a:pt x="7258" y="307"/>
                    <a:pt x="7263" y="280"/>
                    <a:pt x="7270" y="251"/>
                  </a:cubicBezTo>
                  <a:cubicBezTo>
                    <a:pt x="7281" y="194"/>
                    <a:pt x="7295" y="148"/>
                    <a:pt x="7314" y="112"/>
                  </a:cubicBezTo>
                  <a:cubicBezTo>
                    <a:pt x="7332" y="76"/>
                    <a:pt x="7357" y="49"/>
                    <a:pt x="7387" y="32"/>
                  </a:cubicBezTo>
                  <a:cubicBezTo>
                    <a:pt x="7418" y="15"/>
                    <a:pt x="7457" y="7"/>
                    <a:pt x="7504" y="7"/>
                  </a:cubicBezTo>
                  <a:close/>
                  <a:moveTo>
                    <a:pt x="7115" y="7"/>
                  </a:moveTo>
                  <a:cubicBezTo>
                    <a:pt x="7144" y="7"/>
                    <a:pt x="7172" y="9"/>
                    <a:pt x="7198" y="13"/>
                  </a:cubicBezTo>
                  <a:cubicBezTo>
                    <a:pt x="7224" y="17"/>
                    <a:pt x="7243" y="21"/>
                    <a:pt x="7254" y="26"/>
                  </a:cubicBezTo>
                  <a:lnTo>
                    <a:pt x="7222" y="153"/>
                  </a:lnTo>
                  <a:cubicBezTo>
                    <a:pt x="7209" y="149"/>
                    <a:pt x="7193" y="146"/>
                    <a:pt x="7175" y="143"/>
                  </a:cubicBezTo>
                  <a:cubicBezTo>
                    <a:pt x="7157" y="140"/>
                    <a:pt x="7136" y="138"/>
                    <a:pt x="7113" y="138"/>
                  </a:cubicBezTo>
                  <a:cubicBezTo>
                    <a:pt x="7085" y="137"/>
                    <a:pt x="7066" y="144"/>
                    <a:pt x="7054" y="160"/>
                  </a:cubicBezTo>
                  <a:cubicBezTo>
                    <a:pt x="7043" y="176"/>
                    <a:pt x="7032" y="207"/>
                    <a:pt x="7022" y="252"/>
                  </a:cubicBezTo>
                  <a:cubicBezTo>
                    <a:pt x="7018" y="268"/>
                    <a:pt x="7015" y="288"/>
                    <a:pt x="7011" y="309"/>
                  </a:cubicBezTo>
                  <a:cubicBezTo>
                    <a:pt x="7007" y="331"/>
                    <a:pt x="7004" y="353"/>
                    <a:pt x="7002" y="374"/>
                  </a:cubicBezTo>
                  <a:cubicBezTo>
                    <a:pt x="7000" y="395"/>
                    <a:pt x="6998" y="413"/>
                    <a:pt x="6998" y="428"/>
                  </a:cubicBezTo>
                  <a:cubicBezTo>
                    <a:pt x="7001" y="429"/>
                    <a:pt x="7005" y="429"/>
                    <a:pt x="7008" y="429"/>
                  </a:cubicBezTo>
                  <a:cubicBezTo>
                    <a:pt x="7011" y="429"/>
                    <a:pt x="7014" y="429"/>
                    <a:pt x="7018" y="429"/>
                  </a:cubicBezTo>
                  <a:cubicBezTo>
                    <a:pt x="7027" y="429"/>
                    <a:pt x="7036" y="429"/>
                    <a:pt x="7045" y="428"/>
                  </a:cubicBezTo>
                  <a:cubicBezTo>
                    <a:pt x="7054" y="427"/>
                    <a:pt x="7063" y="426"/>
                    <a:pt x="7071" y="424"/>
                  </a:cubicBezTo>
                  <a:lnTo>
                    <a:pt x="7085" y="346"/>
                  </a:lnTo>
                  <a:lnTo>
                    <a:pt x="7044" y="346"/>
                  </a:lnTo>
                  <a:lnTo>
                    <a:pt x="7064" y="235"/>
                  </a:lnTo>
                  <a:lnTo>
                    <a:pt x="7228" y="235"/>
                  </a:lnTo>
                  <a:lnTo>
                    <a:pt x="7174" y="526"/>
                  </a:lnTo>
                  <a:cubicBezTo>
                    <a:pt x="7156" y="534"/>
                    <a:pt x="7130" y="541"/>
                    <a:pt x="7097" y="546"/>
                  </a:cubicBezTo>
                  <a:cubicBezTo>
                    <a:pt x="7064" y="551"/>
                    <a:pt x="7032" y="554"/>
                    <a:pt x="6999" y="554"/>
                  </a:cubicBezTo>
                  <a:cubicBezTo>
                    <a:pt x="6960" y="554"/>
                    <a:pt x="6930" y="548"/>
                    <a:pt x="6909" y="536"/>
                  </a:cubicBezTo>
                  <a:cubicBezTo>
                    <a:pt x="6888" y="524"/>
                    <a:pt x="6874" y="507"/>
                    <a:pt x="6866" y="485"/>
                  </a:cubicBezTo>
                  <a:cubicBezTo>
                    <a:pt x="6858" y="464"/>
                    <a:pt x="6855" y="439"/>
                    <a:pt x="6855" y="410"/>
                  </a:cubicBezTo>
                  <a:cubicBezTo>
                    <a:pt x="6855" y="386"/>
                    <a:pt x="6857" y="361"/>
                    <a:pt x="6861" y="334"/>
                  </a:cubicBezTo>
                  <a:cubicBezTo>
                    <a:pt x="6866" y="307"/>
                    <a:pt x="6871" y="280"/>
                    <a:pt x="6877" y="251"/>
                  </a:cubicBezTo>
                  <a:cubicBezTo>
                    <a:pt x="6893" y="166"/>
                    <a:pt x="6919" y="104"/>
                    <a:pt x="6955" y="65"/>
                  </a:cubicBezTo>
                  <a:cubicBezTo>
                    <a:pt x="6991" y="26"/>
                    <a:pt x="7045" y="6"/>
                    <a:pt x="7115" y="7"/>
                  </a:cubicBezTo>
                  <a:close/>
                  <a:moveTo>
                    <a:pt x="6653" y="7"/>
                  </a:moveTo>
                  <a:cubicBezTo>
                    <a:pt x="6684" y="7"/>
                    <a:pt x="6709" y="9"/>
                    <a:pt x="6728" y="13"/>
                  </a:cubicBezTo>
                  <a:cubicBezTo>
                    <a:pt x="6748" y="17"/>
                    <a:pt x="6762" y="21"/>
                    <a:pt x="6771" y="25"/>
                  </a:cubicBezTo>
                  <a:lnTo>
                    <a:pt x="6741" y="151"/>
                  </a:lnTo>
                  <a:cubicBezTo>
                    <a:pt x="6729" y="147"/>
                    <a:pt x="6717" y="143"/>
                    <a:pt x="6705" y="141"/>
                  </a:cubicBezTo>
                  <a:cubicBezTo>
                    <a:pt x="6694" y="139"/>
                    <a:pt x="6681" y="138"/>
                    <a:pt x="6668" y="138"/>
                  </a:cubicBezTo>
                  <a:cubicBezTo>
                    <a:pt x="6655" y="138"/>
                    <a:pt x="6645" y="140"/>
                    <a:pt x="6638" y="145"/>
                  </a:cubicBezTo>
                  <a:cubicBezTo>
                    <a:pt x="6631" y="150"/>
                    <a:pt x="6628" y="158"/>
                    <a:pt x="6628" y="169"/>
                  </a:cubicBezTo>
                  <a:cubicBezTo>
                    <a:pt x="6628" y="177"/>
                    <a:pt x="6629" y="186"/>
                    <a:pt x="6632" y="194"/>
                  </a:cubicBezTo>
                  <a:cubicBezTo>
                    <a:pt x="6635" y="203"/>
                    <a:pt x="6640" y="215"/>
                    <a:pt x="6646" y="230"/>
                  </a:cubicBezTo>
                  <a:lnTo>
                    <a:pt x="6672" y="291"/>
                  </a:lnTo>
                  <a:cubicBezTo>
                    <a:pt x="6679" y="306"/>
                    <a:pt x="6685" y="323"/>
                    <a:pt x="6691" y="341"/>
                  </a:cubicBezTo>
                  <a:cubicBezTo>
                    <a:pt x="6696" y="359"/>
                    <a:pt x="6700" y="377"/>
                    <a:pt x="6700" y="396"/>
                  </a:cubicBezTo>
                  <a:cubicBezTo>
                    <a:pt x="6699" y="451"/>
                    <a:pt x="6684" y="491"/>
                    <a:pt x="6655" y="516"/>
                  </a:cubicBezTo>
                  <a:cubicBezTo>
                    <a:pt x="6626" y="542"/>
                    <a:pt x="6589" y="554"/>
                    <a:pt x="6542" y="554"/>
                  </a:cubicBezTo>
                  <a:cubicBezTo>
                    <a:pt x="6509" y="553"/>
                    <a:pt x="6482" y="551"/>
                    <a:pt x="6461" y="547"/>
                  </a:cubicBezTo>
                  <a:cubicBezTo>
                    <a:pt x="6440" y="543"/>
                    <a:pt x="6425" y="539"/>
                    <a:pt x="6416" y="535"/>
                  </a:cubicBezTo>
                  <a:lnTo>
                    <a:pt x="6426" y="402"/>
                  </a:lnTo>
                  <a:cubicBezTo>
                    <a:pt x="6436" y="406"/>
                    <a:pt x="6449" y="410"/>
                    <a:pt x="6468" y="414"/>
                  </a:cubicBezTo>
                  <a:cubicBezTo>
                    <a:pt x="6487" y="418"/>
                    <a:pt x="6508" y="420"/>
                    <a:pt x="6532" y="420"/>
                  </a:cubicBezTo>
                  <a:cubicBezTo>
                    <a:pt x="6535" y="420"/>
                    <a:pt x="6538" y="420"/>
                    <a:pt x="6540" y="420"/>
                  </a:cubicBezTo>
                  <a:cubicBezTo>
                    <a:pt x="6543" y="420"/>
                    <a:pt x="6546" y="420"/>
                    <a:pt x="6549" y="420"/>
                  </a:cubicBezTo>
                  <a:cubicBezTo>
                    <a:pt x="6550" y="416"/>
                    <a:pt x="6551" y="412"/>
                    <a:pt x="6552" y="407"/>
                  </a:cubicBezTo>
                  <a:cubicBezTo>
                    <a:pt x="6553" y="403"/>
                    <a:pt x="6554" y="398"/>
                    <a:pt x="6554" y="393"/>
                  </a:cubicBezTo>
                  <a:cubicBezTo>
                    <a:pt x="6553" y="384"/>
                    <a:pt x="6552" y="375"/>
                    <a:pt x="6548" y="366"/>
                  </a:cubicBezTo>
                  <a:cubicBezTo>
                    <a:pt x="6544" y="358"/>
                    <a:pt x="6540" y="348"/>
                    <a:pt x="6534" y="336"/>
                  </a:cubicBezTo>
                  <a:lnTo>
                    <a:pt x="6507" y="276"/>
                  </a:lnTo>
                  <a:cubicBezTo>
                    <a:pt x="6499" y="259"/>
                    <a:pt x="6493" y="241"/>
                    <a:pt x="6488" y="223"/>
                  </a:cubicBezTo>
                  <a:cubicBezTo>
                    <a:pt x="6483" y="205"/>
                    <a:pt x="6481" y="188"/>
                    <a:pt x="6481" y="171"/>
                  </a:cubicBezTo>
                  <a:cubicBezTo>
                    <a:pt x="6482" y="116"/>
                    <a:pt x="6497" y="75"/>
                    <a:pt x="6528" y="48"/>
                  </a:cubicBezTo>
                  <a:cubicBezTo>
                    <a:pt x="6559" y="20"/>
                    <a:pt x="6601" y="7"/>
                    <a:pt x="6653" y="7"/>
                  </a:cubicBezTo>
                  <a:close/>
                  <a:moveTo>
                    <a:pt x="4850" y="7"/>
                  </a:moveTo>
                  <a:cubicBezTo>
                    <a:pt x="4905" y="7"/>
                    <a:pt x="4942" y="21"/>
                    <a:pt x="4964" y="47"/>
                  </a:cubicBezTo>
                  <a:cubicBezTo>
                    <a:pt x="4985" y="73"/>
                    <a:pt x="4995" y="108"/>
                    <a:pt x="4994" y="151"/>
                  </a:cubicBezTo>
                  <a:cubicBezTo>
                    <a:pt x="4994" y="175"/>
                    <a:pt x="4992" y="200"/>
                    <a:pt x="4988" y="227"/>
                  </a:cubicBezTo>
                  <a:cubicBezTo>
                    <a:pt x="4984" y="253"/>
                    <a:pt x="4978" y="281"/>
                    <a:pt x="4972" y="310"/>
                  </a:cubicBezTo>
                  <a:cubicBezTo>
                    <a:pt x="4956" y="395"/>
                    <a:pt x="4931" y="457"/>
                    <a:pt x="4896" y="496"/>
                  </a:cubicBezTo>
                  <a:cubicBezTo>
                    <a:pt x="4860" y="535"/>
                    <a:pt x="4807" y="554"/>
                    <a:pt x="4737" y="554"/>
                  </a:cubicBezTo>
                  <a:cubicBezTo>
                    <a:pt x="4682" y="553"/>
                    <a:pt x="4645" y="540"/>
                    <a:pt x="4623" y="514"/>
                  </a:cubicBezTo>
                  <a:cubicBezTo>
                    <a:pt x="4602" y="487"/>
                    <a:pt x="4592" y="453"/>
                    <a:pt x="4593" y="409"/>
                  </a:cubicBezTo>
                  <a:cubicBezTo>
                    <a:pt x="4593" y="385"/>
                    <a:pt x="4596" y="360"/>
                    <a:pt x="4600" y="334"/>
                  </a:cubicBezTo>
                  <a:cubicBezTo>
                    <a:pt x="4604" y="307"/>
                    <a:pt x="4609" y="280"/>
                    <a:pt x="4616" y="251"/>
                  </a:cubicBezTo>
                  <a:cubicBezTo>
                    <a:pt x="4627" y="194"/>
                    <a:pt x="4641" y="148"/>
                    <a:pt x="4660" y="112"/>
                  </a:cubicBezTo>
                  <a:cubicBezTo>
                    <a:pt x="4678" y="76"/>
                    <a:pt x="4703" y="49"/>
                    <a:pt x="4733" y="32"/>
                  </a:cubicBezTo>
                  <a:cubicBezTo>
                    <a:pt x="4764" y="15"/>
                    <a:pt x="4803" y="7"/>
                    <a:pt x="4850" y="7"/>
                  </a:cubicBezTo>
                  <a:close/>
                  <a:moveTo>
                    <a:pt x="4461" y="7"/>
                  </a:moveTo>
                  <a:cubicBezTo>
                    <a:pt x="4490" y="7"/>
                    <a:pt x="4518" y="9"/>
                    <a:pt x="4544" y="13"/>
                  </a:cubicBezTo>
                  <a:cubicBezTo>
                    <a:pt x="4570" y="17"/>
                    <a:pt x="4589" y="21"/>
                    <a:pt x="4600" y="26"/>
                  </a:cubicBezTo>
                  <a:lnTo>
                    <a:pt x="4568" y="153"/>
                  </a:lnTo>
                  <a:cubicBezTo>
                    <a:pt x="4555" y="149"/>
                    <a:pt x="4539" y="146"/>
                    <a:pt x="4521" y="143"/>
                  </a:cubicBezTo>
                  <a:cubicBezTo>
                    <a:pt x="4503" y="140"/>
                    <a:pt x="4482" y="138"/>
                    <a:pt x="4459" y="138"/>
                  </a:cubicBezTo>
                  <a:cubicBezTo>
                    <a:pt x="4431" y="137"/>
                    <a:pt x="4412" y="144"/>
                    <a:pt x="4400" y="160"/>
                  </a:cubicBezTo>
                  <a:cubicBezTo>
                    <a:pt x="4389" y="176"/>
                    <a:pt x="4378" y="207"/>
                    <a:pt x="4368" y="252"/>
                  </a:cubicBezTo>
                  <a:cubicBezTo>
                    <a:pt x="4364" y="268"/>
                    <a:pt x="4361" y="288"/>
                    <a:pt x="4357" y="309"/>
                  </a:cubicBezTo>
                  <a:cubicBezTo>
                    <a:pt x="4353" y="331"/>
                    <a:pt x="4350" y="353"/>
                    <a:pt x="4348" y="374"/>
                  </a:cubicBezTo>
                  <a:cubicBezTo>
                    <a:pt x="4346" y="395"/>
                    <a:pt x="4344" y="413"/>
                    <a:pt x="4344" y="428"/>
                  </a:cubicBezTo>
                  <a:cubicBezTo>
                    <a:pt x="4347" y="429"/>
                    <a:pt x="4351" y="429"/>
                    <a:pt x="4354" y="429"/>
                  </a:cubicBezTo>
                  <a:cubicBezTo>
                    <a:pt x="4357" y="429"/>
                    <a:pt x="4360" y="429"/>
                    <a:pt x="4364" y="429"/>
                  </a:cubicBezTo>
                  <a:cubicBezTo>
                    <a:pt x="4373" y="429"/>
                    <a:pt x="4382" y="429"/>
                    <a:pt x="4391" y="428"/>
                  </a:cubicBezTo>
                  <a:cubicBezTo>
                    <a:pt x="4400" y="427"/>
                    <a:pt x="4409" y="426"/>
                    <a:pt x="4417" y="424"/>
                  </a:cubicBezTo>
                  <a:lnTo>
                    <a:pt x="4431" y="346"/>
                  </a:lnTo>
                  <a:lnTo>
                    <a:pt x="4390" y="346"/>
                  </a:lnTo>
                  <a:lnTo>
                    <a:pt x="4410" y="235"/>
                  </a:lnTo>
                  <a:lnTo>
                    <a:pt x="4574" y="235"/>
                  </a:lnTo>
                  <a:lnTo>
                    <a:pt x="4520" y="526"/>
                  </a:lnTo>
                  <a:cubicBezTo>
                    <a:pt x="4502" y="534"/>
                    <a:pt x="4476" y="541"/>
                    <a:pt x="4443" y="546"/>
                  </a:cubicBezTo>
                  <a:cubicBezTo>
                    <a:pt x="4410" y="551"/>
                    <a:pt x="4378" y="554"/>
                    <a:pt x="4345" y="554"/>
                  </a:cubicBezTo>
                  <a:cubicBezTo>
                    <a:pt x="4306" y="554"/>
                    <a:pt x="4276" y="548"/>
                    <a:pt x="4255" y="536"/>
                  </a:cubicBezTo>
                  <a:cubicBezTo>
                    <a:pt x="4234" y="524"/>
                    <a:pt x="4220" y="507"/>
                    <a:pt x="4212" y="485"/>
                  </a:cubicBezTo>
                  <a:cubicBezTo>
                    <a:pt x="4204" y="464"/>
                    <a:pt x="4201" y="439"/>
                    <a:pt x="4201" y="410"/>
                  </a:cubicBezTo>
                  <a:cubicBezTo>
                    <a:pt x="4201" y="386"/>
                    <a:pt x="4203" y="361"/>
                    <a:pt x="4207" y="334"/>
                  </a:cubicBezTo>
                  <a:cubicBezTo>
                    <a:pt x="4212" y="307"/>
                    <a:pt x="4217" y="280"/>
                    <a:pt x="4223" y="251"/>
                  </a:cubicBezTo>
                  <a:cubicBezTo>
                    <a:pt x="4239" y="166"/>
                    <a:pt x="4265" y="104"/>
                    <a:pt x="4301" y="65"/>
                  </a:cubicBezTo>
                  <a:cubicBezTo>
                    <a:pt x="4337" y="26"/>
                    <a:pt x="4391" y="6"/>
                    <a:pt x="4461" y="7"/>
                  </a:cubicBezTo>
                  <a:close/>
                  <a:moveTo>
                    <a:pt x="3999" y="7"/>
                  </a:moveTo>
                  <a:cubicBezTo>
                    <a:pt x="4030" y="7"/>
                    <a:pt x="4055" y="9"/>
                    <a:pt x="4074" y="13"/>
                  </a:cubicBezTo>
                  <a:cubicBezTo>
                    <a:pt x="4094" y="17"/>
                    <a:pt x="4108" y="21"/>
                    <a:pt x="4117" y="25"/>
                  </a:cubicBezTo>
                  <a:lnTo>
                    <a:pt x="4087" y="151"/>
                  </a:lnTo>
                  <a:cubicBezTo>
                    <a:pt x="4075" y="147"/>
                    <a:pt x="4063" y="143"/>
                    <a:pt x="4051" y="141"/>
                  </a:cubicBezTo>
                  <a:cubicBezTo>
                    <a:pt x="4040" y="139"/>
                    <a:pt x="4027" y="138"/>
                    <a:pt x="4014" y="138"/>
                  </a:cubicBezTo>
                  <a:cubicBezTo>
                    <a:pt x="4001" y="138"/>
                    <a:pt x="3991" y="140"/>
                    <a:pt x="3984" y="145"/>
                  </a:cubicBezTo>
                  <a:cubicBezTo>
                    <a:pt x="3977" y="150"/>
                    <a:pt x="3974" y="158"/>
                    <a:pt x="3974" y="169"/>
                  </a:cubicBezTo>
                  <a:cubicBezTo>
                    <a:pt x="3974" y="177"/>
                    <a:pt x="3975" y="186"/>
                    <a:pt x="3978" y="194"/>
                  </a:cubicBezTo>
                  <a:cubicBezTo>
                    <a:pt x="3981" y="203"/>
                    <a:pt x="3986" y="215"/>
                    <a:pt x="3992" y="230"/>
                  </a:cubicBezTo>
                  <a:lnTo>
                    <a:pt x="4018" y="291"/>
                  </a:lnTo>
                  <a:cubicBezTo>
                    <a:pt x="4025" y="306"/>
                    <a:pt x="4031" y="323"/>
                    <a:pt x="4037" y="341"/>
                  </a:cubicBezTo>
                  <a:cubicBezTo>
                    <a:pt x="4042" y="359"/>
                    <a:pt x="4046" y="377"/>
                    <a:pt x="4046" y="396"/>
                  </a:cubicBezTo>
                  <a:cubicBezTo>
                    <a:pt x="4045" y="451"/>
                    <a:pt x="4030" y="491"/>
                    <a:pt x="4001" y="516"/>
                  </a:cubicBezTo>
                  <a:cubicBezTo>
                    <a:pt x="3972" y="542"/>
                    <a:pt x="3935" y="554"/>
                    <a:pt x="3888" y="554"/>
                  </a:cubicBezTo>
                  <a:cubicBezTo>
                    <a:pt x="3855" y="553"/>
                    <a:pt x="3828" y="551"/>
                    <a:pt x="3807" y="547"/>
                  </a:cubicBezTo>
                  <a:cubicBezTo>
                    <a:pt x="3786" y="543"/>
                    <a:pt x="3771" y="539"/>
                    <a:pt x="3762" y="535"/>
                  </a:cubicBezTo>
                  <a:lnTo>
                    <a:pt x="3772" y="402"/>
                  </a:lnTo>
                  <a:cubicBezTo>
                    <a:pt x="3782" y="406"/>
                    <a:pt x="3795" y="410"/>
                    <a:pt x="3814" y="414"/>
                  </a:cubicBezTo>
                  <a:cubicBezTo>
                    <a:pt x="3833" y="418"/>
                    <a:pt x="3854" y="420"/>
                    <a:pt x="3878" y="420"/>
                  </a:cubicBezTo>
                  <a:cubicBezTo>
                    <a:pt x="3881" y="420"/>
                    <a:pt x="3884" y="420"/>
                    <a:pt x="3886" y="420"/>
                  </a:cubicBezTo>
                  <a:cubicBezTo>
                    <a:pt x="3889" y="420"/>
                    <a:pt x="3892" y="420"/>
                    <a:pt x="3895" y="420"/>
                  </a:cubicBezTo>
                  <a:cubicBezTo>
                    <a:pt x="3896" y="416"/>
                    <a:pt x="3897" y="412"/>
                    <a:pt x="3898" y="407"/>
                  </a:cubicBezTo>
                  <a:cubicBezTo>
                    <a:pt x="3899" y="403"/>
                    <a:pt x="3900" y="398"/>
                    <a:pt x="3900" y="393"/>
                  </a:cubicBezTo>
                  <a:cubicBezTo>
                    <a:pt x="3899" y="384"/>
                    <a:pt x="3898" y="375"/>
                    <a:pt x="3894" y="366"/>
                  </a:cubicBezTo>
                  <a:cubicBezTo>
                    <a:pt x="3890" y="358"/>
                    <a:pt x="3886" y="348"/>
                    <a:pt x="3880" y="336"/>
                  </a:cubicBezTo>
                  <a:lnTo>
                    <a:pt x="3853" y="276"/>
                  </a:lnTo>
                  <a:cubicBezTo>
                    <a:pt x="3845" y="259"/>
                    <a:pt x="3839" y="241"/>
                    <a:pt x="3834" y="223"/>
                  </a:cubicBezTo>
                  <a:cubicBezTo>
                    <a:pt x="3829" y="205"/>
                    <a:pt x="3827" y="188"/>
                    <a:pt x="3827" y="171"/>
                  </a:cubicBezTo>
                  <a:cubicBezTo>
                    <a:pt x="3828" y="116"/>
                    <a:pt x="3843" y="75"/>
                    <a:pt x="3874" y="48"/>
                  </a:cubicBezTo>
                  <a:cubicBezTo>
                    <a:pt x="3905" y="20"/>
                    <a:pt x="3947" y="7"/>
                    <a:pt x="3999" y="7"/>
                  </a:cubicBezTo>
                  <a:close/>
                  <a:moveTo>
                    <a:pt x="2198" y="7"/>
                  </a:moveTo>
                  <a:cubicBezTo>
                    <a:pt x="2253" y="7"/>
                    <a:pt x="2290" y="21"/>
                    <a:pt x="2312" y="47"/>
                  </a:cubicBezTo>
                  <a:cubicBezTo>
                    <a:pt x="2333" y="73"/>
                    <a:pt x="2343" y="108"/>
                    <a:pt x="2342" y="151"/>
                  </a:cubicBezTo>
                  <a:cubicBezTo>
                    <a:pt x="2342" y="175"/>
                    <a:pt x="2340" y="200"/>
                    <a:pt x="2336" y="227"/>
                  </a:cubicBezTo>
                  <a:cubicBezTo>
                    <a:pt x="2332" y="253"/>
                    <a:pt x="2326" y="281"/>
                    <a:pt x="2320" y="310"/>
                  </a:cubicBezTo>
                  <a:cubicBezTo>
                    <a:pt x="2304" y="395"/>
                    <a:pt x="2279" y="457"/>
                    <a:pt x="2244" y="496"/>
                  </a:cubicBezTo>
                  <a:cubicBezTo>
                    <a:pt x="2208" y="535"/>
                    <a:pt x="2155" y="554"/>
                    <a:pt x="2085" y="554"/>
                  </a:cubicBezTo>
                  <a:cubicBezTo>
                    <a:pt x="2030" y="553"/>
                    <a:pt x="1993" y="540"/>
                    <a:pt x="1971" y="514"/>
                  </a:cubicBezTo>
                  <a:cubicBezTo>
                    <a:pt x="1950" y="487"/>
                    <a:pt x="1940" y="453"/>
                    <a:pt x="1941" y="409"/>
                  </a:cubicBezTo>
                  <a:cubicBezTo>
                    <a:pt x="1941" y="385"/>
                    <a:pt x="1944" y="360"/>
                    <a:pt x="1948" y="334"/>
                  </a:cubicBezTo>
                  <a:cubicBezTo>
                    <a:pt x="1952" y="307"/>
                    <a:pt x="1957" y="280"/>
                    <a:pt x="1964" y="251"/>
                  </a:cubicBezTo>
                  <a:cubicBezTo>
                    <a:pt x="1975" y="194"/>
                    <a:pt x="1989" y="148"/>
                    <a:pt x="2008" y="112"/>
                  </a:cubicBezTo>
                  <a:cubicBezTo>
                    <a:pt x="2026" y="76"/>
                    <a:pt x="2051" y="49"/>
                    <a:pt x="2081" y="32"/>
                  </a:cubicBezTo>
                  <a:cubicBezTo>
                    <a:pt x="2112" y="15"/>
                    <a:pt x="2151" y="7"/>
                    <a:pt x="2198" y="7"/>
                  </a:cubicBezTo>
                  <a:close/>
                  <a:moveTo>
                    <a:pt x="1809" y="7"/>
                  </a:moveTo>
                  <a:cubicBezTo>
                    <a:pt x="1838" y="7"/>
                    <a:pt x="1866" y="9"/>
                    <a:pt x="1892" y="13"/>
                  </a:cubicBezTo>
                  <a:cubicBezTo>
                    <a:pt x="1918" y="17"/>
                    <a:pt x="1937" y="21"/>
                    <a:pt x="1948" y="26"/>
                  </a:cubicBezTo>
                  <a:lnTo>
                    <a:pt x="1916" y="153"/>
                  </a:lnTo>
                  <a:cubicBezTo>
                    <a:pt x="1903" y="149"/>
                    <a:pt x="1887" y="146"/>
                    <a:pt x="1869" y="143"/>
                  </a:cubicBezTo>
                  <a:cubicBezTo>
                    <a:pt x="1851" y="140"/>
                    <a:pt x="1830" y="138"/>
                    <a:pt x="1807" y="138"/>
                  </a:cubicBezTo>
                  <a:cubicBezTo>
                    <a:pt x="1779" y="137"/>
                    <a:pt x="1760" y="144"/>
                    <a:pt x="1748" y="160"/>
                  </a:cubicBezTo>
                  <a:cubicBezTo>
                    <a:pt x="1737" y="176"/>
                    <a:pt x="1726" y="207"/>
                    <a:pt x="1716" y="252"/>
                  </a:cubicBezTo>
                  <a:cubicBezTo>
                    <a:pt x="1712" y="268"/>
                    <a:pt x="1709" y="288"/>
                    <a:pt x="1705" y="309"/>
                  </a:cubicBezTo>
                  <a:cubicBezTo>
                    <a:pt x="1701" y="331"/>
                    <a:pt x="1698" y="353"/>
                    <a:pt x="1696" y="374"/>
                  </a:cubicBezTo>
                  <a:cubicBezTo>
                    <a:pt x="1694" y="395"/>
                    <a:pt x="1692" y="413"/>
                    <a:pt x="1692" y="428"/>
                  </a:cubicBezTo>
                  <a:cubicBezTo>
                    <a:pt x="1695" y="429"/>
                    <a:pt x="1699" y="429"/>
                    <a:pt x="1702" y="429"/>
                  </a:cubicBezTo>
                  <a:cubicBezTo>
                    <a:pt x="1705" y="429"/>
                    <a:pt x="1708" y="429"/>
                    <a:pt x="1712" y="429"/>
                  </a:cubicBezTo>
                  <a:cubicBezTo>
                    <a:pt x="1721" y="429"/>
                    <a:pt x="1730" y="429"/>
                    <a:pt x="1739" y="428"/>
                  </a:cubicBezTo>
                  <a:cubicBezTo>
                    <a:pt x="1748" y="427"/>
                    <a:pt x="1757" y="426"/>
                    <a:pt x="1765" y="424"/>
                  </a:cubicBezTo>
                  <a:lnTo>
                    <a:pt x="1779" y="346"/>
                  </a:lnTo>
                  <a:lnTo>
                    <a:pt x="1738" y="346"/>
                  </a:lnTo>
                  <a:lnTo>
                    <a:pt x="1758" y="235"/>
                  </a:lnTo>
                  <a:lnTo>
                    <a:pt x="1922" y="235"/>
                  </a:lnTo>
                  <a:lnTo>
                    <a:pt x="1868" y="526"/>
                  </a:lnTo>
                  <a:cubicBezTo>
                    <a:pt x="1850" y="534"/>
                    <a:pt x="1824" y="541"/>
                    <a:pt x="1791" y="546"/>
                  </a:cubicBezTo>
                  <a:cubicBezTo>
                    <a:pt x="1758" y="551"/>
                    <a:pt x="1726" y="554"/>
                    <a:pt x="1693" y="554"/>
                  </a:cubicBezTo>
                  <a:cubicBezTo>
                    <a:pt x="1654" y="554"/>
                    <a:pt x="1624" y="548"/>
                    <a:pt x="1603" y="536"/>
                  </a:cubicBezTo>
                  <a:cubicBezTo>
                    <a:pt x="1582" y="524"/>
                    <a:pt x="1568" y="507"/>
                    <a:pt x="1560" y="485"/>
                  </a:cubicBezTo>
                  <a:cubicBezTo>
                    <a:pt x="1552" y="464"/>
                    <a:pt x="1549" y="439"/>
                    <a:pt x="1549" y="410"/>
                  </a:cubicBezTo>
                  <a:cubicBezTo>
                    <a:pt x="1549" y="386"/>
                    <a:pt x="1551" y="361"/>
                    <a:pt x="1555" y="334"/>
                  </a:cubicBezTo>
                  <a:cubicBezTo>
                    <a:pt x="1560" y="307"/>
                    <a:pt x="1565" y="280"/>
                    <a:pt x="1571" y="251"/>
                  </a:cubicBezTo>
                  <a:cubicBezTo>
                    <a:pt x="1587" y="166"/>
                    <a:pt x="1613" y="104"/>
                    <a:pt x="1649" y="65"/>
                  </a:cubicBezTo>
                  <a:cubicBezTo>
                    <a:pt x="1685" y="26"/>
                    <a:pt x="1739" y="6"/>
                    <a:pt x="1809" y="7"/>
                  </a:cubicBezTo>
                  <a:close/>
                  <a:moveTo>
                    <a:pt x="1347" y="7"/>
                  </a:moveTo>
                  <a:cubicBezTo>
                    <a:pt x="1378" y="7"/>
                    <a:pt x="1403" y="9"/>
                    <a:pt x="1422" y="13"/>
                  </a:cubicBezTo>
                  <a:cubicBezTo>
                    <a:pt x="1442" y="17"/>
                    <a:pt x="1456" y="21"/>
                    <a:pt x="1465" y="25"/>
                  </a:cubicBezTo>
                  <a:lnTo>
                    <a:pt x="1435" y="151"/>
                  </a:lnTo>
                  <a:cubicBezTo>
                    <a:pt x="1423" y="147"/>
                    <a:pt x="1411" y="143"/>
                    <a:pt x="1399" y="141"/>
                  </a:cubicBezTo>
                  <a:cubicBezTo>
                    <a:pt x="1388" y="139"/>
                    <a:pt x="1375" y="138"/>
                    <a:pt x="1362" y="138"/>
                  </a:cubicBezTo>
                  <a:cubicBezTo>
                    <a:pt x="1349" y="138"/>
                    <a:pt x="1339" y="140"/>
                    <a:pt x="1332" y="145"/>
                  </a:cubicBezTo>
                  <a:cubicBezTo>
                    <a:pt x="1325" y="150"/>
                    <a:pt x="1322" y="158"/>
                    <a:pt x="1322" y="169"/>
                  </a:cubicBezTo>
                  <a:cubicBezTo>
                    <a:pt x="1322" y="177"/>
                    <a:pt x="1323" y="186"/>
                    <a:pt x="1326" y="194"/>
                  </a:cubicBezTo>
                  <a:cubicBezTo>
                    <a:pt x="1329" y="203"/>
                    <a:pt x="1334" y="215"/>
                    <a:pt x="1340" y="230"/>
                  </a:cubicBezTo>
                  <a:lnTo>
                    <a:pt x="1366" y="291"/>
                  </a:lnTo>
                  <a:cubicBezTo>
                    <a:pt x="1373" y="306"/>
                    <a:pt x="1379" y="323"/>
                    <a:pt x="1385" y="341"/>
                  </a:cubicBezTo>
                  <a:cubicBezTo>
                    <a:pt x="1390" y="359"/>
                    <a:pt x="1394" y="377"/>
                    <a:pt x="1394" y="396"/>
                  </a:cubicBezTo>
                  <a:cubicBezTo>
                    <a:pt x="1393" y="451"/>
                    <a:pt x="1378" y="491"/>
                    <a:pt x="1349" y="516"/>
                  </a:cubicBezTo>
                  <a:cubicBezTo>
                    <a:pt x="1320" y="542"/>
                    <a:pt x="1283" y="554"/>
                    <a:pt x="1236" y="554"/>
                  </a:cubicBezTo>
                  <a:cubicBezTo>
                    <a:pt x="1203" y="553"/>
                    <a:pt x="1176" y="551"/>
                    <a:pt x="1155" y="547"/>
                  </a:cubicBezTo>
                  <a:cubicBezTo>
                    <a:pt x="1134" y="543"/>
                    <a:pt x="1119" y="539"/>
                    <a:pt x="1110" y="535"/>
                  </a:cubicBezTo>
                  <a:lnTo>
                    <a:pt x="1120" y="402"/>
                  </a:lnTo>
                  <a:cubicBezTo>
                    <a:pt x="1130" y="406"/>
                    <a:pt x="1143" y="410"/>
                    <a:pt x="1162" y="414"/>
                  </a:cubicBezTo>
                  <a:cubicBezTo>
                    <a:pt x="1181" y="418"/>
                    <a:pt x="1202" y="420"/>
                    <a:pt x="1226" y="420"/>
                  </a:cubicBezTo>
                  <a:cubicBezTo>
                    <a:pt x="1229" y="420"/>
                    <a:pt x="1232" y="420"/>
                    <a:pt x="1234" y="420"/>
                  </a:cubicBezTo>
                  <a:cubicBezTo>
                    <a:pt x="1237" y="420"/>
                    <a:pt x="1240" y="420"/>
                    <a:pt x="1243" y="420"/>
                  </a:cubicBezTo>
                  <a:cubicBezTo>
                    <a:pt x="1244" y="416"/>
                    <a:pt x="1245" y="412"/>
                    <a:pt x="1246" y="407"/>
                  </a:cubicBezTo>
                  <a:cubicBezTo>
                    <a:pt x="1247" y="403"/>
                    <a:pt x="1248" y="398"/>
                    <a:pt x="1248" y="393"/>
                  </a:cubicBezTo>
                  <a:cubicBezTo>
                    <a:pt x="1247" y="384"/>
                    <a:pt x="1246" y="375"/>
                    <a:pt x="1242" y="366"/>
                  </a:cubicBezTo>
                  <a:cubicBezTo>
                    <a:pt x="1238" y="358"/>
                    <a:pt x="1234" y="348"/>
                    <a:pt x="1228" y="336"/>
                  </a:cubicBezTo>
                  <a:lnTo>
                    <a:pt x="1201" y="276"/>
                  </a:lnTo>
                  <a:cubicBezTo>
                    <a:pt x="1193" y="259"/>
                    <a:pt x="1187" y="241"/>
                    <a:pt x="1182" y="223"/>
                  </a:cubicBezTo>
                  <a:cubicBezTo>
                    <a:pt x="1177" y="205"/>
                    <a:pt x="1175" y="188"/>
                    <a:pt x="1175" y="171"/>
                  </a:cubicBezTo>
                  <a:cubicBezTo>
                    <a:pt x="1176" y="116"/>
                    <a:pt x="1191" y="75"/>
                    <a:pt x="1222" y="48"/>
                  </a:cubicBezTo>
                  <a:cubicBezTo>
                    <a:pt x="1253" y="20"/>
                    <a:pt x="1295" y="7"/>
                    <a:pt x="1347" y="7"/>
                  </a:cubicBezTo>
                  <a:close/>
                  <a:moveTo>
                    <a:pt x="15848" y="0"/>
                  </a:moveTo>
                  <a:lnTo>
                    <a:pt x="15758" y="374"/>
                  </a:lnTo>
                  <a:lnTo>
                    <a:pt x="15639" y="374"/>
                  </a:lnTo>
                  <a:lnTo>
                    <a:pt x="15691" y="16"/>
                  </a:lnTo>
                  <a:lnTo>
                    <a:pt x="15848" y="0"/>
                  </a:lnTo>
                  <a:close/>
                  <a:moveTo>
                    <a:pt x="13196" y="0"/>
                  </a:moveTo>
                  <a:lnTo>
                    <a:pt x="13106" y="374"/>
                  </a:lnTo>
                  <a:lnTo>
                    <a:pt x="12987" y="374"/>
                  </a:lnTo>
                  <a:lnTo>
                    <a:pt x="13039" y="16"/>
                  </a:lnTo>
                  <a:lnTo>
                    <a:pt x="13196" y="0"/>
                  </a:lnTo>
                  <a:close/>
                  <a:moveTo>
                    <a:pt x="10542" y="0"/>
                  </a:moveTo>
                  <a:lnTo>
                    <a:pt x="10452" y="374"/>
                  </a:lnTo>
                  <a:lnTo>
                    <a:pt x="10333" y="374"/>
                  </a:lnTo>
                  <a:lnTo>
                    <a:pt x="10385" y="16"/>
                  </a:lnTo>
                  <a:lnTo>
                    <a:pt x="10542" y="0"/>
                  </a:lnTo>
                  <a:close/>
                  <a:moveTo>
                    <a:pt x="7890" y="0"/>
                  </a:moveTo>
                  <a:lnTo>
                    <a:pt x="7800" y="374"/>
                  </a:lnTo>
                  <a:lnTo>
                    <a:pt x="7681" y="374"/>
                  </a:lnTo>
                  <a:lnTo>
                    <a:pt x="7733" y="16"/>
                  </a:lnTo>
                  <a:lnTo>
                    <a:pt x="7890" y="0"/>
                  </a:lnTo>
                  <a:close/>
                  <a:moveTo>
                    <a:pt x="5236" y="0"/>
                  </a:moveTo>
                  <a:lnTo>
                    <a:pt x="5146" y="374"/>
                  </a:lnTo>
                  <a:lnTo>
                    <a:pt x="5027" y="374"/>
                  </a:lnTo>
                  <a:lnTo>
                    <a:pt x="5079" y="16"/>
                  </a:lnTo>
                  <a:lnTo>
                    <a:pt x="5236" y="0"/>
                  </a:lnTo>
                  <a:close/>
                  <a:moveTo>
                    <a:pt x="2584" y="0"/>
                  </a:moveTo>
                  <a:lnTo>
                    <a:pt x="2494" y="374"/>
                  </a:lnTo>
                  <a:lnTo>
                    <a:pt x="2375" y="374"/>
                  </a:lnTo>
                  <a:lnTo>
                    <a:pt x="2427" y="16"/>
                  </a:lnTo>
                  <a:lnTo>
                    <a:pt x="2584" y="0"/>
                  </a:lnTo>
                  <a:close/>
                </a:path>
              </a:pathLst>
            </a:custGeom>
            <a:noFill/>
            <a:ln w="1270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F19EAA91-E25C-F8EA-7C70-540EC3F24A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086" y="6415428"/>
              <a:ext cx="12484683" cy="408031"/>
            </a:xfrm>
            <a:custGeom>
              <a:avLst/>
              <a:gdLst>
                <a:gd name="T0" fmla="*/ 11398 w 16953"/>
                <a:gd name="T1" fmla="*/ 544 h 554"/>
                <a:gd name="T2" fmla="*/ 3575 w 16953"/>
                <a:gd name="T3" fmla="*/ 544 h 554"/>
                <a:gd name="T4" fmla="*/ 16472 w 16953"/>
                <a:gd name="T5" fmla="*/ 428 h 554"/>
                <a:gd name="T6" fmla="*/ 13860 w 16953"/>
                <a:gd name="T7" fmla="*/ 403 h 554"/>
                <a:gd name="T8" fmla="*/ 11237 w 16953"/>
                <a:gd name="T9" fmla="*/ 309 h 554"/>
                <a:gd name="T10" fmla="*/ 8600 w 16953"/>
                <a:gd name="T11" fmla="*/ 224 h 554"/>
                <a:gd name="T12" fmla="*/ 5958 w 16953"/>
                <a:gd name="T13" fmla="*/ 132 h 554"/>
                <a:gd name="T14" fmla="*/ 3294 w 16953"/>
                <a:gd name="T15" fmla="*/ 132 h 554"/>
                <a:gd name="T16" fmla="*/ 631 w 16953"/>
                <a:gd name="T17" fmla="*/ 131 h 554"/>
                <a:gd name="T18" fmla="*/ 15032 w 16953"/>
                <a:gd name="T19" fmla="*/ 145 h 554"/>
                <a:gd name="T20" fmla="*/ 14756 w 16953"/>
                <a:gd name="T21" fmla="*/ 16 h 554"/>
                <a:gd name="T22" fmla="*/ 12401 w 16953"/>
                <a:gd name="T23" fmla="*/ 16 h 554"/>
                <a:gd name="T24" fmla="*/ 12328 w 16953"/>
                <a:gd name="T25" fmla="*/ 217 h 554"/>
                <a:gd name="T26" fmla="*/ 11812 w 16953"/>
                <a:gd name="T27" fmla="*/ 16 h 554"/>
                <a:gd name="T28" fmla="*/ 9726 w 16953"/>
                <a:gd name="T29" fmla="*/ 145 h 554"/>
                <a:gd name="T30" fmla="*/ 9450 w 16953"/>
                <a:gd name="T31" fmla="*/ 16 h 554"/>
                <a:gd name="T32" fmla="*/ 7095 w 16953"/>
                <a:gd name="T33" fmla="*/ 16 h 554"/>
                <a:gd name="T34" fmla="*/ 7022 w 16953"/>
                <a:gd name="T35" fmla="*/ 217 h 554"/>
                <a:gd name="T36" fmla="*/ 6506 w 16953"/>
                <a:gd name="T37" fmla="*/ 16 h 554"/>
                <a:gd name="T38" fmla="*/ 4420 w 16953"/>
                <a:gd name="T39" fmla="*/ 145 h 554"/>
                <a:gd name="T40" fmla="*/ 4144 w 16953"/>
                <a:gd name="T41" fmla="*/ 16 h 554"/>
                <a:gd name="T42" fmla="*/ 1791 w 16953"/>
                <a:gd name="T43" fmla="*/ 16 h 554"/>
                <a:gd name="T44" fmla="*/ 1718 w 16953"/>
                <a:gd name="T45" fmla="*/ 217 h 554"/>
                <a:gd name="T46" fmla="*/ 1202 w 16953"/>
                <a:gd name="T47" fmla="*/ 16 h 554"/>
                <a:gd name="T48" fmla="*/ 16567 w 16953"/>
                <a:gd name="T49" fmla="*/ 7 h 554"/>
                <a:gd name="T50" fmla="*/ 16108 w 16953"/>
                <a:gd name="T51" fmla="*/ 428 h 554"/>
                <a:gd name="T52" fmla="*/ 16018 w 16953"/>
                <a:gd name="T53" fmla="*/ 65 h 554"/>
                <a:gd name="T54" fmla="*/ 15763 w 16953"/>
                <a:gd name="T55" fmla="*/ 396 h 554"/>
                <a:gd name="T56" fmla="*/ 15570 w 16953"/>
                <a:gd name="T57" fmla="*/ 276 h 554"/>
                <a:gd name="T58" fmla="*/ 13663 w 16953"/>
                <a:gd name="T59" fmla="*/ 334 h 554"/>
                <a:gd name="T60" fmla="*/ 13411 w 16953"/>
                <a:gd name="T61" fmla="*/ 374 h 554"/>
                <a:gd name="T62" fmla="*/ 13275 w 16953"/>
                <a:gd name="T63" fmla="*/ 485 h 554"/>
                <a:gd name="T64" fmla="*/ 13041 w 16953"/>
                <a:gd name="T65" fmla="*/ 194 h 554"/>
                <a:gd name="T66" fmla="*/ 12961 w 16953"/>
                <a:gd name="T67" fmla="*/ 407 h 554"/>
                <a:gd name="T68" fmla="*/ 11307 w 16953"/>
                <a:gd name="T69" fmla="*/ 496 h 554"/>
                <a:gd name="T70" fmla="*/ 10870 w 16953"/>
                <a:gd name="T71" fmla="*/ 138 h 554"/>
                <a:gd name="T72" fmla="*/ 10931 w 16953"/>
                <a:gd name="T73" fmla="*/ 526 h 554"/>
                <a:gd name="T74" fmla="*/ 10462 w 16953"/>
                <a:gd name="T75" fmla="*/ 141 h 554"/>
                <a:gd name="T76" fmla="*/ 10225 w 16953"/>
                <a:gd name="T77" fmla="*/ 414 h 554"/>
                <a:gd name="T78" fmla="*/ 8721 w 16953"/>
                <a:gd name="T79" fmla="*/ 47 h 554"/>
                <a:gd name="T80" fmla="*/ 8301 w 16953"/>
                <a:gd name="T81" fmla="*/ 13 h 554"/>
                <a:gd name="T82" fmla="*/ 8188 w 16953"/>
                <a:gd name="T83" fmla="*/ 346 h 554"/>
                <a:gd name="T84" fmla="*/ 7756 w 16953"/>
                <a:gd name="T85" fmla="*/ 7 h 554"/>
                <a:gd name="T86" fmla="*/ 7645 w 16953"/>
                <a:gd name="T87" fmla="*/ 554 h 554"/>
                <a:gd name="T88" fmla="*/ 7584 w 16953"/>
                <a:gd name="T89" fmla="*/ 171 h 554"/>
                <a:gd name="T90" fmla="*/ 5765 w 16953"/>
                <a:gd name="T91" fmla="*/ 112 h 554"/>
                <a:gd name="T92" fmla="*/ 5459 w 16953"/>
                <a:gd name="T93" fmla="*/ 429 h 554"/>
                <a:gd name="T94" fmla="*/ 5312 w 16953"/>
                <a:gd name="T95" fmla="*/ 334 h 554"/>
                <a:gd name="T96" fmla="*/ 5123 w 16953"/>
                <a:gd name="T97" fmla="*/ 291 h 554"/>
                <a:gd name="T98" fmla="*/ 4999 w 16953"/>
                <a:gd name="T99" fmla="*/ 366 h 554"/>
                <a:gd name="T100" fmla="*/ 3074 w 16953"/>
                <a:gd name="T101" fmla="*/ 514 h 554"/>
                <a:gd name="T102" fmla="*/ 2819 w 16953"/>
                <a:gd name="T103" fmla="*/ 252 h 554"/>
                <a:gd name="T104" fmla="*/ 2796 w 16953"/>
                <a:gd name="T105" fmla="*/ 554 h 554"/>
                <a:gd name="T106" fmla="*/ 2437 w 16953"/>
                <a:gd name="T107" fmla="*/ 145 h 554"/>
                <a:gd name="T108" fmla="*/ 2339 w 16953"/>
                <a:gd name="T109" fmla="*/ 420 h 554"/>
                <a:gd name="T110" fmla="*/ 787 w 16953"/>
                <a:gd name="T111" fmla="*/ 227 h 554"/>
                <a:gd name="T112" fmla="*/ 367 w 16953"/>
                <a:gd name="T113" fmla="*/ 153 h 554"/>
                <a:gd name="T114" fmla="*/ 209 w 16953"/>
                <a:gd name="T115" fmla="*/ 235 h 554"/>
                <a:gd name="T116" fmla="*/ 16744 w 16953"/>
                <a:gd name="T117" fmla="*/ 374 h 554"/>
                <a:gd name="T118" fmla="*/ 8903 w 16953"/>
                <a:gd name="T119" fmla="*/ 374 h 554"/>
                <a:gd name="T120" fmla="*/ 1035 w 1695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953" h="554">
                  <a:moveTo>
                    <a:pt x="16728" y="419"/>
                  </a:moveTo>
                  <a:lnTo>
                    <a:pt x="16864" y="419"/>
                  </a:lnTo>
                  <a:lnTo>
                    <a:pt x="16841" y="544"/>
                  </a:lnTo>
                  <a:lnTo>
                    <a:pt x="16704" y="544"/>
                  </a:lnTo>
                  <a:lnTo>
                    <a:pt x="16728" y="419"/>
                  </a:lnTo>
                  <a:close/>
                  <a:moveTo>
                    <a:pt x="14074" y="419"/>
                  </a:moveTo>
                  <a:lnTo>
                    <a:pt x="14210" y="419"/>
                  </a:lnTo>
                  <a:lnTo>
                    <a:pt x="14187" y="544"/>
                  </a:lnTo>
                  <a:lnTo>
                    <a:pt x="14050" y="544"/>
                  </a:lnTo>
                  <a:lnTo>
                    <a:pt x="14074" y="419"/>
                  </a:lnTo>
                  <a:close/>
                  <a:moveTo>
                    <a:pt x="11422" y="419"/>
                  </a:moveTo>
                  <a:lnTo>
                    <a:pt x="11558" y="419"/>
                  </a:lnTo>
                  <a:lnTo>
                    <a:pt x="11535" y="544"/>
                  </a:lnTo>
                  <a:lnTo>
                    <a:pt x="11398" y="544"/>
                  </a:lnTo>
                  <a:lnTo>
                    <a:pt x="11422" y="419"/>
                  </a:lnTo>
                  <a:close/>
                  <a:moveTo>
                    <a:pt x="8768" y="419"/>
                  </a:moveTo>
                  <a:lnTo>
                    <a:pt x="8904" y="419"/>
                  </a:lnTo>
                  <a:lnTo>
                    <a:pt x="8881" y="544"/>
                  </a:lnTo>
                  <a:lnTo>
                    <a:pt x="8744" y="544"/>
                  </a:lnTo>
                  <a:lnTo>
                    <a:pt x="8768" y="419"/>
                  </a:lnTo>
                  <a:close/>
                  <a:moveTo>
                    <a:pt x="6116" y="419"/>
                  </a:moveTo>
                  <a:lnTo>
                    <a:pt x="6252" y="419"/>
                  </a:lnTo>
                  <a:lnTo>
                    <a:pt x="6229" y="544"/>
                  </a:lnTo>
                  <a:lnTo>
                    <a:pt x="6092" y="544"/>
                  </a:lnTo>
                  <a:lnTo>
                    <a:pt x="6116" y="419"/>
                  </a:lnTo>
                  <a:close/>
                  <a:moveTo>
                    <a:pt x="3462" y="419"/>
                  </a:moveTo>
                  <a:lnTo>
                    <a:pt x="3598" y="419"/>
                  </a:lnTo>
                  <a:lnTo>
                    <a:pt x="3575" y="544"/>
                  </a:lnTo>
                  <a:lnTo>
                    <a:pt x="3438" y="544"/>
                  </a:lnTo>
                  <a:lnTo>
                    <a:pt x="3462" y="419"/>
                  </a:lnTo>
                  <a:close/>
                  <a:moveTo>
                    <a:pt x="810" y="419"/>
                  </a:moveTo>
                  <a:lnTo>
                    <a:pt x="946" y="419"/>
                  </a:lnTo>
                  <a:lnTo>
                    <a:pt x="923" y="544"/>
                  </a:lnTo>
                  <a:lnTo>
                    <a:pt x="786" y="544"/>
                  </a:lnTo>
                  <a:lnTo>
                    <a:pt x="810" y="419"/>
                  </a:lnTo>
                  <a:close/>
                  <a:moveTo>
                    <a:pt x="16549" y="131"/>
                  </a:moveTo>
                  <a:cubicBezTo>
                    <a:pt x="16531" y="131"/>
                    <a:pt x="16517" y="139"/>
                    <a:pt x="16507" y="157"/>
                  </a:cubicBezTo>
                  <a:cubicBezTo>
                    <a:pt x="16498" y="175"/>
                    <a:pt x="16488" y="206"/>
                    <a:pt x="16478" y="251"/>
                  </a:cubicBezTo>
                  <a:cubicBezTo>
                    <a:pt x="16472" y="277"/>
                    <a:pt x="16466" y="305"/>
                    <a:pt x="16461" y="336"/>
                  </a:cubicBezTo>
                  <a:cubicBezTo>
                    <a:pt x="16455" y="367"/>
                    <a:pt x="16452" y="398"/>
                    <a:pt x="16450" y="428"/>
                  </a:cubicBezTo>
                  <a:cubicBezTo>
                    <a:pt x="16454" y="428"/>
                    <a:pt x="16457" y="428"/>
                    <a:pt x="16461" y="428"/>
                  </a:cubicBezTo>
                  <a:cubicBezTo>
                    <a:pt x="16465" y="428"/>
                    <a:pt x="16468" y="428"/>
                    <a:pt x="16472" y="428"/>
                  </a:cubicBezTo>
                  <a:cubicBezTo>
                    <a:pt x="16490" y="429"/>
                    <a:pt x="16505" y="421"/>
                    <a:pt x="16514" y="403"/>
                  </a:cubicBezTo>
                  <a:cubicBezTo>
                    <a:pt x="16523" y="386"/>
                    <a:pt x="16533" y="354"/>
                    <a:pt x="16543" y="309"/>
                  </a:cubicBezTo>
                  <a:cubicBezTo>
                    <a:pt x="16549" y="284"/>
                    <a:pt x="16555" y="255"/>
                    <a:pt x="16560" y="224"/>
                  </a:cubicBezTo>
                  <a:cubicBezTo>
                    <a:pt x="16565" y="193"/>
                    <a:pt x="16568" y="162"/>
                    <a:pt x="16570" y="132"/>
                  </a:cubicBezTo>
                  <a:cubicBezTo>
                    <a:pt x="16567" y="132"/>
                    <a:pt x="16564" y="132"/>
                    <a:pt x="16560" y="132"/>
                  </a:cubicBezTo>
                  <a:cubicBezTo>
                    <a:pt x="16557" y="131"/>
                    <a:pt x="16553" y="131"/>
                    <a:pt x="16549" y="131"/>
                  </a:cubicBezTo>
                  <a:close/>
                  <a:moveTo>
                    <a:pt x="13895" y="131"/>
                  </a:moveTo>
                  <a:cubicBezTo>
                    <a:pt x="13877" y="131"/>
                    <a:pt x="13863" y="139"/>
                    <a:pt x="13853" y="157"/>
                  </a:cubicBezTo>
                  <a:cubicBezTo>
                    <a:pt x="13844" y="175"/>
                    <a:pt x="13834" y="206"/>
                    <a:pt x="13824" y="251"/>
                  </a:cubicBezTo>
                  <a:cubicBezTo>
                    <a:pt x="13818" y="277"/>
                    <a:pt x="13812" y="305"/>
                    <a:pt x="13807" y="336"/>
                  </a:cubicBezTo>
                  <a:cubicBezTo>
                    <a:pt x="13801" y="367"/>
                    <a:pt x="13798" y="398"/>
                    <a:pt x="13796" y="428"/>
                  </a:cubicBezTo>
                  <a:cubicBezTo>
                    <a:pt x="13800" y="428"/>
                    <a:pt x="13803" y="428"/>
                    <a:pt x="13807" y="428"/>
                  </a:cubicBezTo>
                  <a:cubicBezTo>
                    <a:pt x="13811" y="428"/>
                    <a:pt x="13814" y="428"/>
                    <a:pt x="13818" y="428"/>
                  </a:cubicBezTo>
                  <a:cubicBezTo>
                    <a:pt x="13836" y="429"/>
                    <a:pt x="13851" y="421"/>
                    <a:pt x="13860" y="403"/>
                  </a:cubicBezTo>
                  <a:cubicBezTo>
                    <a:pt x="13869" y="386"/>
                    <a:pt x="13879" y="354"/>
                    <a:pt x="13889" y="309"/>
                  </a:cubicBezTo>
                  <a:cubicBezTo>
                    <a:pt x="13895" y="284"/>
                    <a:pt x="13901" y="255"/>
                    <a:pt x="13906" y="224"/>
                  </a:cubicBezTo>
                  <a:cubicBezTo>
                    <a:pt x="13911" y="193"/>
                    <a:pt x="13914" y="162"/>
                    <a:pt x="13916" y="132"/>
                  </a:cubicBezTo>
                  <a:cubicBezTo>
                    <a:pt x="13913" y="132"/>
                    <a:pt x="13910" y="132"/>
                    <a:pt x="13906" y="132"/>
                  </a:cubicBezTo>
                  <a:cubicBezTo>
                    <a:pt x="13903" y="131"/>
                    <a:pt x="13899" y="131"/>
                    <a:pt x="13895" y="131"/>
                  </a:cubicBezTo>
                  <a:close/>
                  <a:moveTo>
                    <a:pt x="11243" y="131"/>
                  </a:moveTo>
                  <a:cubicBezTo>
                    <a:pt x="11225" y="131"/>
                    <a:pt x="11211" y="139"/>
                    <a:pt x="11201" y="157"/>
                  </a:cubicBezTo>
                  <a:cubicBezTo>
                    <a:pt x="11192" y="175"/>
                    <a:pt x="11182" y="206"/>
                    <a:pt x="11172" y="251"/>
                  </a:cubicBezTo>
                  <a:cubicBezTo>
                    <a:pt x="11166" y="277"/>
                    <a:pt x="11160" y="305"/>
                    <a:pt x="11155" y="336"/>
                  </a:cubicBezTo>
                  <a:cubicBezTo>
                    <a:pt x="11149" y="367"/>
                    <a:pt x="11146" y="398"/>
                    <a:pt x="11144" y="428"/>
                  </a:cubicBezTo>
                  <a:cubicBezTo>
                    <a:pt x="11148" y="428"/>
                    <a:pt x="11151" y="428"/>
                    <a:pt x="11155" y="428"/>
                  </a:cubicBezTo>
                  <a:cubicBezTo>
                    <a:pt x="11159" y="428"/>
                    <a:pt x="11162" y="428"/>
                    <a:pt x="11166" y="428"/>
                  </a:cubicBezTo>
                  <a:cubicBezTo>
                    <a:pt x="11184" y="429"/>
                    <a:pt x="11199" y="421"/>
                    <a:pt x="11208" y="403"/>
                  </a:cubicBezTo>
                  <a:cubicBezTo>
                    <a:pt x="11217" y="386"/>
                    <a:pt x="11227" y="354"/>
                    <a:pt x="11237" y="309"/>
                  </a:cubicBezTo>
                  <a:cubicBezTo>
                    <a:pt x="11243" y="284"/>
                    <a:pt x="11249" y="255"/>
                    <a:pt x="11254" y="224"/>
                  </a:cubicBezTo>
                  <a:cubicBezTo>
                    <a:pt x="11259" y="193"/>
                    <a:pt x="11262" y="162"/>
                    <a:pt x="11264" y="132"/>
                  </a:cubicBezTo>
                  <a:cubicBezTo>
                    <a:pt x="11261" y="132"/>
                    <a:pt x="11258" y="132"/>
                    <a:pt x="11254" y="132"/>
                  </a:cubicBezTo>
                  <a:cubicBezTo>
                    <a:pt x="11251" y="131"/>
                    <a:pt x="11247" y="131"/>
                    <a:pt x="11243" y="131"/>
                  </a:cubicBezTo>
                  <a:close/>
                  <a:moveTo>
                    <a:pt x="8589" y="131"/>
                  </a:moveTo>
                  <a:cubicBezTo>
                    <a:pt x="8571" y="131"/>
                    <a:pt x="8557" y="139"/>
                    <a:pt x="8547" y="157"/>
                  </a:cubicBezTo>
                  <a:cubicBezTo>
                    <a:pt x="8538" y="175"/>
                    <a:pt x="8528" y="206"/>
                    <a:pt x="8518" y="251"/>
                  </a:cubicBezTo>
                  <a:cubicBezTo>
                    <a:pt x="8512" y="277"/>
                    <a:pt x="8506" y="305"/>
                    <a:pt x="8501" y="336"/>
                  </a:cubicBezTo>
                  <a:cubicBezTo>
                    <a:pt x="8495" y="367"/>
                    <a:pt x="8492" y="398"/>
                    <a:pt x="8490" y="428"/>
                  </a:cubicBezTo>
                  <a:cubicBezTo>
                    <a:pt x="8494" y="428"/>
                    <a:pt x="8497" y="428"/>
                    <a:pt x="8501" y="428"/>
                  </a:cubicBezTo>
                  <a:cubicBezTo>
                    <a:pt x="8505" y="428"/>
                    <a:pt x="8508" y="428"/>
                    <a:pt x="8512" y="428"/>
                  </a:cubicBezTo>
                  <a:cubicBezTo>
                    <a:pt x="8530" y="429"/>
                    <a:pt x="8545" y="421"/>
                    <a:pt x="8554" y="403"/>
                  </a:cubicBezTo>
                  <a:cubicBezTo>
                    <a:pt x="8563" y="386"/>
                    <a:pt x="8573" y="354"/>
                    <a:pt x="8583" y="309"/>
                  </a:cubicBezTo>
                  <a:cubicBezTo>
                    <a:pt x="8589" y="284"/>
                    <a:pt x="8595" y="255"/>
                    <a:pt x="8600" y="224"/>
                  </a:cubicBezTo>
                  <a:cubicBezTo>
                    <a:pt x="8605" y="193"/>
                    <a:pt x="8608" y="162"/>
                    <a:pt x="8610" y="132"/>
                  </a:cubicBezTo>
                  <a:cubicBezTo>
                    <a:pt x="8607" y="132"/>
                    <a:pt x="8604" y="132"/>
                    <a:pt x="8600" y="132"/>
                  </a:cubicBezTo>
                  <a:cubicBezTo>
                    <a:pt x="8597" y="131"/>
                    <a:pt x="8593" y="131"/>
                    <a:pt x="8589" y="131"/>
                  </a:cubicBezTo>
                  <a:close/>
                  <a:moveTo>
                    <a:pt x="5937" y="131"/>
                  </a:moveTo>
                  <a:cubicBezTo>
                    <a:pt x="5919" y="131"/>
                    <a:pt x="5905" y="139"/>
                    <a:pt x="5895" y="157"/>
                  </a:cubicBezTo>
                  <a:cubicBezTo>
                    <a:pt x="5886" y="175"/>
                    <a:pt x="5876" y="206"/>
                    <a:pt x="5866" y="251"/>
                  </a:cubicBezTo>
                  <a:cubicBezTo>
                    <a:pt x="5860" y="277"/>
                    <a:pt x="5854" y="305"/>
                    <a:pt x="5849" y="336"/>
                  </a:cubicBezTo>
                  <a:cubicBezTo>
                    <a:pt x="5843" y="367"/>
                    <a:pt x="5840" y="398"/>
                    <a:pt x="5838" y="428"/>
                  </a:cubicBezTo>
                  <a:cubicBezTo>
                    <a:pt x="5842" y="428"/>
                    <a:pt x="5845" y="428"/>
                    <a:pt x="5849" y="428"/>
                  </a:cubicBezTo>
                  <a:cubicBezTo>
                    <a:pt x="5853" y="428"/>
                    <a:pt x="5856" y="428"/>
                    <a:pt x="5860" y="428"/>
                  </a:cubicBezTo>
                  <a:cubicBezTo>
                    <a:pt x="5878" y="429"/>
                    <a:pt x="5893" y="421"/>
                    <a:pt x="5902" y="403"/>
                  </a:cubicBezTo>
                  <a:cubicBezTo>
                    <a:pt x="5911" y="386"/>
                    <a:pt x="5921" y="354"/>
                    <a:pt x="5931" y="309"/>
                  </a:cubicBezTo>
                  <a:cubicBezTo>
                    <a:pt x="5937" y="284"/>
                    <a:pt x="5943" y="255"/>
                    <a:pt x="5948" y="224"/>
                  </a:cubicBezTo>
                  <a:cubicBezTo>
                    <a:pt x="5953" y="193"/>
                    <a:pt x="5956" y="162"/>
                    <a:pt x="5958" y="132"/>
                  </a:cubicBezTo>
                  <a:cubicBezTo>
                    <a:pt x="5955" y="132"/>
                    <a:pt x="5952" y="132"/>
                    <a:pt x="5948" y="132"/>
                  </a:cubicBezTo>
                  <a:cubicBezTo>
                    <a:pt x="5945" y="131"/>
                    <a:pt x="5941" y="131"/>
                    <a:pt x="5937" y="131"/>
                  </a:cubicBezTo>
                  <a:close/>
                  <a:moveTo>
                    <a:pt x="3283" y="131"/>
                  </a:moveTo>
                  <a:cubicBezTo>
                    <a:pt x="3265" y="131"/>
                    <a:pt x="3251" y="139"/>
                    <a:pt x="3241" y="157"/>
                  </a:cubicBezTo>
                  <a:cubicBezTo>
                    <a:pt x="3232" y="175"/>
                    <a:pt x="3222" y="206"/>
                    <a:pt x="3212" y="251"/>
                  </a:cubicBezTo>
                  <a:cubicBezTo>
                    <a:pt x="3206" y="277"/>
                    <a:pt x="3200" y="305"/>
                    <a:pt x="3195" y="336"/>
                  </a:cubicBezTo>
                  <a:cubicBezTo>
                    <a:pt x="3189" y="367"/>
                    <a:pt x="3186" y="398"/>
                    <a:pt x="3184" y="428"/>
                  </a:cubicBezTo>
                  <a:cubicBezTo>
                    <a:pt x="3188" y="428"/>
                    <a:pt x="3191" y="428"/>
                    <a:pt x="3195" y="428"/>
                  </a:cubicBezTo>
                  <a:cubicBezTo>
                    <a:pt x="3199" y="428"/>
                    <a:pt x="3202" y="428"/>
                    <a:pt x="3206" y="428"/>
                  </a:cubicBezTo>
                  <a:cubicBezTo>
                    <a:pt x="3224" y="429"/>
                    <a:pt x="3239" y="421"/>
                    <a:pt x="3248" y="403"/>
                  </a:cubicBezTo>
                  <a:cubicBezTo>
                    <a:pt x="3257" y="386"/>
                    <a:pt x="3267" y="354"/>
                    <a:pt x="3277" y="309"/>
                  </a:cubicBezTo>
                  <a:cubicBezTo>
                    <a:pt x="3283" y="284"/>
                    <a:pt x="3289" y="255"/>
                    <a:pt x="3294" y="224"/>
                  </a:cubicBezTo>
                  <a:cubicBezTo>
                    <a:pt x="3299" y="193"/>
                    <a:pt x="3302" y="162"/>
                    <a:pt x="3304" y="132"/>
                  </a:cubicBezTo>
                  <a:cubicBezTo>
                    <a:pt x="3301" y="132"/>
                    <a:pt x="3298" y="132"/>
                    <a:pt x="3294" y="132"/>
                  </a:cubicBezTo>
                  <a:cubicBezTo>
                    <a:pt x="3291" y="131"/>
                    <a:pt x="3287" y="131"/>
                    <a:pt x="3283" y="131"/>
                  </a:cubicBezTo>
                  <a:close/>
                  <a:moveTo>
                    <a:pt x="631" y="131"/>
                  </a:moveTo>
                  <a:cubicBezTo>
                    <a:pt x="613" y="131"/>
                    <a:pt x="599" y="139"/>
                    <a:pt x="589" y="157"/>
                  </a:cubicBezTo>
                  <a:cubicBezTo>
                    <a:pt x="580" y="175"/>
                    <a:pt x="570" y="206"/>
                    <a:pt x="560" y="251"/>
                  </a:cubicBezTo>
                  <a:cubicBezTo>
                    <a:pt x="554" y="277"/>
                    <a:pt x="548" y="305"/>
                    <a:pt x="543" y="336"/>
                  </a:cubicBezTo>
                  <a:cubicBezTo>
                    <a:pt x="537" y="367"/>
                    <a:pt x="534" y="398"/>
                    <a:pt x="532" y="428"/>
                  </a:cubicBezTo>
                  <a:cubicBezTo>
                    <a:pt x="536" y="428"/>
                    <a:pt x="539" y="428"/>
                    <a:pt x="543" y="428"/>
                  </a:cubicBezTo>
                  <a:cubicBezTo>
                    <a:pt x="547" y="428"/>
                    <a:pt x="550" y="428"/>
                    <a:pt x="554" y="428"/>
                  </a:cubicBezTo>
                  <a:cubicBezTo>
                    <a:pt x="572" y="429"/>
                    <a:pt x="587" y="421"/>
                    <a:pt x="596" y="403"/>
                  </a:cubicBezTo>
                  <a:cubicBezTo>
                    <a:pt x="605" y="386"/>
                    <a:pt x="615" y="354"/>
                    <a:pt x="625" y="309"/>
                  </a:cubicBezTo>
                  <a:cubicBezTo>
                    <a:pt x="631" y="284"/>
                    <a:pt x="637" y="255"/>
                    <a:pt x="642" y="224"/>
                  </a:cubicBezTo>
                  <a:cubicBezTo>
                    <a:pt x="647" y="193"/>
                    <a:pt x="650" y="162"/>
                    <a:pt x="652" y="132"/>
                  </a:cubicBezTo>
                  <a:cubicBezTo>
                    <a:pt x="649" y="132"/>
                    <a:pt x="646" y="132"/>
                    <a:pt x="642" y="132"/>
                  </a:cubicBezTo>
                  <a:cubicBezTo>
                    <a:pt x="639" y="131"/>
                    <a:pt x="635" y="131"/>
                    <a:pt x="631" y="131"/>
                  </a:cubicBezTo>
                  <a:close/>
                  <a:moveTo>
                    <a:pt x="15416" y="16"/>
                  </a:moveTo>
                  <a:lnTo>
                    <a:pt x="15525" y="16"/>
                  </a:lnTo>
                  <a:lnTo>
                    <a:pt x="15507" y="115"/>
                  </a:lnTo>
                  <a:lnTo>
                    <a:pt x="15457" y="211"/>
                  </a:lnTo>
                  <a:lnTo>
                    <a:pt x="15379" y="211"/>
                  </a:lnTo>
                  <a:lnTo>
                    <a:pt x="15416" y="16"/>
                  </a:lnTo>
                  <a:close/>
                  <a:moveTo>
                    <a:pt x="15055" y="16"/>
                  </a:moveTo>
                  <a:lnTo>
                    <a:pt x="15380" y="16"/>
                  </a:lnTo>
                  <a:lnTo>
                    <a:pt x="15347" y="145"/>
                  </a:lnTo>
                  <a:lnTo>
                    <a:pt x="15267" y="145"/>
                  </a:lnTo>
                  <a:lnTo>
                    <a:pt x="15193" y="544"/>
                  </a:lnTo>
                  <a:lnTo>
                    <a:pt x="15048" y="544"/>
                  </a:lnTo>
                  <a:lnTo>
                    <a:pt x="15121" y="145"/>
                  </a:lnTo>
                  <a:lnTo>
                    <a:pt x="15032" y="145"/>
                  </a:lnTo>
                  <a:lnTo>
                    <a:pt x="15055" y="16"/>
                  </a:lnTo>
                  <a:close/>
                  <a:moveTo>
                    <a:pt x="14756" y="16"/>
                  </a:moveTo>
                  <a:lnTo>
                    <a:pt x="15029" y="16"/>
                  </a:lnTo>
                  <a:lnTo>
                    <a:pt x="14996" y="145"/>
                  </a:lnTo>
                  <a:lnTo>
                    <a:pt x="14877" y="145"/>
                  </a:lnTo>
                  <a:lnTo>
                    <a:pt x="14865" y="217"/>
                  </a:lnTo>
                  <a:lnTo>
                    <a:pt x="14982" y="217"/>
                  </a:lnTo>
                  <a:lnTo>
                    <a:pt x="14960" y="338"/>
                  </a:lnTo>
                  <a:lnTo>
                    <a:pt x="14842" y="338"/>
                  </a:lnTo>
                  <a:lnTo>
                    <a:pt x="14829" y="414"/>
                  </a:lnTo>
                  <a:lnTo>
                    <a:pt x="14964" y="414"/>
                  </a:lnTo>
                  <a:lnTo>
                    <a:pt x="14929" y="544"/>
                  </a:lnTo>
                  <a:lnTo>
                    <a:pt x="14659" y="544"/>
                  </a:lnTo>
                  <a:lnTo>
                    <a:pt x="14756" y="16"/>
                  </a:lnTo>
                  <a:close/>
                  <a:moveTo>
                    <a:pt x="14466" y="16"/>
                  </a:moveTo>
                  <a:lnTo>
                    <a:pt x="14611" y="16"/>
                  </a:lnTo>
                  <a:lnTo>
                    <a:pt x="14539" y="414"/>
                  </a:lnTo>
                  <a:lnTo>
                    <a:pt x="14646" y="414"/>
                  </a:lnTo>
                  <a:lnTo>
                    <a:pt x="14611" y="544"/>
                  </a:lnTo>
                  <a:lnTo>
                    <a:pt x="14369" y="544"/>
                  </a:lnTo>
                  <a:lnTo>
                    <a:pt x="14466" y="16"/>
                  </a:lnTo>
                  <a:close/>
                  <a:moveTo>
                    <a:pt x="12762" y="16"/>
                  </a:moveTo>
                  <a:lnTo>
                    <a:pt x="12871" y="16"/>
                  </a:lnTo>
                  <a:lnTo>
                    <a:pt x="12853" y="115"/>
                  </a:lnTo>
                  <a:lnTo>
                    <a:pt x="12803" y="211"/>
                  </a:lnTo>
                  <a:lnTo>
                    <a:pt x="12725" y="211"/>
                  </a:lnTo>
                  <a:lnTo>
                    <a:pt x="12762" y="16"/>
                  </a:lnTo>
                  <a:close/>
                  <a:moveTo>
                    <a:pt x="12401" y="16"/>
                  </a:moveTo>
                  <a:lnTo>
                    <a:pt x="12726" y="16"/>
                  </a:lnTo>
                  <a:lnTo>
                    <a:pt x="12693" y="145"/>
                  </a:lnTo>
                  <a:lnTo>
                    <a:pt x="12613" y="145"/>
                  </a:lnTo>
                  <a:lnTo>
                    <a:pt x="12539" y="544"/>
                  </a:lnTo>
                  <a:lnTo>
                    <a:pt x="12394" y="544"/>
                  </a:lnTo>
                  <a:lnTo>
                    <a:pt x="12467" y="145"/>
                  </a:lnTo>
                  <a:lnTo>
                    <a:pt x="12378" y="145"/>
                  </a:lnTo>
                  <a:lnTo>
                    <a:pt x="12401" y="16"/>
                  </a:lnTo>
                  <a:close/>
                  <a:moveTo>
                    <a:pt x="12102" y="16"/>
                  </a:moveTo>
                  <a:lnTo>
                    <a:pt x="12375" y="16"/>
                  </a:lnTo>
                  <a:lnTo>
                    <a:pt x="12342" y="145"/>
                  </a:lnTo>
                  <a:lnTo>
                    <a:pt x="12223" y="145"/>
                  </a:lnTo>
                  <a:lnTo>
                    <a:pt x="12211" y="217"/>
                  </a:lnTo>
                  <a:lnTo>
                    <a:pt x="12328" y="217"/>
                  </a:lnTo>
                  <a:lnTo>
                    <a:pt x="12306" y="338"/>
                  </a:lnTo>
                  <a:lnTo>
                    <a:pt x="12188" y="338"/>
                  </a:lnTo>
                  <a:lnTo>
                    <a:pt x="12175" y="414"/>
                  </a:lnTo>
                  <a:lnTo>
                    <a:pt x="12310" y="414"/>
                  </a:lnTo>
                  <a:lnTo>
                    <a:pt x="12275" y="544"/>
                  </a:lnTo>
                  <a:lnTo>
                    <a:pt x="12005" y="544"/>
                  </a:lnTo>
                  <a:lnTo>
                    <a:pt x="12102" y="16"/>
                  </a:lnTo>
                  <a:close/>
                  <a:moveTo>
                    <a:pt x="11812" y="16"/>
                  </a:moveTo>
                  <a:lnTo>
                    <a:pt x="11957" y="16"/>
                  </a:lnTo>
                  <a:lnTo>
                    <a:pt x="11885" y="414"/>
                  </a:lnTo>
                  <a:lnTo>
                    <a:pt x="11992" y="414"/>
                  </a:lnTo>
                  <a:lnTo>
                    <a:pt x="11957" y="544"/>
                  </a:lnTo>
                  <a:lnTo>
                    <a:pt x="11715" y="544"/>
                  </a:lnTo>
                  <a:lnTo>
                    <a:pt x="11812" y="16"/>
                  </a:lnTo>
                  <a:close/>
                  <a:moveTo>
                    <a:pt x="10110" y="16"/>
                  </a:moveTo>
                  <a:lnTo>
                    <a:pt x="10219" y="16"/>
                  </a:lnTo>
                  <a:lnTo>
                    <a:pt x="10201" y="115"/>
                  </a:lnTo>
                  <a:lnTo>
                    <a:pt x="10151" y="211"/>
                  </a:lnTo>
                  <a:lnTo>
                    <a:pt x="10073" y="211"/>
                  </a:lnTo>
                  <a:lnTo>
                    <a:pt x="10110" y="16"/>
                  </a:lnTo>
                  <a:close/>
                  <a:moveTo>
                    <a:pt x="9749" y="16"/>
                  </a:moveTo>
                  <a:lnTo>
                    <a:pt x="10074" y="16"/>
                  </a:lnTo>
                  <a:lnTo>
                    <a:pt x="10041" y="145"/>
                  </a:lnTo>
                  <a:lnTo>
                    <a:pt x="9961" y="145"/>
                  </a:lnTo>
                  <a:lnTo>
                    <a:pt x="9887" y="544"/>
                  </a:lnTo>
                  <a:lnTo>
                    <a:pt x="9742" y="544"/>
                  </a:lnTo>
                  <a:lnTo>
                    <a:pt x="9815" y="145"/>
                  </a:lnTo>
                  <a:lnTo>
                    <a:pt x="9726" y="145"/>
                  </a:lnTo>
                  <a:lnTo>
                    <a:pt x="9749" y="16"/>
                  </a:lnTo>
                  <a:close/>
                  <a:moveTo>
                    <a:pt x="9450" y="16"/>
                  </a:moveTo>
                  <a:lnTo>
                    <a:pt x="9723" y="16"/>
                  </a:lnTo>
                  <a:lnTo>
                    <a:pt x="9690" y="145"/>
                  </a:lnTo>
                  <a:lnTo>
                    <a:pt x="9571" y="145"/>
                  </a:lnTo>
                  <a:lnTo>
                    <a:pt x="9559" y="217"/>
                  </a:lnTo>
                  <a:lnTo>
                    <a:pt x="9676" y="217"/>
                  </a:lnTo>
                  <a:lnTo>
                    <a:pt x="9654" y="338"/>
                  </a:lnTo>
                  <a:lnTo>
                    <a:pt x="9536" y="338"/>
                  </a:lnTo>
                  <a:lnTo>
                    <a:pt x="9523" y="414"/>
                  </a:lnTo>
                  <a:lnTo>
                    <a:pt x="9658" y="414"/>
                  </a:lnTo>
                  <a:lnTo>
                    <a:pt x="9623" y="544"/>
                  </a:lnTo>
                  <a:lnTo>
                    <a:pt x="9353" y="544"/>
                  </a:lnTo>
                  <a:lnTo>
                    <a:pt x="9450" y="16"/>
                  </a:lnTo>
                  <a:close/>
                  <a:moveTo>
                    <a:pt x="9160" y="16"/>
                  </a:moveTo>
                  <a:lnTo>
                    <a:pt x="9305" y="16"/>
                  </a:lnTo>
                  <a:lnTo>
                    <a:pt x="9233" y="414"/>
                  </a:lnTo>
                  <a:lnTo>
                    <a:pt x="9340" y="414"/>
                  </a:lnTo>
                  <a:lnTo>
                    <a:pt x="9305" y="544"/>
                  </a:lnTo>
                  <a:lnTo>
                    <a:pt x="9063" y="544"/>
                  </a:lnTo>
                  <a:lnTo>
                    <a:pt x="9160" y="16"/>
                  </a:lnTo>
                  <a:close/>
                  <a:moveTo>
                    <a:pt x="7456" y="16"/>
                  </a:moveTo>
                  <a:lnTo>
                    <a:pt x="7565" y="16"/>
                  </a:lnTo>
                  <a:lnTo>
                    <a:pt x="7547" y="115"/>
                  </a:lnTo>
                  <a:lnTo>
                    <a:pt x="7497" y="211"/>
                  </a:lnTo>
                  <a:lnTo>
                    <a:pt x="7419" y="211"/>
                  </a:lnTo>
                  <a:lnTo>
                    <a:pt x="7456" y="16"/>
                  </a:lnTo>
                  <a:close/>
                  <a:moveTo>
                    <a:pt x="7095" y="16"/>
                  </a:moveTo>
                  <a:lnTo>
                    <a:pt x="7420" y="16"/>
                  </a:lnTo>
                  <a:lnTo>
                    <a:pt x="7387" y="145"/>
                  </a:lnTo>
                  <a:lnTo>
                    <a:pt x="7307" y="145"/>
                  </a:lnTo>
                  <a:lnTo>
                    <a:pt x="7233" y="544"/>
                  </a:lnTo>
                  <a:lnTo>
                    <a:pt x="7088" y="544"/>
                  </a:lnTo>
                  <a:lnTo>
                    <a:pt x="7161" y="145"/>
                  </a:lnTo>
                  <a:lnTo>
                    <a:pt x="7072" y="145"/>
                  </a:lnTo>
                  <a:lnTo>
                    <a:pt x="7095" y="16"/>
                  </a:lnTo>
                  <a:close/>
                  <a:moveTo>
                    <a:pt x="6796" y="16"/>
                  </a:moveTo>
                  <a:lnTo>
                    <a:pt x="7069" y="16"/>
                  </a:lnTo>
                  <a:lnTo>
                    <a:pt x="7036" y="145"/>
                  </a:lnTo>
                  <a:lnTo>
                    <a:pt x="6917" y="145"/>
                  </a:lnTo>
                  <a:lnTo>
                    <a:pt x="6905" y="217"/>
                  </a:lnTo>
                  <a:lnTo>
                    <a:pt x="7022" y="217"/>
                  </a:lnTo>
                  <a:lnTo>
                    <a:pt x="7000" y="338"/>
                  </a:lnTo>
                  <a:lnTo>
                    <a:pt x="6882" y="338"/>
                  </a:lnTo>
                  <a:lnTo>
                    <a:pt x="6869" y="414"/>
                  </a:lnTo>
                  <a:lnTo>
                    <a:pt x="7004" y="414"/>
                  </a:lnTo>
                  <a:lnTo>
                    <a:pt x="6969" y="544"/>
                  </a:lnTo>
                  <a:lnTo>
                    <a:pt x="6699" y="544"/>
                  </a:lnTo>
                  <a:lnTo>
                    <a:pt x="6796" y="16"/>
                  </a:lnTo>
                  <a:close/>
                  <a:moveTo>
                    <a:pt x="6506" y="16"/>
                  </a:moveTo>
                  <a:lnTo>
                    <a:pt x="6651" y="16"/>
                  </a:lnTo>
                  <a:lnTo>
                    <a:pt x="6579" y="414"/>
                  </a:lnTo>
                  <a:lnTo>
                    <a:pt x="6686" y="414"/>
                  </a:lnTo>
                  <a:lnTo>
                    <a:pt x="6651" y="544"/>
                  </a:lnTo>
                  <a:lnTo>
                    <a:pt x="6409" y="544"/>
                  </a:lnTo>
                  <a:lnTo>
                    <a:pt x="6506" y="16"/>
                  </a:lnTo>
                  <a:close/>
                  <a:moveTo>
                    <a:pt x="4804" y="16"/>
                  </a:moveTo>
                  <a:lnTo>
                    <a:pt x="4913" y="16"/>
                  </a:lnTo>
                  <a:lnTo>
                    <a:pt x="4895" y="115"/>
                  </a:lnTo>
                  <a:lnTo>
                    <a:pt x="4845" y="211"/>
                  </a:lnTo>
                  <a:lnTo>
                    <a:pt x="4767" y="211"/>
                  </a:lnTo>
                  <a:lnTo>
                    <a:pt x="4804" y="16"/>
                  </a:lnTo>
                  <a:close/>
                  <a:moveTo>
                    <a:pt x="4443" y="16"/>
                  </a:moveTo>
                  <a:lnTo>
                    <a:pt x="4768" y="16"/>
                  </a:lnTo>
                  <a:lnTo>
                    <a:pt x="4735" y="145"/>
                  </a:lnTo>
                  <a:lnTo>
                    <a:pt x="4655" y="145"/>
                  </a:lnTo>
                  <a:lnTo>
                    <a:pt x="4581" y="544"/>
                  </a:lnTo>
                  <a:lnTo>
                    <a:pt x="4436" y="544"/>
                  </a:lnTo>
                  <a:lnTo>
                    <a:pt x="4509" y="145"/>
                  </a:lnTo>
                  <a:lnTo>
                    <a:pt x="4420" y="145"/>
                  </a:lnTo>
                  <a:lnTo>
                    <a:pt x="4443" y="16"/>
                  </a:lnTo>
                  <a:close/>
                  <a:moveTo>
                    <a:pt x="4144" y="16"/>
                  </a:moveTo>
                  <a:lnTo>
                    <a:pt x="4417" y="16"/>
                  </a:lnTo>
                  <a:lnTo>
                    <a:pt x="4384" y="145"/>
                  </a:lnTo>
                  <a:lnTo>
                    <a:pt x="4265" y="145"/>
                  </a:lnTo>
                  <a:lnTo>
                    <a:pt x="4253" y="217"/>
                  </a:lnTo>
                  <a:lnTo>
                    <a:pt x="4370" y="217"/>
                  </a:lnTo>
                  <a:lnTo>
                    <a:pt x="4348" y="338"/>
                  </a:lnTo>
                  <a:lnTo>
                    <a:pt x="4230" y="338"/>
                  </a:lnTo>
                  <a:lnTo>
                    <a:pt x="4217" y="414"/>
                  </a:lnTo>
                  <a:lnTo>
                    <a:pt x="4352" y="414"/>
                  </a:lnTo>
                  <a:lnTo>
                    <a:pt x="4317" y="544"/>
                  </a:lnTo>
                  <a:lnTo>
                    <a:pt x="4047" y="544"/>
                  </a:lnTo>
                  <a:lnTo>
                    <a:pt x="4144" y="16"/>
                  </a:lnTo>
                  <a:close/>
                  <a:moveTo>
                    <a:pt x="3854" y="16"/>
                  </a:moveTo>
                  <a:lnTo>
                    <a:pt x="3999" y="16"/>
                  </a:lnTo>
                  <a:lnTo>
                    <a:pt x="3927" y="414"/>
                  </a:lnTo>
                  <a:lnTo>
                    <a:pt x="4034" y="414"/>
                  </a:lnTo>
                  <a:lnTo>
                    <a:pt x="3999" y="544"/>
                  </a:lnTo>
                  <a:lnTo>
                    <a:pt x="3757" y="544"/>
                  </a:lnTo>
                  <a:lnTo>
                    <a:pt x="3854" y="16"/>
                  </a:lnTo>
                  <a:close/>
                  <a:moveTo>
                    <a:pt x="2152" y="16"/>
                  </a:moveTo>
                  <a:lnTo>
                    <a:pt x="2261" y="16"/>
                  </a:lnTo>
                  <a:lnTo>
                    <a:pt x="2243" y="115"/>
                  </a:lnTo>
                  <a:lnTo>
                    <a:pt x="2193" y="211"/>
                  </a:lnTo>
                  <a:lnTo>
                    <a:pt x="2115" y="211"/>
                  </a:lnTo>
                  <a:lnTo>
                    <a:pt x="2152" y="16"/>
                  </a:lnTo>
                  <a:close/>
                  <a:moveTo>
                    <a:pt x="1791" y="16"/>
                  </a:moveTo>
                  <a:lnTo>
                    <a:pt x="2116" y="16"/>
                  </a:lnTo>
                  <a:lnTo>
                    <a:pt x="2083" y="145"/>
                  </a:lnTo>
                  <a:lnTo>
                    <a:pt x="2003" y="145"/>
                  </a:lnTo>
                  <a:lnTo>
                    <a:pt x="1929" y="544"/>
                  </a:lnTo>
                  <a:lnTo>
                    <a:pt x="1784" y="544"/>
                  </a:lnTo>
                  <a:lnTo>
                    <a:pt x="1857" y="145"/>
                  </a:lnTo>
                  <a:lnTo>
                    <a:pt x="1768" y="145"/>
                  </a:lnTo>
                  <a:lnTo>
                    <a:pt x="1791" y="16"/>
                  </a:lnTo>
                  <a:close/>
                  <a:moveTo>
                    <a:pt x="1492" y="16"/>
                  </a:moveTo>
                  <a:lnTo>
                    <a:pt x="1765" y="16"/>
                  </a:lnTo>
                  <a:lnTo>
                    <a:pt x="1732" y="145"/>
                  </a:lnTo>
                  <a:lnTo>
                    <a:pt x="1613" y="145"/>
                  </a:lnTo>
                  <a:lnTo>
                    <a:pt x="1601" y="217"/>
                  </a:lnTo>
                  <a:lnTo>
                    <a:pt x="1718" y="217"/>
                  </a:lnTo>
                  <a:lnTo>
                    <a:pt x="1696" y="338"/>
                  </a:lnTo>
                  <a:lnTo>
                    <a:pt x="1578" y="338"/>
                  </a:lnTo>
                  <a:lnTo>
                    <a:pt x="1565" y="414"/>
                  </a:lnTo>
                  <a:lnTo>
                    <a:pt x="1700" y="414"/>
                  </a:lnTo>
                  <a:lnTo>
                    <a:pt x="1665" y="544"/>
                  </a:lnTo>
                  <a:lnTo>
                    <a:pt x="1395" y="544"/>
                  </a:lnTo>
                  <a:lnTo>
                    <a:pt x="1492" y="16"/>
                  </a:lnTo>
                  <a:close/>
                  <a:moveTo>
                    <a:pt x="1202" y="16"/>
                  </a:moveTo>
                  <a:lnTo>
                    <a:pt x="1347" y="16"/>
                  </a:lnTo>
                  <a:lnTo>
                    <a:pt x="1275" y="414"/>
                  </a:lnTo>
                  <a:lnTo>
                    <a:pt x="1382" y="414"/>
                  </a:lnTo>
                  <a:lnTo>
                    <a:pt x="1347" y="544"/>
                  </a:lnTo>
                  <a:lnTo>
                    <a:pt x="1105" y="544"/>
                  </a:lnTo>
                  <a:lnTo>
                    <a:pt x="1202" y="16"/>
                  </a:lnTo>
                  <a:close/>
                  <a:moveTo>
                    <a:pt x="16567" y="7"/>
                  </a:moveTo>
                  <a:cubicBezTo>
                    <a:pt x="16622" y="7"/>
                    <a:pt x="16659" y="21"/>
                    <a:pt x="16681" y="47"/>
                  </a:cubicBezTo>
                  <a:cubicBezTo>
                    <a:pt x="16702" y="73"/>
                    <a:pt x="16712" y="108"/>
                    <a:pt x="16711" y="151"/>
                  </a:cubicBezTo>
                  <a:cubicBezTo>
                    <a:pt x="16711" y="175"/>
                    <a:pt x="16709" y="200"/>
                    <a:pt x="16705" y="227"/>
                  </a:cubicBezTo>
                  <a:cubicBezTo>
                    <a:pt x="16701" y="253"/>
                    <a:pt x="16695" y="281"/>
                    <a:pt x="16689" y="310"/>
                  </a:cubicBezTo>
                  <a:cubicBezTo>
                    <a:pt x="16673" y="395"/>
                    <a:pt x="16648" y="457"/>
                    <a:pt x="16613" y="496"/>
                  </a:cubicBezTo>
                  <a:cubicBezTo>
                    <a:pt x="16577" y="535"/>
                    <a:pt x="16524" y="554"/>
                    <a:pt x="16454" y="554"/>
                  </a:cubicBezTo>
                  <a:cubicBezTo>
                    <a:pt x="16399" y="553"/>
                    <a:pt x="16362" y="540"/>
                    <a:pt x="16340" y="514"/>
                  </a:cubicBezTo>
                  <a:cubicBezTo>
                    <a:pt x="16319" y="487"/>
                    <a:pt x="16309" y="453"/>
                    <a:pt x="16310" y="409"/>
                  </a:cubicBezTo>
                  <a:cubicBezTo>
                    <a:pt x="16310" y="385"/>
                    <a:pt x="16313" y="360"/>
                    <a:pt x="16317" y="334"/>
                  </a:cubicBezTo>
                  <a:cubicBezTo>
                    <a:pt x="16321" y="307"/>
                    <a:pt x="16326" y="280"/>
                    <a:pt x="16333" y="251"/>
                  </a:cubicBezTo>
                  <a:cubicBezTo>
                    <a:pt x="16344" y="194"/>
                    <a:pt x="16358" y="148"/>
                    <a:pt x="16377" y="112"/>
                  </a:cubicBezTo>
                  <a:cubicBezTo>
                    <a:pt x="16395" y="76"/>
                    <a:pt x="16420" y="49"/>
                    <a:pt x="16450" y="32"/>
                  </a:cubicBezTo>
                  <a:cubicBezTo>
                    <a:pt x="16481" y="15"/>
                    <a:pt x="16520" y="7"/>
                    <a:pt x="16567" y="7"/>
                  </a:cubicBezTo>
                  <a:close/>
                  <a:moveTo>
                    <a:pt x="16178" y="7"/>
                  </a:moveTo>
                  <a:cubicBezTo>
                    <a:pt x="16207" y="7"/>
                    <a:pt x="16235" y="9"/>
                    <a:pt x="16261" y="13"/>
                  </a:cubicBezTo>
                  <a:cubicBezTo>
                    <a:pt x="16287" y="17"/>
                    <a:pt x="16306" y="21"/>
                    <a:pt x="16317" y="26"/>
                  </a:cubicBezTo>
                  <a:lnTo>
                    <a:pt x="16285" y="153"/>
                  </a:lnTo>
                  <a:cubicBezTo>
                    <a:pt x="16272" y="149"/>
                    <a:pt x="16256" y="146"/>
                    <a:pt x="16238" y="143"/>
                  </a:cubicBezTo>
                  <a:cubicBezTo>
                    <a:pt x="16220" y="140"/>
                    <a:pt x="16199" y="138"/>
                    <a:pt x="16176" y="138"/>
                  </a:cubicBezTo>
                  <a:cubicBezTo>
                    <a:pt x="16148" y="137"/>
                    <a:pt x="16129" y="144"/>
                    <a:pt x="16117" y="160"/>
                  </a:cubicBezTo>
                  <a:cubicBezTo>
                    <a:pt x="16106" y="176"/>
                    <a:pt x="16095" y="207"/>
                    <a:pt x="16085" y="252"/>
                  </a:cubicBezTo>
                  <a:cubicBezTo>
                    <a:pt x="16081" y="268"/>
                    <a:pt x="16078" y="288"/>
                    <a:pt x="16074" y="309"/>
                  </a:cubicBezTo>
                  <a:cubicBezTo>
                    <a:pt x="16070" y="331"/>
                    <a:pt x="16067" y="353"/>
                    <a:pt x="16065" y="374"/>
                  </a:cubicBezTo>
                  <a:cubicBezTo>
                    <a:pt x="16063" y="395"/>
                    <a:pt x="16061" y="413"/>
                    <a:pt x="16061" y="428"/>
                  </a:cubicBezTo>
                  <a:cubicBezTo>
                    <a:pt x="16064" y="429"/>
                    <a:pt x="16068" y="429"/>
                    <a:pt x="16071" y="429"/>
                  </a:cubicBezTo>
                  <a:cubicBezTo>
                    <a:pt x="16074" y="429"/>
                    <a:pt x="16077" y="429"/>
                    <a:pt x="16081" y="429"/>
                  </a:cubicBezTo>
                  <a:cubicBezTo>
                    <a:pt x="16090" y="429"/>
                    <a:pt x="16099" y="429"/>
                    <a:pt x="16108" y="428"/>
                  </a:cubicBezTo>
                  <a:cubicBezTo>
                    <a:pt x="16117" y="427"/>
                    <a:pt x="16126" y="426"/>
                    <a:pt x="16134" y="424"/>
                  </a:cubicBezTo>
                  <a:lnTo>
                    <a:pt x="16148" y="346"/>
                  </a:lnTo>
                  <a:lnTo>
                    <a:pt x="16107" y="346"/>
                  </a:lnTo>
                  <a:lnTo>
                    <a:pt x="16127" y="235"/>
                  </a:lnTo>
                  <a:lnTo>
                    <a:pt x="16291" y="235"/>
                  </a:lnTo>
                  <a:lnTo>
                    <a:pt x="16237" y="526"/>
                  </a:lnTo>
                  <a:cubicBezTo>
                    <a:pt x="16219" y="534"/>
                    <a:pt x="16193" y="541"/>
                    <a:pt x="16160" y="546"/>
                  </a:cubicBezTo>
                  <a:cubicBezTo>
                    <a:pt x="16127" y="551"/>
                    <a:pt x="16095" y="554"/>
                    <a:pt x="16062" y="554"/>
                  </a:cubicBezTo>
                  <a:cubicBezTo>
                    <a:pt x="16023" y="554"/>
                    <a:pt x="15993" y="548"/>
                    <a:pt x="15972" y="536"/>
                  </a:cubicBezTo>
                  <a:cubicBezTo>
                    <a:pt x="15951" y="524"/>
                    <a:pt x="15937" y="507"/>
                    <a:pt x="15929" y="485"/>
                  </a:cubicBezTo>
                  <a:cubicBezTo>
                    <a:pt x="15921" y="464"/>
                    <a:pt x="15918" y="439"/>
                    <a:pt x="15918" y="410"/>
                  </a:cubicBezTo>
                  <a:cubicBezTo>
                    <a:pt x="15918" y="386"/>
                    <a:pt x="15920" y="361"/>
                    <a:pt x="15924" y="334"/>
                  </a:cubicBezTo>
                  <a:cubicBezTo>
                    <a:pt x="15929" y="307"/>
                    <a:pt x="15934" y="280"/>
                    <a:pt x="15940" y="251"/>
                  </a:cubicBezTo>
                  <a:cubicBezTo>
                    <a:pt x="15956" y="166"/>
                    <a:pt x="15982" y="104"/>
                    <a:pt x="16018" y="65"/>
                  </a:cubicBezTo>
                  <a:cubicBezTo>
                    <a:pt x="16054" y="26"/>
                    <a:pt x="16108" y="6"/>
                    <a:pt x="16178" y="7"/>
                  </a:cubicBezTo>
                  <a:close/>
                  <a:moveTo>
                    <a:pt x="15716" y="7"/>
                  </a:moveTo>
                  <a:cubicBezTo>
                    <a:pt x="15747" y="7"/>
                    <a:pt x="15772" y="9"/>
                    <a:pt x="15791" y="13"/>
                  </a:cubicBezTo>
                  <a:cubicBezTo>
                    <a:pt x="15811" y="17"/>
                    <a:pt x="15825" y="21"/>
                    <a:pt x="15834" y="25"/>
                  </a:cubicBezTo>
                  <a:lnTo>
                    <a:pt x="15804" y="151"/>
                  </a:lnTo>
                  <a:cubicBezTo>
                    <a:pt x="15792" y="147"/>
                    <a:pt x="15780" y="143"/>
                    <a:pt x="15768" y="141"/>
                  </a:cubicBezTo>
                  <a:cubicBezTo>
                    <a:pt x="15757" y="139"/>
                    <a:pt x="15744" y="138"/>
                    <a:pt x="15731" y="138"/>
                  </a:cubicBezTo>
                  <a:cubicBezTo>
                    <a:pt x="15718" y="138"/>
                    <a:pt x="15708" y="140"/>
                    <a:pt x="15701" y="145"/>
                  </a:cubicBezTo>
                  <a:cubicBezTo>
                    <a:pt x="15694" y="150"/>
                    <a:pt x="15691" y="158"/>
                    <a:pt x="15691" y="169"/>
                  </a:cubicBezTo>
                  <a:cubicBezTo>
                    <a:pt x="15691" y="177"/>
                    <a:pt x="15692" y="186"/>
                    <a:pt x="15695" y="194"/>
                  </a:cubicBezTo>
                  <a:cubicBezTo>
                    <a:pt x="15698" y="203"/>
                    <a:pt x="15703" y="215"/>
                    <a:pt x="15709" y="230"/>
                  </a:cubicBezTo>
                  <a:lnTo>
                    <a:pt x="15735" y="291"/>
                  </a:lnTo>
                  <a:cubicBezTo>
                    <a:pt x="15742" y="306"/>
                    <a:pt x="15748" y="323"/>
                    <a:pt x="15754" y="341"/>
                  </a:cubicBezTo>
                  <a:cubicBezTo>
                    <a:pt x="15759" y="359"/>
                    <a:pt x="15763" y="377"/>
                    <a:pt x="15763" y="396"/>
                  </a:cubicBezTo>
                  <a:cubicBezTo>
                    <a:pt x="15762" y="451"/>
                    <a:pt x="15747" y="491"/>
                    <a:pt x="15718" y="516"/>
                  </a:cubicBezTo>
                  <a:cubicBezTo>
                    <a:pt x="15689" y="542"/>
                    <a:pt x="15652" y="554"/>
                    <a:pt x="15605" y="554"/>
                  </a:cubicBezTo>
                  <a:cubicBezTo>
                    <a:pt x="15572" y="553"/>
                    <a:pt x="15545" y="551"/>
                    <a:pt x="15524" y="547"/>
                  </a:cubicBezTo>
                  <a:cubicBezTo>
                    <a:pt x="15503" y="543"/>
                    <a:pt x="15488" y="539"/>
                    <a:pt x="15479" y="535"/>
                  </a:cubicBezTo>
                  <a:lnTo>
                    <a:pt x="15489" y="402"/>
                  </a:lnTo>
                  <a:cubicBezTo>
                    <a:pt x="15499" y="406"/>
                    <a:pt x="15512" y="410"/>
                    <a:pt x="15531" y="414"/>
                  </a:cubicBezTo>
                  <a:cubicBezTo>
                    <a:pt x="15550" y="418"/>
                    <a:pt x="15571" y="420"/>
                    <a:pt x="15595" y="420"/>
                  </a:cubicBezTo>
                  <a:cubicBezTo>
                    <a:pt x="15598" y="420"/>
                    <a:pt x="15601" y="420"/>
                    <a:pt x="15603" y="420"/>
                  </a:cubicBezTo>
                  <a:cubicBezTo>
                    <a:pt x="15606" y="420"/>
                    <a:pt x="15609" y="420"/>
                    <a:pt x="15612" y="420"/>
                  </a:cubicBezTo>
                  <a:cubicBezTo>
                    <a:pt x="15613" y="416"/>
                    <a:pt x="15614" y="412"/>
                    <a:pt x="15615" y="407"/>
                  </a:cubicBezTo>
                  <a:cubicBezTo>
                    <a:pt x="15616" y="403"/>
                    <a:pt x="15617" y="398"/>
                    <a:pt x="15617" y="393"/>
                  </a:cubicBezTo>
                  <a:cubicBezTo>
                    <a:pt x="15616" y="384"/>
                    <a:pt x="15615" y="375"/>
                    <a:pt x="15611" y="366"/>
                  </a:cubicBezTo>
                  <a:cubicBezTo>
                    <a:pt x="15607" y="358"/>
                    <a:pt x="15603" y="348"/>
                    <a:pt x="15597" y="336"/>
                  </a:cubicBezTo>
                  <a:lnTo>
                    <a:pt x="15570" y="276"/>
                  </a:lnTo>
                  <a:cubicBezTo>
                    <a:pt x="15562" y="259"/>
                    <a:pt x="15556" y="241"/>
                    <a:pt x="15551" y="223"/>
                  </a:cubicBezTo>
                  <a:cubicBezTo>
                    <a:pt x="15546" y="205"/>
                    <a:pt x="15544" y="188"/>
                    <a:pt x="15544" y="171"/>
                  </a:cubicBezTo>
                  <a:cubicBezTo>
                    <a:pt x="15545" y="116"/>
                    <a:pt x="15560" y="75"/>
                    <a:pt x="15591" y="48"/>
                  </a:cubicBezTo>
                  <a:cubicBezTo>
                    <a:pt x="15622" y="20"/>
                    <a:pt x="15664" y="7"/>
                    <a:pt x="15716" y="7"/>
                  </a:cubicBezTo>
                  <a:close/>
                  <a:moveTo>
                    <a:pt x="13913" y="7"/>
                  </a:moveTo>
                  <a:cubicBezTo>
                    <a:pt x="13968" y="7"/>
                    <a:pt x="14005" y="21"/>
                    <a:pt x="14027" y="47"/>
                  </a:cubicBezTo>
                  <a:cubicBezTo>
                    <a:pt x="14048" y="73"/>
                    <a:pt x="14058" y="108"/>
                    <a:pt x="14057" y="151"/>
                  </a:cubicBezTo>
                  <a:cubicBezTo>
                    <a:pt x="14057" y="175"/>
                    <a:pt x="14055" y="200"/>
                    <a:pt x="14051" y="227"/>
                  </a:cubicBezTo>
                  <a:cubicBezTo>
                    <a:pt x="14047" y="253"/>
                    <a:pt x="14041" y="281"/>
                    <a:pt x="14035" y="310"/>
                  </a:cubicBezTo>
                  <a:cubicBezTo>
                    <a:pt x="14019" y="395"/>
                    <a:pt x="13994" y="457"/>
                    <a:pt x="13959" y="496"/>
                  </a:cubicBezTo>
                  <a:cubicBezTo>
                    <a:pt x="13923" y="535"/>
                    <a:pt x="13870" y="554"/>
                    <a:pt x="13800" y="554"/>
                  </a:cubicBezTo>
                  <a:cubicBezTo>
                    <a:pt x="13745" y="553"/>
                    <a:pt x="13708" y="540"/>
                    <a:pt x="13686" y="514"/>
                  </a:cubicBezTo>
                  <a:cubicBezTo>
                    <a:pt x="13665" y="487"/>
                    <a:pt x="13655" y="453"/>
                    <a:pt x="13656" y="409"/>
                  </a:cubicBezTo>
                  <a:cubicBezTo>
                    <a:pt x="13656" y="385"/>
                    <a:pt x="13659" y="360"/>
                    <a:pt x="13663" y="334"/>
                  </a:cubicBezTo>
                  <a:cubicBezTo>
                    <a:pt x="13667" y="307"/>
                    <a:pt x="13672" y="280"/>
                    <a:pt x="13679" y="251"/>
                  </a:cubicBezTo>
                  <a:cubicBezTo>
                    <a:pt x="13690" y="194"/>
                    <a:pt x="13704" y="148"/>
                    <a:pt x="13723" y="112"/>
                  </a:cubicBezTo>
                  <a:cubicBezTo>
                    <a:pt x="13741" y="76"/>
                    <a:pt x="13766" y="49"/>
                    <a:pt x="13796" y="32"/>
                  </a:cubicBezTo>
                  <a:cubicBezTo>
                    <a:pt x="13827" y="15"/>
                    <a:pt x="13866" y="7"/>
                    <a:pt x="13913" y="7"/>
                  </a:cubicBezTo>
                  <a:close/>
                  <a:moveTo>
                    <a:pt x="13524" y="7"/>
                  </a:moveTo>
                  <a:cubicBezTo>
                    <a:pt x="13553" y="7"/>
                    <a:pt x="13581" y="9"/>
                    <a:pt x="13607" y="13"/>
                  </a:cubicBezTo>
                  <a:cubicBezTo>
                    <a:pt x="13633" y="17"/>
                    <a:pt x="13652" y="21"/>
                    <a:pt x="13663" y="26"/>
                  </a:cubicBezTo>
                  <a:lnTo>
                    <a:pt x="13631" y="153"/>
                  </a:lnTo>
                  <a:cubicBezTo>
                    <a:pt x="13618" y="149"/>
                    <a:pt x="13602" y="146"/>
                    <a:pt x="13584" y="143"/>
                  </a:cubicBezTo>
                  <a:cubicBezTo>
                    <a:pt x="13566" y="140"/>
                    <a:pt x="13545" y="138"/>
                    <a:pt x="13522" y="138"/>
                  </a:cubicBezTo>
                  <a:cubicBezTo>
                    <a:pt x="13494" y="137"/>
                    <a:pt x="13475" y="144"/>
                    <a:pt x="13463" y="160"/>
                  </a:cubicBezTo>
                  <a:cubicBezTo>
                    <a:pt x="13452" y="176"/>
                    <a:pt x="13441" y="207"/>
                    <a:pt x="13431" y="252"/>
                  </a:cubicBezTo>
                  <a:cubicBezTo>
                    <a:pt x="13427" y="268"/>
                    <a:pt x="13424" y="288"/>
                    <a:pt x="13420" y="309"/>
                  </a:cubicBezTo>
                  <a:cubicBezTo>
                    <a:pt x="13416" y="331"/>
                    <a:pt x="13413" y="353"/>
                    <a:pt x="13411" y="374"/>
                  </a:cubicBezTo>
                  <a:cubicBezTo>
                    <a:pt x="13409" y="395"/>
                    <a:pt x="13407" y="413"/>
                    <a:pt x="13407" y="428"/>
                  </a:cubicBezTo>
                  <a:cubicBezTo>
                    <a:pt x="13410" y="429"/>
                    <a:pt x="13414" y="429"/>
                    <a:pt x="13417" y="429"/>
                  </a:cubicBezTo>
                  <a:cubicBezTo>
                    <a:pt x="13420" y="429"/>
                    <a:pt x="13423" y="429"/>
                    <a:pt x="13427" y="429"/>
                  </a:cubicBezTo>
                  <a:cubicBezTo>
                    <a:pt x="13436" y="429"/>
                    <a:pt x="13445" y="429"/>
                    <a:pt x="13454" y="428"/>
                  </a:cubicBezTo>
                  <a:cubicBezTo>
                    <a:pt x="13463" y="427"/>
                    <a:pt x="13472" y="426"/>
                    <a:pt x="13480" y="424"/>
                  </a:cubicBezTo>
                  <a:lnTo>
                    <a:pt x="13494" y="346"/>
                  </a:lnTo>
                  <a:lnTo>
                    <a:pt x="13453" y="346"/>
                  </a:lnTo>
                  <a:lnTo>
                    <a:pt x="13473" y="235"/>
                  </a:lnTo>
                  <a:lnTo>
                    <a:pt x="13637" y="235"/>
                  </a:lnTo>
                  <a:lnTo>
                    <a:pt x="13583" y="526"/>
                  </a:lnTo>
                  <a:cubicBezTo>
                    <a:pt x="13565" y="534"/>
                    <a:pt x="13539" y="541"/>
                    <a:pt x="13506" y="546"/>
                  </a:cubicBezTo>
                  <a:cubicBezTo>
                    <a:pt x="13473" y="551"/>
                    <a:pt x="13441" y="554"/>
                    <a:pt x="13408" y="554"/>
                  </a:cubicBezTo>
                  <a:cubicBezTo>
                    <a:pt x="13369" y="554"/>
                    <a:pt x="13339" y="548"/>
                    <a:pt x="13318" y="536"/>
                  </a:cubicBezTo>
                  <a:cubicBezTo>
                    <a:pt x="13297" y="524"/>
                    <a:pt x="13283" y="507"/>
                    <a:pt x="13275" y="485"/>
                  </a:cubicBezTo>
                  <a:cubicBezTo>
                    <a:pt x="13267" y="464"/>
                    <a:pt x="13264" y="439"/>
                    <a:pt x="13264" y="410"/>
                  </a:cubicBezTo>
                  <a:cubicBezTo>
                    <a:pt x="13264" y="386"/>
                    <a:pt x="13266" y="361"/>
                    <a:pt x="13270" y="334"/>
                  </a:cubicBezTo>
                  <a:cubicBezTo>
                    <a:pt x="13275" y="307"/>
                    <a:pt x="13280" y="280"/>
                    <a:pt x="13286" y="251"/>
                  </a:cubicBezTo>
                  <a:cubicBezTo>
                    <a:pt x="13302" y="166"/>
                    <a:pt x="13328" y="104"/>
                    <a:pt x="13364" y="65"/>
                  </a:cubicBezTo>
                  <a:cubicBezTo>
                    <a:pt x="13400" y="26"/>
                    <a:pt x="13454" y="6"/>
                    <a:pt x="13524" y="7"/>
                  </a:cubicBezTo>
                  <a:close/>
                  <a:moveTo>
                    <a:pt x="13062" y="7"/>
                  </a:moveTo>
                  <a:cubicBezTo>
                    <a:pt x="13093" y="7"/>
                    <a:pt x="13118" y="9"/>
                    <a:pt x="13137" y="13"/>
                  </a:cubicBezTo>
                  <a:cubicBezTo>
                    <a:pt x="13157" y="17"/>
                    <a:pt x="13171" y="21"/>
                    <a:pt x="13180" y="25"/>
                  </a:cubicBezTo>
                  <a:lnTo>
                    <a:pt x="13150" y="151"/>
                  </a:lnTo>
                  <a:cubicBezTo>
                    <a:pt x="13138" y="147"/>
                    <a:pt x="13126" y="143"/>
                    <a:pt x="13114" y="141"/>
                  </a:cubicBezTo>
                  <a:cubicBezTo>
                    <a:pt x="13103" y="139"/>
                    <a:pt x="13090" y="138"/>
                    <a:pt x="13077" y="138"/>
                  </a:cubicBezTo>
                  <a:cubicBezTo>
                    <a:pt x="13064" y="138"/>
                    <a:pt x="13054" y="140"/>
                    <a:pt x="13047" y="145"/>
                  </a:cubicBezTo>
                  <a:cubicBezTo>
                    <a:pt x="13040" y="150"/>
                    <a:pt x="13037" y="158"/>
                    <a:pt x="13037" y="169"/>
                  </a:cubicBezTo>
                  <a:cubicBezTo>
                    <a:pt x="13037" y="177"/>
                    <a:pt x="13038" y="186"/>
                    <a:pt x="13041" y="194"/>
                  </a:cubicBezTo>
                  <a:cubicBezTo>
                    <a:pt x="13044" y="203"/>
                    <a:pt x="13049" y="215"/>
                    <a:pt x="13055" y="230"/>
                  </a:cubicBezTo>
                  <a:lnTo>
                    <a:pt x="13081" y="291"/>
                  </a:lnTo>
                  <a:cubicBezTo>
                    <a:pt x="13088" y="306"/>
                    <a:pt x="13094" y="323"/>
                    <a:pt x="13100" y="341"/>
                  </a:cubicBezTo>
                  <a:cubicBezTo>
                    <a:pt x="13105" y="359"/>
                    <a:pt x="13109" y="377"/>
                    <a:pt x="13109" y="396"/>
                  </a:cubicBezTo>
                  <a:cubicBezTo>
                    <a:pt x="13108" y="451"/>
                    <a:pt x="13093" y="491"/>
                    <a:pt x="13064" y="516"/>
                  </a:cubicBezTo>
                  <a:cubicBezTo>
                    <a:pt x="13035" y="542"/>
                    <a:pt x="12998" y="554"/>
                    <a:pt x="12951" y="554"/>
                  </a:cubicBezTo>
                  <a:cubicBezTo>
                    <a:pt x="12918" y="553"/>
                    <a:pt x="12891" y="551"/>
                    <a:pt x="12870" y="547"/>
                  </a:cubicBezTo>
                  <a:cubicBezTo>
                    <a:pt x="12849" y="543"/>
                    <a:pt x="12834" y="539"/>
                    <a:pt x="12825" y="535"/>
                  </a:cubicBezTo>
                  <a:lnTo>
                    <a:pt x="12835" y="402"/>
                  </a:lnTo>
                  <a:cubicBezTo>
                    <a:pt x="12845" y="406"/>
                    <a:pt x="12858" y="410"/>
                    <a:pt x="12877" y="414"/>
                  </a:cubicBezTo>
                  <a:cubicBezTo>
                    <a:pt x="12896" y="418"/>
                    <a:pt x="12917" y="420"/>
                    <a:pt x="12941" y="420"/>
                  </a:cubicBezTo>
                  <a:cubicBezTo>
                    <a:pt x="12944" y="420"/>
                    <a:pt x="12947" y="420"/>
                    <a:pt x="12949" y="420"/>
                  </a:cubicBezTo>
                  <a:cubicBezTo>
                    <a:pt x="12952" y="420"/>
                    <a:pt x="12955" y="420"/>
                    <a:pt x="12958" y="420"/>
                  </a:cubicBezTo>
                  <a:cubicBezTo>
                    <a:pt x="12959" y="416"/>
                    <a:pt x="12960" y="412"/>
                    <a:pt x="12961" y="407"/>
                  </a:cubicBezTo>
                  <a:cubicBezTo>
                    <a:pt x="12962" y="403"/>
                    <a:pt x="12963" y="398"/>
                    <a:pt x="12963" y="393"/>
                  </a:cubicBezTo>
                  <a:cubicBezTo>
                    <a:pt x="12962" y="384"/>
                    <a:pt x="12961" y="375"/>
                    <a:pt x="12957" y="366"/>
                  </a:cubicBezTo>
                  <a:cubicBezTo>
                    <a:pt x="12953" y="358"/>
                    <a:pt x="12949" y="348"/>
                    <a:pt x="12943" y="336"/>
                  </a:cubicBezTo>
                  <a:lnTo>
                    <a:pt x="12916" y="276"/>
                  </a:lnTo>
                  <a:cubicBezTo>
                    <a:pt x="12908" y="259"/>
                    <a:pt x="12902" y="241"/>
                    <a:pt x="12897" y="223"/>
                  </a:cubicBezTo>
                  <a:cubicBezTo>
                    <a:pt x="12892" y="205"/>
                    <a:pt x="12890" y="188"/>
                    <a:pt x="12890" y="171"/>
                  </a:cubicBezTo>
                  <a:cubicBezTo>
                    <a:pt x="12891" y="116"/>
                    <a:pt x="12906" y="75"/>
                    <a:pt x="12937" y="48"/>
                  </a:cubicBezTo>
                  <a:cubicBezTo>
                    <a:pt x="12968" y="20"/>
                    <a:pt x="13010" y="7"/>
                    <a:pt x="13062" y="7"/>
                  </a:cubicBezTo>
                  <a:close/>
                  <a:moveTo>
                    <a:pt x="11261" y="7"/>
                  </a:moveTo>
                  <a:cubicBezTo>
                    <a:pt x="11316" y="7"/>
                    <a:pt x="11353" y="21"/>
                    <a:pt x="11375" y="47"/>
                  </a:cubicBezTo>
                  <a:cubicBezTo>
                    <a:pt x="11396" y="73"/>
                    <a:pt x="11406" y="108"/>
                    <a:pt x="11405" y="151"/>
                  </a:cubicBezTo>
                  <a:cubicBezTo>
                    <a:pt x="11405" y="175"/>
                    <a:pt x="11403" y="200"/>
                    <a:pt x="11399" y="227"/>
                  </a:cubicBezTo>
                  <a:cubicBezTo>
                    <a:pt x="11395" y="253"/>
                    <a:pt x="11389" y="281"/>
                    <a:pt x="11383" y="310"/>
                  </a:cubicBezTo>
                  <a:cubicBezTo>
                    <a:pt x="11367" y="395"/>
                    <a:pt x="11342" y="457"/>
                    <a:pt x="11307" y="496"/>
                  </a:cubicBezTo>
                  <a:cubicBezTo>
                    <a:pt x="11271" y="535"/>
                    <a:pt x="11218" y="554"/>
                    <a:pt x="11148" y="554"/>
                  </a:cubicBezTo>
                  <a:cubicBezTo>
                    <a:pt x="11093" y="553"/>
                    <a:pt x="11056" y="540"/>
                    <a:pt x="11034" y="514"/>
                  </a:cubicBezTo>
                  <a:cubicBezTo>
                    <a:pt x="11013" y="487"/>
                    <a:pt x="11003" y="453"/>
                    <a:pt x="11004" y="409"/>
                  </a:cubicBezTo>
                  <a:cubicBezTo>
                    <a:pt x="11004" y="385"/>
                    <a:pt x="11007" y="360"/>
                    <a:pt x="11011" y="334"/>
                  </a:cubicBezTo>
                  <a:cubicBezTo>
                    <a:pt x="11015" y="307"/>
                    <a:pt x="11020" y="280"/>
                    <a:pt x="11027" y="251"/>
                  </a:cubicBezTo>
                  <a:cubicBezTo>
                    <a:pt x="11038" y="194"/>
                    <a:pt x="11052" y="148"/>
                    <a:pt x="11071" y="112"/>
                  </a:cubicBezTo>
                  <a:cubicBezTo>
                    <a:pt x="11089" y="76"/>
                    <a:pt x="11114" y="49"/>
                    <a:pt x="11144" y="32"/>
                  </a:cubicBezTo>
                  <a:cubicBezTo>
                    <a:pt x="11175" y="15"/>
                    <a:pt x="11214" y="7"/>
                    <a:pt x="11261" y="7"/>
                  </a:cubicBezTo>
                  <a:close/>
                  <a:moveTo>
                    <a:pt x="10872" y="7"/>
                  </a:moveTo>
                  <a:cubicBezTo>
                    <a:pt x="10901" y="7"/>
                    <a:pt x="10929" y="9"/>
                    <a:pt x="10955" y="13"/>
                  </a:cubicBezTo>
                  <a:cubicBezTo>
                    <a:pt x="10981" y="17"/>
                    <a:pt x="11000" y="21"/>
                    <a:pt x="11011" y="26"/>
                  </a:cubicBezTo>
                  <a:lnTo>
                    <a:pt x="10979" y="153"/>
                  </a:lnTo>
                  <a:cubicBezTo>
                    <a:pt x="10966" y="149"/>
                    <a:pt x="10950" y="146"/>
                    <a:pt x="10932" y="143"/>
                  </a:cubicBezTo>
                  <a:cubicBezTo>
                    <a:pt x="10914" y="140"/>
                    <a:pt x="10893" y="138"/>
                    <a:pt x="10870" y="138"/>
                  </a:cubicBezTo>
                  <a:cubicBezTo>
                    <a:pt x="10842" y="137"/>
                    <a:pt x="10823" y="144"/>
                    <a:pt x="10811" y="160"/>
                  </a:cubicBezTo>
                  <a:cubicBezTo>
                    <a:pt x="10800" y="176"/>
                    <a:pt x="10789" y="207"/>
                    <a:pt x="10779" y="252"/>
                  </a:cubicBezTo>
                  <a:cubicBezTo>
                    <a:pt x="10775" y="268"/>
                    <a:pt x="10772" y="288"/>
                    <a:pt x="10768" y="309"/>
                  </a:cubicBezTo>
                  <a:cubicBezTo>
                    <a:pt x="10764" y="331"/>
                    <a:pt x="10761" y="353"/>
                    <a:pt x="10759" y="374"/>
                  </a:cubicBezTo>
                  <a:cubicBezTo>
                    <a:pt x="10757" y="395"/>
                    <a:pt x="10755" y="413"/>
                    <a:pt x="10755" y="428"/>
                  </a:cubicBezTo>
                  <a:cubicBezTo>
                    <a:pt x="10758" y="429"/>
                    <a:pt x="10762" y="429"/>
                    <a:pt x="10765" y="429"/>
                  </a:cubicBezTo>
                  <a:cubicBezTo>
                    <a:pt x="10768" y="429"/>
                    <a:pt x="10771" y="429"/>
                    <a:pt x="10775" y="429"/>
                  </a:cubicBezTo>
                  <a:cubicBezTo>
                    <a:pt x="10784" y="429"/>
                    <a:pt x="10793" y="429"/>
                    <a:pt x="10802" y="428"/>
                  </a:cubicBezTo>
                  <a:cubicBezTo>
                    <a:pt x="10811" y="427"/>
                    <a:pt x="10820" y="426"/>
                    <a:pt x="10828" y="424"/>
                  </a:cubicBezTo>
                  <a:lnTo>
                    <a:pt x="10842" y="346"/>
                  </a:lnTo>
                  <a:lnTo>
                    <a:pt x="10801" y="346"/>
                  </a:lnTo>
                  <a:lnTo>
                    <a:pt x="10821" y="235"/>
                  </a:lnTo>
                  <a:lnTo>
                    <a:pt x="10985" y="235"/>
                  </a:lnTo>
                  <a:lnTo>
                    <a:pt x="10931" y="526"/>
                  </a:lnTo>
                  <a:cubicBezTo>
                    <a:pt x="10913" y="534"/>
                    <a:pt x="10887" y="541"/>
                    <a:pt x="10854" y="546"/>
                  </a:cubicBezTo>
                  <a:cubicBezTo>
                    <a:pt x="10821" y="551"/>
                    <a:pt x="10789" y="554"/>
                    <a:pt x="10756" y="554"/>
                  </a:cubicBezTo>
                  <a:cubicBezTo>
                    <a:pt x="10717" y="554"/>
                    <a:pt x="10687" y="548"/>
                    <a:pt x="10666" y="536"/>
                  </a:cubicBezTo>
                  <a:cubicBezTo>
                    <a:pt x="10645" y="524"/>
                    <a:pt x="10631" y="507"/>
                    <a:pt x="10623" y="485"/>
                  </a:cubicBezTo>
                  <a:cubicBezTo>
                    <a:pt x="10615" y="464"/>
                    <a:pt x="10612" y="439"/>
                    <a:pt x="10612" y="410"/>
                  </a:cubicBezTo>
                  <a:cubicBezTo>
                    <a:pt x="10612" y="386"/>
                    <a:pt x="10614" y="361"/>
                    <a:pt x="10618" y="334"/>
                  </a:cubicBezTo>
                  <a:cubicBezTo>
                    <a:pt x="10623" y="307"/>
                    <a:pt x="10628" y="280"/>
                    <a:pt x="10634" y="251"/>
                  </a:cubicBezTo>
                  <a:cubicBezTo>
                    <a:pt x="10650" y="166"/>
                    <a:pt x="10676" y="104"/>
                    <a:pt x="10712" y="65"/>
                  </a:cubicBezTo>
                  <a:cubicBezTo>
                    <a:pt x="10748" y="26"/>
                    <a:pt x="10802" y="6"/>
                    <a:pt x="10872" y="7"/>
                  </a:cubicBezTo>
                  <a:close/>
                  <a:moveTo>
                    <a:pt x="10410" y="7"/>
                  </a:moveTo>
                  <a:cubicBezTo>
                    <a:pt x="10441" y="7"/>
                    <a:pt x="10466" y="9"/>
                    <a:pt x="10485" y="13"/>
                  </a:cubicBezTo>
                  <a:cubicBezTo>
                    <a:pt x="10505" y="17"/>
                    <a:pt x="10519" y="21"/>
                    <a:pt x="10528" y="25"/>
                  </a:cubicBezTo>
                  <a:lnTo>
                    <a:pt x="10498" y="151"/>
                  </a:lnTo>
                  <a:cubicBezTo>
                    <a:pt x="10486" y="147"/>
                    <a:pt x="10474" y="143"/>
                    <a:pt x="10462" y="141"/>
                  </a:cubicBezTo>
                  <a:cubicBezTo>
                    <a:pt x="10451" y="139"/>
                    <a:pt x="10438" y="138"/>
                    <a:pt x="10425" y="138"/>
                  </a:cubicBezTo>
                  <a:cubicBezTo>
                    <a:pt x="10412" y="138"/>
                    <a:pt x="10402" y="140"/>
                    <a:pt x="10395" y="145"/>
                  </a:cubicBezTo>
                  <a:cubicBezTo>
                    <a:pt x="10388" y="150"/>
                    <a:pt x="10385" y="158"/>
                    <a:pt x="10385" y="169"/>
                  </a:cubicBezTo>
                  <a:cubicBezTo>
                    <a:pt x="10385" y="177"/>
                    <a:pt x="10386" y="186"/>
                    <a:pt x="10389" y="194"/>
                  </a:cubicBezTo>
                  <a:cubicBezTo>
                    <a:pt x="10392" y="203"/>
                    <a:pt x="10397" y="215"/>
                    <a:pt x="10403" y="230"/>
                  </a:cubicBezTo>
                  <a:lnTo>
                    <a:pt x="10429" y="291"/>
                  </a:lnTo>
                  <a:cubicBezTo>
                    <a:pt x="10436" y="306"/>
                    <a:pt x="10442" y="323"/>
                    <a:pt x="10448" y="341"/>
                  </a:cubicBezTo>
                  <a:cubicBezTo>
                    <a:pt x="10453" y="359"/>
                    <a:pt x="10457" y="377"/>
                    <a:pt x="10457" y="396"/>
                  </a:cubicBezTo>
                  <a:cubicBezTo>
                    <a:pt x="10456" y="451"/>
                    <a:pt x="10441" y="491"/>
                    <a:pt x="10412" y="516"/>
                  </a:cubicBezTo>
                  <a:cubicBezTo>
                    <a:pt x="10383" y="542"/>
                    <a:pt x="10346" y="554"/>
                    <a:pt x="10299" y="554"/>
                  </a:cubicBezTo>
                  <a:cubicBezTo>
                    <a:pt x="10266" y="553"/>
                    <a:pt x="10239" y="551"/>
                    <a:pt x="10218" y="547"/>
                  </a:cubicBezTo>
                  <a:cubicBezTo>
                    <a:pt x="10197" y="543"/>
                    <a:pt x="10182" y="539"/>
                    <a:pt x="10173" y="535"/>
                  </a:cubicBezTo>
                  <a:lnTo>
                    <a:pt x="10183" y="402"/>
                  </a:lnTo>
                  <a:cubicBezTo>
                    <a:pt x="10193" y="406"/>
                    <a:pt x="10206" y="410"/>
                    <a:pt x="10225" y="414"/>
                  </a:cubicBezTo>
                  <a:cubicBezTo>
                    <a:pt x="10244" y="418"/>
                    <a:pt x="10265" y="420"/>
                    <a:pt x="10289" y="420"/>
                  </a:cubicBezTo>
                  <a:cubicBezTo>
                    <a:pt x="10292" y="420"/>
                    <a:pt x="10295" y="420"/>
                    <a:pt x="10297" y="420"/>
                  </a:cubicBezTo>
                  <a:cubicBezTo>
                    <a:pt x="10300" y="420"/>
                    <a:pt x="10303" y="420"/>
                    <a:pt x="10306" y="420"/>
                  </a:cubicBezTo>
                  <a:cubicBezTo>
                    <a:pt x="10307" y="416"/>
                    <a:pt x="10308" y="412"/>
                    <a:pt x="10309" y="407"/>
                  </a:cubicBezTo>
                  <a:cubicBezTo>
                    <a:pt x="10310" y="403"/>
                    <a:pt x="10311" y="398"/>
                    <a:pt x="10311" y="393"/>
                  </a:cubicBezTo>
                  <a:cubicBezTo>
                    <a:pt x="10310" y="384"/>
                    <a:pt x="10309" y="375"/>
                    <a:pt x="10305" y="366"/>
                  </a:cubicBezTo>
                  <a:cubicBezTo>
                    <a:pt x="10301" y="358"/>
                    <a:pt x="10297" y="348"/>
                    <a:pt x="10291" y="336"/>
                  </a:cubicBezTo>
                  <a:lnTo>
                    <a:pt x="10264" y="276"/>
                  </a:lnTo>
                  <a:cubicBezTo>
                    <a:pt x="10256" y="259"/>
                    <a:pt x="10250" y="241"/>
                    <a:pt x="10245" y="223"/>
                  </a:cubicBezTo>
                  <a:cubicBezTo>
                    <a:pt x="10240" y="205"/>
                    <a:pt x="10238" y="188"/>
                    <a:pt x="10238" y="171"/>
                  </a:cubicBezTo>
                  <a:cubicBezTo>
                    <a:pt x="10239" y="116"/>
                    <a:pt x="10254" y="75"/>
                    <a:pt x="10285" y="48"/>
                  </a:cubicBezTo>
                  <a:cubicBezTo>
                    <a:pt x="10316" y="20"/>
                    <a:pt x="10358" y="7"/>
                    <a:pt x="10410" y="7"/>
                  </a:cubicBezTo>
                  <a:close/>
                  <a:moveTo>
                    <a:pt x="8607" y="7"/>
                  </a:moveTo>
                  <a:cubicBezTo>
                    <a:pt x="8662" y="7"/>
                    <a:pt x="8699" y="21"/>
                    <a:pt x="8721" y="47"/>
                  </a:cubicBezTo>
                  <a:cubicBezTo>
                    <a:pt x="8742" y="73"/>
                    <a:pt x="8752" y="108"/>
                    <a:pt x="8751" y="151"/>
                  </a:cubicBezTo>
                  <a:cubicBezTo>
                    <a:pt x="8751" y="175"/>
                    <a:pt x="8749" y="200"/>
                    <a:pt x="8745" y="227"/>
                  </a:cubicBezTo>
                  <a:cubicBezTo>
                    <a:pt x="8741" y="253"/>
                    <a:pt x="8735" y="281"/>
                    <a:pt x="8729" y="310"/>
                  </a:cubicBezTo>
                  <a:cubicBezTo>
                    <a:pt x="8713" y="395"/>
                    <a:pt x="8688" y="457"/>
                    <a:pt x="8653" y="496"/>
                  </a:cubicBezTo>
                  <a:cubicBezTo>
                    <a:pt x="8617" y="535"/>
                    <a:pt x="8564" y="554"/>
                    <a:pt x="8494" y="554"/>
                  </a:cubicBezTo>
                  <a:cubicBezTo>
                    <a:pt x="8439" y="553"/>
                    <a:pt x="8402" y="540"/>
                    <a:pt x="8380" y="514"/>
                  </a:cubicBezTo>
                  <a:cubicBezTo>
                    <a:pt x="8359" y="487"/>
                    <a:pt x="8349" y="453"/>
                    <a:pt x="8350" y="409"/>
                  </a:cubicBezTo>
                  <a:cubicBezTo>
                    <a:pt x="8350" y="385"/>
                    <a:pt x="8353" y="360"/>
                    <a:pt x="8357" y="334"/>
                  </a:cubicBezTo>
                  <a:cubicBezTo>
                    <a:pt x="8361" y="307"/>
                    <a:pt x="8366" y="280"/>
                    <a:pt x="8373" y="251"/>
                  </a:cubicBezTo>
                  <a:cubicBezTo>
                    <a:pt x="8384" y="194"/>
                    <a:pt x="8398" y="148"/>
                    <a:pt x="8417" y="112"/>
                  </a:cubicBezTo>
                  <a:cubicBezTo>
                    <a:pt x="8435" y="76"/>
                    <a:pt x="8460" y="49"/>
                    <a:pt x="8490" y="32"/>
                  </a:cubicBezTo>
                  <a:cubicBezTo>
                    <a:pt x="8521" y="15"/>
                    <a:pt x="8560" y="7"/>
                    <a:pt x="8607" y="7"/>
                  </a:cubicBezTo>
                  <a:close/>
                  <a:moveTo>
                    <a:pt x="8218" y="7"/>
                  </a:moveTo>
                  <a:cubicBezTo>
                    <a:pt x="8247" y="7"/>
                    <a:pt x="8275" y="9"/>
                    <a:pt x="8301" y="13"/>
                  </a:cubicBezTo>
                  <a:cubicBezTo>
                    <a:pt x="8327" y="17"/>
                    <a:pt x="8346" y="21"/>
                    <a:pt x="8357" y="26"/>
                  </a:cubicBezTo>
                  <a:lnTo>
                    <a:pt x="8325" y="153"/>
                  </a:lnTo>
                  <a:cubicBezTo>
                    <a:pt x="8312" y="149"/>
                    <a:pt x="8296" y="146"/>
                    <a:pt x="8278" y="143"/>
                  </a:cubicBezTo>
                  <a:cubicBezTo>
                    <a:pt x="8260" y="140"/>
                    <a:pt x="8239" y="138"/>
                    <a:pt x="8216" y="138"/>
                  </a:cubicBezTo>
                  <a:cubicBezTo>
                    <a:pt x="8188" y="137"/>
                    <a:pt x="8169" y="144"/>
                    <a:pt x="8157" y="160"/>
                  </a:cubicBezTo>
                  <a:cubicBezTo>
                    <a:pt x="8146" y="176"/>
                    <a:pt x="8135" y="207"/>
                    <a:pt x="8125" y="252"/>
                  </a:cubicBezTo>
                  <a:cubicBezTo>
                    <a:pt x="8121" y="268"/>
                    <a:pt x="8118" y="288"/>
                    <a:pt x="8114" y="309"/>
                  </a:cubicBezTo>
                  <a:cubicBezTo>
                    <a:pt x="8110" y="331"/>
                    <a:pt x="8107" y="353"/>
                    <a:pt x="8105" y="374"/>
                  </a:cubicBezTo>
                  <a:cubicBezTo>
                    <a:pt x="8103" y="395"/>
                    <a:pt x="8101" y="413"/>
                    <a:pt x="8101" y="428"/>
                  </a:cubicBezTo>
                  <a:cubicBezTo>
                    <a:pt x="8104" y="429"/>
                    <a:pt x="8108" y="429"/>
                    <a:pt x="8111" y="429"/>
                  </a:cubicBezTo>
                  <a:cubicBezTo>
                    <a:pt x="8114" y="429"/>
                    <a:pt x="8117" y="429"/>
                    <a:pt x="8121" y="429"/>
                  </a:cubicBezTo>
                  <a:cubicBezTo>
                    <a:pt x="8130" y="429"/>
                    <a:pt x="8139" y="429"/>
                    <a:pt x="8148" y="428"/>
                  </a:cubicBezTo>
                  <a:cubicBezTo>
                    <a:pt x="8157" y="427"/>
                    <a:pt x="8166" y="426"/>
                    <a:pt x="8174" y="424"/>
                  </a:cubicBezTo>
                  <a:lnTo>
                    <a:pt x="8188" y="346"/>
                  </a:lnTo>
                  <a:lnTo>
                    <a:pt x="8147" y="346"/>
                  </a:lnTo>
                  <a:lnTo>
                    <a:pt x="8167" y="235"/>
                  </a:lnTo>
                  <a:lnTo>
                    <a:pt x="8331" y="235"/>
                  </a:lnTo>
                  <a:lnTo>
                    <a:pt x="8277" y="526"/>
                  </a:lnTo>
                  <a:cubicBezTo>
                    <a:pt x="8259" y="534"/>
                    <a:pt x="8233" y="541"/>
                    <a:pt x="8200" y="546"/>
                  </a:cubicBezTo>
                  <a:cubicBezTo>
                    <a:pt x="8167" y="551"/>
                    <a:pt x="8135" y="554"/>
                    <a:pt x="8102" y="554"/>
                  </a:cubicBezTo>
                  <a:cubicBezTo>
                    <a:pt x="8063" y="554"/>
                    <a:pt x="8033" y="548"/>
                    <a:pt x="8012" y="536"/>
                  </a:cubicBezTo>
                  <a:cubicBezTo>
                    <a:pt x="7991" y="524"/>
                    <a:pt x="7977" y="507"/>
                    <a:pt x="7969" y="485"/>
                  </a:cubicBezTo>
                  <a:cubicBezTo>
                    <a:pt x="7961" y="464"/>
                    <a:pt x="7958" y="439"/>
                    <a:pt x="7958" y="410"/>
                  </a:cubicBezTo>
                  <a:cubicBezTo>
                    <a:pt x="7958" y="386"/>
                    <a:pt x="7960" y="361"/>
                    <a:pt x="7964" y="334"/>
                  </a:cubicBezTo>
                  <a:cubicBezTo>
                    <a:pt x="7969" y="307"/>
                    <a:pt x="7974" y="280"/>
                    <a:pt x="7980" y="251"/>
                  </a:cubicBezTo>
                  <a:cubicBezTo>
                    <a:pt x="7996" y="166"/>
                    <a:pt x="8022" y="104"/>
                    <a:pt x="8058" y="65"/>
                  </a:cubicBezTo>
                  <a:cubicBezTo>
                    <a:pt x="8094" y="26"/>
                    <a:pt x="8148" y="6"/>
                    <a:pt x="8218" y="7"/>
                  </a:cubicBezTo>
                  <a:close/>
                  <a:moveTo>
                    <a:pt x="7756" y="7"/>
                  </a:moveTo>
                  <a:cubicBezTo>
                    <a:pt x="7787" y="7"/>
                    <a:pt x="7812" y="9"/>
                    <a:pt x="7831" y="13"/>
                  </a:cubicBezTo>
                  <a:cubicBezTo>
                    <a:pt x="7851" y="17"/>
                    <a:pt x="7865" y="21"/>
                    <a:pt x="7874" y="25"/>
                  </a:cubicBezTo>
                  <a:lnTo>
                    <a:pt x="7844" y="151"/>
                  </a:lnTo>
                  <a:cubicBezTo>
                    <a:pt x="7832" y="147"/>
                    <a:pt x="7820" y="143"/>
                    <a:pt x="7808" y="141"/>
                  </a:cubicBezTo>
                  <a:cubicBezTo>
                    <a:pt x="7797" y="139"/>
                    <a:pt x="7784" y="138"/>
                    <a:pt x="7771" y="138"/>
                  </a:cubicBezTo>
                  <a:cubicBezTo>
                    <a:pt x="7758" y="138"/>
                    <a:pt x="7748" y="140"/>
                    <a:pt x="7741" y="145"/>
                  </a:cubicBezTo>
                  <a:cubicBezTo>
                    <a:pt x="7734" y="150"/>
                    <a:pt x="7731" y="158"/>
                    <a:pt x="7731" y="169"/>
                  </a:cubicBezTo>
                  <a:cubicBezTo>
                    <a:pt x="7731" y="177"/>
                    <a:pt x="7732" y="186"/>
                    <a:pt x="7735" y="194"/>
                  </a:cubicBezTo>
                  <a:cubicBezTo>
                    <a:pt x="7738" y="203"/>
                    <a:pt x="7743" y="215"/>
                    <a:pt x="7749" y="230"/>
                  </a:cubicBezTo>
                  <a:lnTo>
                    <a:pt x="7775" y="291"/>
                  </a:lnTo>
                  <a:cubicBezTo>
                    <a:pt x="7782" y="306"/>
                    <a:pt x="7788" y="323"/>
                    <a:pt x="7794" y="341"/>
                  </a:cubicBezTo>
                  <a:cubicBezTo>
                    <a:pt x="7799" y="359"/>
                    <a:pt x="7803" y="377"/>
                    <a:pt x="7803" y="396"/>
                  </a:cubicBezTo>
                  <a:cubicBezTo>
                    <a:pt x="7802" y="451"/>
                    <a:pt x="7787" y="491"/>
                    <a:pt x="7758" y="516"/>
                  </a:cubicBezTo>
                  <a:cubicBezTo>
                    <a:pt x="7729" y="542"/>
                    <a:pt x="7692" y="554"/>
                    <a:pt x="7645" y="554"/>
                  </a:cubicBezTo>
                  <a:cubicBezTo>
                    <a:pt x="7612" y="553"/>
                    <a:pt x="7585" y="551"/>
                    <a:pt x="7564" y="547"/>
                  </a:cubicBezTo>
                  <a:cubicBezTo>
                    <a:pt x="7543" y="543"/>
                    <a:pt x="7528" y="539"/>
                    <a:pt x="7519" y="535"/>
                  </a:cubicBezTo>
                  <a:lnTo>
                    <a:pt x="7529" y="402"/>
                  </a:lnTo>
                  <a:cubicBezTo>
                    <a:pt x="7539" y="406"/>
                    <a:pt x="7552" y="410"/>
                    <a:pt x="7571" y="414"/>
                  </a:cubicBezTo>
                  <a:cubicBezTo>
                    <a:pt x="7590" y="418"/>
                    <a:pt x="7611" y="420"/>
                    <a:pt x="7635" y="420"/>
                  </a:cubicBezTo>
                  <a:cubicBezTo>
                    <a:pt x="7638" y="420"/>
                    <a:pt x="7641" y="420"/>
                    <a:pt x="7643" y="420"/>
                  </a:cubicBezTo>
                  <a:cubicBezTo>
                    <a:pt x="7646" y="420"/>
                    <a:pt x="7649" y="420"/>
                    <a:pt x="7652" y="420"/>
                  </a:cubicBezTo>
                  <a:cubicBezTo>
                    <a:pt x="7653" y="416"/>
                    <a:pt x="7654" y="412"/>
                    <a:pt x="7655" y="407"/>
                  </a:cubicBezTo>
                  <a:cubicBezTo>
                    <a:pt x="7656" y="403"/>
                    <a:pt x="7657" y="398"/>
                    <a:pt x="7657" y="393"/>
                  </a:cubicBezTo>
                  <a:cubicBezTo>
                    <a:pt x="7656" y="384"/>
                    <a:pt x="7655" y="375"/>
                    <a:pt x="7651" y="366"/>
                  </a:cubicBezTo>
                  <a:cubicBezTo>
                    <a:pt x="7647" y="358"/>
                    <a:pt x="7643" y="348"/>
                    <a:pt x="7637" y="336"/>
                  </a:cubicBezTo>
                  <a:lnTo>
                    <a:pt x="7610" y="276"/>
                  </a:lnTo>
                  <a:cubicBezTo>
                    <a:pt x="7602" y="259"/>
                    <a:pt x="7596" y="241"/>
                    <a:pt x="7591" y="223"/>
                  </a:cubicBezTo>
                  <a:cubicBezTo>
                    <a:pt x="7586" y="205"/>
                    <a:pt x="7584" y="188"/>
                    <a:pt x="7584" y="171"/>
                  </a:cubicBezTo>
                  <a:cubicBezTo>
                    <a:pt x="7585" y="116"/>
                    <a:pt x="7600" y="75"/>
                    <a:pt x="7631" y="48"/>
                  </a:cubicBezTo>
                  <a:cubicBezTo>
                    <a:pt x="7662" y="20"/>
                    <a:pt x="7704" y="7"/>
                    <a:pt x="7756" y="7"/>
                  </a:cubicBezTo>
                  <a:close/>
                  <a:moveTo>
                    <a:pt x="5955" y="7"/>
                  </a:moveTo>
                  <a:cubicBezTo>
                    <a:pt x="6010" y="7"/>
                    <a:pt x="6047" y="21"/>
                    <a:pt x="6069" y="47"/>
                  </a:cubicBezTo>
                  <a:cubicBezTo>
                    <a:pt x="6090" y="73"/>
                    <a:pt x="6100" y="108"/>
                    <a:pt x="6099" y="151"/>
                  </a:cubicBezTo>
                  <a:cubicBezTo>
                    <a:pt x="6099" y="175"/>
                    <a:pt x="6097" y="200"/>
                    <a:pt x="6093" y="227"/>
                  </a:cubicBezTo>
                  <a:cubicBezTo>
                    <a:pt x="6089" y="253"/>
                    <a:pt x="6083" y="281"/>
                    <a:pt x="6077" y="310"/>
                  </a:cubicBezTo>
                  <a:cubicBezTo>
                    <a:pt x="6061" y="395"/>
                    <a:pt x="6036" y="457"/>
                    <a:pt x="6001" y="496"/>
                  </a:cubicBezTo>
                  <a:cubicBezTo>
                    <a:pt x="5965" y="535"/>
                    <a:pt x="5912" y="554"/>
                    <a:pt x="5842" y="554"/>
                  </a:cubicBezTo>
                  <a:cubicBezTo>
                    <a:pt x="5787" y="553"/>
                    <a:pt x="5750" y="540"/>
                    <a:pt x="5728" y="514"/>
                  </a:cubicBezTo>
                  <a:cubicBezTo>
                    <a:pt x="5707" y="487"/>
                    <a:pt x="5697" y="453"/>
                    <a:pt x="5698" y="409"/>
                  </a:cubicBezTo>
                  <a:cubicBezTo>
                    <a:pt x="5698" y="385"/>
                    <a:pt x="5701" y="360"/>
                    <a:pt x="5705" y="334"/>
                  </a:cubicBezTo>
                  <a:cubicBezTo>
                    <a:pt x="5709" y="307"/>
                    <a:pt x="5714" y="280"/>
                    <a:pt x="5721" y="251"/>
                  </a:cubicBezTo>
                  <a:cubicBezTo>
                    <a:pt x="5732" y="194"/>
                    <a:pt x="5746" y="148"/>
                    <a:pt x="5765" y="112"/>
                  </a:cubicBezTo>
                  <a:cubicBezTo>
                    <a:pt x="5783" y="76"/>
                    <a:pt x="5808" y="49"/>
                    <a:pt x="5838" y="32"/>
                  </a:cubicBezTo>
                  <a:cubicBezTo>
                    <a:pt x="5869" y="15"/>
                    <a:pt x="5908" y="7"/>
                    <a:pt x="5955" y="7"/>
                  </a:cubicBezTo>
                  <a:close/>
                  <a:moveTo>
                    <a:pt x="5566" y="7"/>
                  </a:moveTo>
                  <a:cubicBezTo>
                    <a:pt x="5595" y="7"/>
                    <a:pt x="5623" y="9"/>
                    <a:pt x="5649" y="13"/>
                  </a:cubicBezTo>
                  <a:cubicBezTo>
                    <a:pt x="5675" y="17"/>
                    <a:pt x="5694" y="21"/>
                    <a:pt x="5705" y="26"/>
                  </a:cubicBezTo>
                  <a:lnTo>
                    <a:pt x="5673" y="153"/>
                  </a:lnTo>
                  <a:cubicBezTo>
                    <a:pt x="5660" y="149"/>
                    <a:pt x="5644" y="146"/>
                    <a:pt x="5626" y="143"/>
                  </a:cubicBezTo>
                  <a:cubicBezTo>
                    <a:pt x="5608" y="140"/>
                    <a:pt x="5587" y="138"/>
                    <a:pt x="5564" y="138"/>
                  </a:cubicBezTo>
                  <a:cubicBezTo>
                    <a:pt x="5536" y="137"/>
                    <a:pt x="5517" y="144"/>
                    <a:pt x="5505" y="160"/>
                  </a:cubicBezTo>
                  <a:cubicBezTo>
                    <a:pt x="5494" y="176"/>
                    <a:pt x="5483" y="207"/>
                    <a:pt x="5473" y="252"/>
                  </a:cubicBezTo>
                  <a:cubicBezTo>
                    <a:pt x="5469" y="268"/>
                    <a:pt x="5466" y="288"/>
                    <a:pt x="5462" y="309"/>
                  </a:cubicBezTo>
                  <a:cubicBezTo>
                    <a:pt x="5458" y="331"/>
                    <a:pt x="5455" y="353"/>
                    <a:pt x="5453" y="374"/>
                  </a:cubicBezTo>
                  <a:cubicBezTo>
                    <a:pt x="5451" y="395"/>
                    <a:pt x="5449" y="413"/>
                    <a:pt x="5449" y="428"/>
                  </a:cubicBezTo>
                  <a:cubicBezTo>
                    <a:pt x="5452" y="429"/>
                    <a:pt x="5456" y="429"/>
                    <a:pt x="5459" y="429"/>
                  </a:cubicBezTo>
                  <a:cubicBezTo>
                    <a:pt x="5462" y="429"/>
                    <a:pt x="5465" y="429"/>
                    <a:pt x="5469" y="429"/>
                  </a:cubicBezTo>
                  <a:cubicBezTo>
                    <a:pt x="5478" y="429"/>
                    <a:pt x="5487" y="429"/>
                    <a:pt x="5496" y="428"/>
                  </a:cubicBezTo>
                  <a:cubicBezTo>
                    <a:pt x="5505" y="427"/>
                    <a:pt x="5514" y="426"/>
                    <a:pt x="5522" y="424"/>
                  </a:cubicBezTo>
                  <a:lnTo>
                    <a:pt x="5536" y="346"/>
                  </a:lnTo>
                  <a:lnTo>
                    <a:pt x="5495" y="346"/>
                  </a:lnTo>
                  <a:lnTo>
                    <a:pt x="5515" y="235"/>
                  </a:lnTo>
                  <a:lnTo>
                    <a:pt x="5679" y="235"/>
                  </a:lnTo>
                  <a:lnTo>
                    <a:pt x="5625" y="526"/>
                  </a:lnTo>
                  <a:cubicBezTo>
                    <a:pt x="5607" y="534"/>
                    <a:pt x="5581" y="541"/>
                    <a:pt x="5548" y="546"/>
                  </a:cubicBezTo>
                  <a:cubicBezTo>
                    <a:pt x="5515" y="551"/>
                    <a:pt x="5483" y="554"/>
                    <a:pt x="5450" y="554"/>
                  </a:cubicBezTo>
                  <a:cubicBezTo>
                    <a:pt x="5411" y="554"/>
                    <a:pt x="5381" y="548"/>
                    <a:pt x="5360" y="536"/>
                  </a:cubicBezTo>
                  <a:cubicBezTo>
                    <a:pt x="5339" y="524"/>
                    <a:pt x="5325" y="507"/>
                    <a:pt x="5317" y="485"/>
                  </a:cubicBezTo>
                  <a:cubicBezTo>
                    <a:pt x="5309" y="464"/>
                    <a:pt x="5306" y="439"/>
                    <a:pt x="5306" y="410"/>
                  </a:cubicBezTo>
                  <a:cubicBezTo>
                    <a:pt x="5306" y="386"/>
                    <a:pt x="5308" y="361"/>
                    <a:pt x="5312" y="334"/>
                  </a:cubicBezTo>
                  <a:cubicBezTo>
                    <a:pt x="5317" y="307"/>
                    <a:pt x="5322" y="280"/>
                    <a:pt x="5328" y="251"/>
                  </a:cubicBezTo>
                  <a:cubicBezTo>
                    <a:pt x="5344" y="166"/>
                    <a:pt x="5370" y="104"/>
                    <a:pt x="5406" y="65"/>
                  </a:cubicBezTo>
                  <a:cubicBezTo>
                    <a:pt x="5442" y="26"/>
                    <a:pt x="5496" y="6"/>
                    <a:pt x="5566" y="7"/>
                  </a:cubicBezTo>
                  <a:close/>
                  <a:moveTo>
                    <a:pt x="5104" y="7"/>
                  </a:moveTo>
                  <a:cubicBezTo>
                    <a:pt x="5135" y="7"/>
                    <a:pt x="5160" y="9"/>
                    <a:pt x="5179" y="13"/>
                  </a:cubicBezTo>
                  <a:cubicBezTo>
                    <a:pt x="5199" y="17"/>
                    <a:pt x="5213" y="21"/>
                    <a:pt x="5222" y="25"/>
                  </a:cubicBezTo>
                  <a:lnTo>
                    <a:pt x="5192" y="151"/>
                  </a:lnTo>
                  <a:cubicBezTo>
                    <a:pt x="5180" y="147"/>
                    <a:pt x="5168" y="143"/>
                    <a:pt x="5156" y="141"/>
                  </a:cubicBezTo>
                  <a:cubicBezTo>
                    <a:pt x="5145" y="139"/>
                    <a:pt x="5132" y="138"/>
                    <a:pt x="5119" y="138"/>
                  </a:cubicBezTo>
                  <a:cubicBezTo>
                    <a:pt x="5106" y="138"/>
                    <a:pt x="5096" y="140"/>
                    <a:pt x="5089" y="145"/>
                  </a:cubicBezTo>
                  <a:cubicBezTo>
                    <a:pt x="5082" y="150"/>
                    <a:pt x="5079" y="158"/>
                    <a:pt x="5079" y="169"/>
                  </a:cubicBezTo>
                  <a:cubicBezTo>
                    <a:pt x="5079" y="177"/>
                    <a:pt x="5080" y="186"/>
                    <a:pt x="5083" y="194"/>
                  </a:cubicBezTo>
                  <a:cubicBezTo>
                    <a:pt x="5086" y="203"/>
                    <a:pt x="5091" y="215"/>
                    <a:pt x="5097" y="230"/>
                  </a:cubicBezTo>
                  <a:lnTo>
                    <a:pt x="5123" y="291"/>
                  </a:lnTo>
                  <a:cubicBezTo>
                    <a:pt x="5130" y="306"/>
                    <a:pt x="5136" y="323"/>
                    <a:pt x="5142" y="341"/>
                  </a:cubicBezTo>
                  <a:cubicBezTo>
                    <a:pt x="5147" y="359"/>
                    <a:pt x="5151" y="377"/>
                    <a:pt x="5151" y="396"/>
                  </a:cubicBezTo>
                  <a:cubicBezTo>
                    <a:pt x="5150" y="451"/>
                    <a:pt x="5135" y="491"/>
                    <a:pt x="5106" y="516"/>
                  </a:cubicBezTo>
                  <a:cubicBezTo>
                    <a:pt x="5077" y="542"/>
                    <a:pt x="5040" y="554"/>
                    <a:pt x="4993" y="554"/>
                  </a:cubicBezTo>
                  <a:cubicBezTo>
                    <a:pt x="4960" y="553"/>
                    <a:pt x="4933" y="551"/>
                    <a:pt x="4912" y="547"/>
                  </a:cubicBezTo>
                  <a:cubicBezTo>
                    <a:pt x="4891" y="543"/>
                    <a:pt x="4876" y="539"/>
                    <a:pt x="4867" y="535"/>
                  </a:cubicBezTo>
                  <a:lnTo>
                    <a:pt x="4877" y="402"/>
                  </a:lnTo>
                  <a:cubicBezTo>
                    <a:pt x="4887" y="406"/>
                    <a:pt x="4900" y="410"/>
                    <a:pt x="4919" y="414"/>
                  </a:cubicBezTo>
                  <a:cubicBezTo>
                    <a:pt x="4938" y="418"/>
                    <a:pt x="4959" y="420"/>
                    <a:pt x="4983" y="420"/>
                  </a:cubicBezTo>
                  <a:cubicBezTo>
                    <a:pt x="4986" y="420"/>
                    <a:pt x="4989" y="420"/>
                    <a:pt x="4991" y="420"/>
                  </a:cubicBezTo>
                  <a:cubicBezTo>
                    <a:pt x="4994" y="420"/>
                    <a:pt x="4997" y="420"/>
                    <a:pt x="5000" y="420"/>
                  </a:cubicBezTo>
                  <a:cubicBezTo>
                    <a:pt x="5001" y="416"/>
                    <a:pt x="5002" y="412"/>
                    <a:pt x="5003" y="407"/>
                  </a:cubicBezTo>
                  <a:cubicBezTo>
                    <a:pt x="5004" y="403"/>
                    <a:pt x="5005" y="398"/>
                    <a:pt x="5005" y="393"/>
                  </a:cubicBezTo>
                  <a:cubicBezTo>
                    <a:pt x="5004" y="384"/>
                    <a:pt x="5003" y="375"/>
                    <a:pt x="4999" y="366"/>
                  </a:cubicBezTo>
                  <a:cubicBezTo>
                    <a:pt x="4995" y="358"/>
                    <a:pt x="4991" y="348"/>
                    <a:pt x="4985" y="336"/>
                  </a:cubicBezTo>
                  <a:lnTo>
                    <a:pt x="4958" y="276"/>
                  </a:lnTo>
                  <a:cubicBezTo>
                    <a:pt x="4950" y="259"/>
                    <a:pt x="4944" y="241"/>
                    <a:pt x="4939" y="223"/>
                  </a:cubicBezTo>
                  <a:cubicBezTo>
                    <a:pt x="4934" y="205"/>
                    <a:pt x="4932" y="188"/>
                    <a:pt x="4932" y="171"/>
                  </a:cubicBezTo>
                  <a:cubicBezTo>
                    <a:pt x="4933" y="116"/>
                    <a:pt x="4948" y="75"/>
                    <a:pt x="4979" y="48"/>
                  </a:cubicBezTo>
                  <a:cubicBezTo>
                    <a:pt x="5010" y="20"/>
                    <a:pt x="5052" y="7"/>
                    <a:pt x="5104" y="7"/>
                  </a:cubicBezTo>
                  <a:close/>
                  <a:moveTo>
                    <a:pt x="3301" y="7"/>
                  </a:moveTo>
                  <a:cubicBezTo>
                    <a:pt x="3356" y="7"/>
                    <a:pt x="3393" y="21"/>
                    <a:pt x="3415" y="47"/>
                  </a:cubicBezTo>
                  <a:cubicBezTo>
                    <a:pt x="3436" y="73"/>
                    <a:pt x="3446" y="108"/>
                    <a:pt x="3445" y="151"/>
                  </a:cubicBezTo>
                  <a:cubicBezTo>
                    <a:pt x="3445" y="175"/>
                    <a:pt x="3443" y="200"/>
                    <a:pt x="3439" y="227"/>
                  </a:cubicBezTo>
                  <a:cubicBezTo>
                    <a:pt x="3435" y="253"/>
                    <a:pt x="3429" y="281"/>
                    <a:pt x="3423" y="310"/>
                  </a:cubicBezTo>
                  <a:cubicBezTo>
                    <a:pt x="3407" y="395"/>
                    <a:pt x="3382" y="457"/>
                    <a:pt x="3347" y="496"/>
                  </a:cubicBezTo>
                  <a:cubicBezTo>
                    <a:pt x="3311" y="535"/>
                    <a:pt x="3258" y="554"/>
                    <a:pt x="3188" y="554"/>
                  </a:cubicBezTo>
                  <a:cubicBezTo>
                    <a:pt x="3133" y="553"/>
                    <a:pt x="3096" y="540"/>
                    <a:pt x="3074" y="514"/>
                  </a:cubicBezTo>
                  <a:cubicBezTo>
                    <a:pt x="3053" y="487"/>
                    <a:pt x="3043" y="453"/>
                    <a:pt x="3044" y="409"/>
                  </a:cubicBezTo>
                  <a:cubicBezTo>
                    <a:pt x="3044" y="385"/>
                    <a:pt x="3047" y="360"/>
                    <a:pt x="3051" y="334"/>
                  </a:cubicBezTo>
                  <a:cubicBezTo>
                    <a:pt x="3055" y="307"/>
                    <a:pt x="3060" y="280"/>
                    <a:pt x="3067" y="251"/>
                  </a:cubicBezTo>
                  <a:cubicBezTo>
                    <a:pt x="3078" y="194"/>
                    <a:pt x="3092" y="148"/>
                    <a:pt x="3111" y="112"/>
                  </a:cubicBezTo>
                  <a:cubicBezTo>
                    <a:pt x="3129" y="76"/>
                    <a:pt x="3154" y="49"/>
                    <a:pt x="3184" y="32"/>
                  </a:cubicBezTo>
                  <a:cubicBezTo>
                    <a:pt x="3215" y="15"/>
                    <a:pt x="3254" y="7"/>
                    <a:pt x="3301" y="7"/>
                  </a:cubicBezTo>
                  <a:close/>
                  <a:moveTo>
                    <a:pt x="2912" y="7"/>
                  </a:moveTo>
                  <a:cubicBezTo>
                    <a:pt x="2941" y="7"/>
                    <a:pt x="2969" y="9"/>
                    <a:pt x="2995" y="13"/>
                  </a:cubicBezTo>
                  <a:cubicBezTo>
                    <a:pt x="3021" y="17"/>
                    <a:pt x="3040" y="21"/>
                    <a:pt x="3051" y="26"/>
                  </a:cubicBezTo>
                  <a:lnTo>
                    <a:pt x="3019" y="153"/>
                  </a:lnTo>
                  <a:cubicBezTo>
                    <a:pt x="3006" y="149"/>
                    <a:pt x="2990" y="146"/>
                    <a:pt x="2972" y="143"/>
                  </a:cubicBezTo>
                  <a:cubicBezTo>
                    <a:pt x="2954" y="140"/>
                    <a:pt x="2933" y="138"/>
                    <a:pt x="2910" y="138"/>
                  </a:cubicBezTo>
                  <a:cubicBezTo>
                    <a:pt x="2882" y="137"/>
                    <a:pt x="2863" y="144"/>
                    <a:pt x="2851" y="160"/>
                  </a:cubicBezTo>
                  <a:cubicBezTo>
                    <a:pt x="2840" y="176"/>
                    <a:pt x="2829" y="207"/>
                    <a:pt x="2819" y="252"/>
                  </a:cubicBezTo>
                  <a:cubicBezTo>
                    <a:pt x="2815" y="268"/>
                    <a:pt x="2812" y="288"/>
                    <a:pt x="2808" y="309"/>
                  </a:cubicBezTo>
                  <a:cubicBezTo>
                    <a:pt x="2804" y="331"/>
                    <a:pt x="2801" y="353"/>
                    <a:pt x="2799" y="374"/>
                  </a:cubicBezTo>
                  <a:cubicBezTo>
                    <a:pt x="2797" y="395"/>
                    <a:pt x="2795" y="413"/>
                    <a:pt x="2795" y="428"/>
                  </a:cubicBezTo>
                  <a:cubicBezTo>
                    <a:pt x="2798" y="429"/>
                    <a:pt x="2802" y="429"/>
                    <a:pt x="2805" y="429"/>
                  </a:cubicBezTo>
                  <a:cubicBezTo>
                    <a:pt x="2808" y="429"/>
                    <a:pt x="2811" y="429"/>
                    <a:pt x="2815" y="429"/>
                  </a:cubicBezTo>
                  <a:cubicBezTo>
                    <a:pt x="2824" y="429"/>
                    <a:pt x="2833" y="429"/>
                    <a:pt x="2842" y="428"/>
                  </a:cubicBezTo>
                  <a:cubicBezTo>
                    <a:pt x="2851" y="427"/>
                    <a:pt x="2860" y="426"/>
                    <a:pt x="2868" y="424"/>
                  </a:cubicBezTo>
                  <a:lnTo>
                    <a:pt x="2882" y="346"/>
                  </a:lnTo>
                  <a:lnTo>
                    <a:pt x="2841" y="346"/>
                  </a:lnTo>
                  <a:lnTo>
                    <a:pt x="2861" y="235"/>
                  </a:lnTo>
                  <a:lnTo>
                    <a:pt x="3025" y="235"/>
                  </a:lnTo>
                  <a:lnTo>
                    <a:pt x="2971" y="526"/>
                  </a:lnTo>
                  <a:cubicBezTo>
                    <a:pt x="2953" y="534"/>
                    <a:pt x="2927" y="541"/>
                    <a:pt x="2894" y="546"/>
                  </a:cubicBezTo>
                  <a:cubicBezTo>
                    <a:pt x="2861" y="551"/>
                    <a:pt x="2829" y="554"/>
                    <a:pt x="2796" y="554"/>
                  </a:cubicBezTo>
                  <a:cubicBezTo>
                    <a:pt x="2757" y="554"/>
                    <a:pt x="2727" y="548"/>
                    <a:pt x="2706" y="536"/>
                  </a:cubicBezTo>
                  <a:cubicBezTo>
                    <a:pt x="2685" y="524"/>
                    <a:pt x="2671" y="507"/>
                    <a:pt x="2663" y="485"/>
                  </a:cubicBezTo>
                  <a:cubicBezTo>
                    <a:pt x="2655" y="464"/>
                    <a:pt x="2652" y="439"/>
                    <a:pt x="2652" y="410"/>
                  </a:cubicBezTo>
                  <a:cubicBezTo>
                    <a:pt x="2652" y="386"/>
                    <a:pt x="2654" y="361"/>
                    <a:pt x="2658" y="334"/>
                  </a:cubicBezTo>
                  <a:cubicBezTo>
                    <a:pt x="2663" y="307"/>
                    <a:pt x="2668" y="280"/>
                    <a:pt x="2674" y="251"/>
                  </a:cubicBezTo>
                  <a:cubicBezTo>
                    <a:pt x="2690" y="166"/>
                    <a:pt x="2716" y="104"/>
                    <a:pt x="2752" y="65"/>
                  </a:cubicBezTo>
                  <a:cubicBezTo>
                    <a:pt x="2788" y="26"/>
                    <a:pt x="2842" y="6"/>
                    <a:pt x="2912" y="7"/>
                  </a:cubicBezTo>
                  <a:close/>
                  <a:moveTo>
                    <a:pt x="2452" y="7"/>
                  </a:moveTo>
                  <a:cubicBezTo>
                    <a:pt x="2483" y="7"/>
                    <a:pt x="2508" y="9"/>
                    <a:pt x="2527" y="13"/>
                  </a:cubicBezTo>
                  <a:cubicBezTo>
                    <a:pt x="2547" y="17"/>
                    <a:pt x="2561" y="21"/>
                    <a:pt x="2570" y="25"/>
                  </a:cubicBezTo>
                  <a:lnTo>
                    <a:pt x="2540" y="151"/>
                  </a:lnTo>
                  <a:cubicBezTo>
                    <a:pt x="2528" y="147"/>
                    <a:pt x="2516" y="143"/>
                    <a:pt x="2504" y="141"/>
                  </a:cubicBezTo>
                  <a:cubicBezTo>
                    <a:pt x="2493" y="139"/>
                    <a:pt x="2480" y="138"/>
                    <a:pt x="2467" y="138"/>
                  </a:cubicBezTo>
                  <a:cubicBezTo>
                    <a:pt x="2454" y="138"/>
                    <a:pt x="2444" y="140"/>
                    <a:pt x="2437" y="145"/>
                  </a:cubicBezTo>
                  <a:cubicBezTo>
                    <a:pt x="2430" y="150"/>
                    <a:pt x="2427" y="158"/>
                    <a:pt x="2427" y="169"/>
                  </a:cubicBezTo>
                  <a:cubicBezTo>
                    <a:pt x="2427" y="177"/>
                    <a:pt x="2428" y="186"/>
                    <a:pt x="2431" y="194"/>
                  </a:cubicBezTo>
                  <a:cubicBezTo>
                    <a:pt x="2434" y="203"/>
                    <a:pt x="2439" y="215"/>
                    <a:pt x="2445" y="230"/>
                  </a:cubicBezTo>
                  <a:lnTo>
                    <a:pt x="2471" y="291"/>
                  </a:lnTo>
                  <a:cubicBezTo>
                    <a:pt x="2478" y="306"/>
                    <a:pt x="2484" y="323"/>
                    <a:pt x="2490" y="341"/>
                  </a:cubicBezTo>
                  <a:cubicBezTo>
                    <a:pt x="2495" y="359"/>
                    <a:pt x="2499" y="377"/>
                    <a:pt x="2499" y="396"/>
                  </a:cubicBezTo>
                  <a:cubicBezTo>
                    <a:pt x="2498" y="451"/>
                    <a:pt x="2483" y="491"/>
                    <a:pt x="2454" y="516"/>
                  </a:cubicBezTo>
                  <a:cubicBezTo>
                    <a:pt x="2425" y="542"/>
                    <a:pt x="2388" y="554"/>
                    <a:pt x="2341" y="554"/>
                  </a:cubicBezTo>
                  <a:cubicBezTo>
                    <a:pt x="2308" y="553"/>
                    <a:pt x="2281" y="551"/>
                    <a:pt x="2260" y="547"/>
                  </a:cubicBezTo>
                  <a:cubicBezTo>
                    <a:pt x="2239" y="543"/>
                    <a:pt x="2224" y="539"/>
                    <a:pt x="2215" y="535"/>
                  </a:cubicBezTo>
                  <a:lnTo>
                    <a:pt x="2225" y="402"/>
                  </a:lnTo>
                  <a:cubicBezTo>
                    <a:pt x="2235" y="406"/>
                    <a:pt x="2248" y="410"/>
                    <a:pt x="2267" y="414"/>
                  </a:cubicBezTo>
                  <a:cubicBezTo>
                    <a:pt x="2286" y="418"/>
                    <a:pt x="2307" y="420"/>
                    <a:pt x="2331" y="420"/>
                  </a:cubicBezTo>
                  <a:cubicBezTo>
                    <a:pt x="2334" y="420"/>
                    <a:pt x="2337" y="420"/>
                    <a:pt x="2339" y="420"/>
                  </a:cubicBezTo>
                  <a:cubicBezTo>
                    <a:pt x="2342" y="420"/>
                    <a:pt x="2345" y="420"/>
                    <a:pt x="2348" y="420"/>
                  </a:cubicBezTo>
                  <a:cubicBezTo>
                    <a:pt x="2349" y="416"/>
                    <a:pt x="2350" y="412"/>
                    <a:pt x="2351" y="407"/>
                  </a:cubicBezTo>
                  <a:cubicBezTo>
                    <a:pt x="2352" y="403"/>
                    <a:pt x="2353" y="398"/>
                    <a:pt x="2353" y="393"/>
                  </a:cubicBezTo>
                  <a:cubicBezTo>
                    <a:pt x="2352" y="384"/>
                    <a:pt x="2351" y="375"/>
                    <a:pt x="2347" y="366"/>
                  </a:cubicBezTo>
                  <a:cubicBezTo>
                    <a:pt x="2343" y="358"/>
                    <a:pt x="2339" y="348"/>
                    <a:pt x="2333" y="336"/>
                  </a:cubicBezTo>
                  <a:lnTo>
                    <a:pt x="2306" y="276"/>
                  </a:lnTo>
                  <a:cubicBezTo>
                    <a:pt x="2298" y="259"/>
                    <a:pt x="2292" y="241"/>
                    <a:pt x="2287" y="223"/>
                  </a:cubicBezTo>
                  <a:cubicBezTo>
                    <a:pt x="2282" y="205"/>
                    <a:pt x="2280" y="188"/>
                    <a:pt x="2280" y="171"/>
                  </a:cubicBezTo>
                  <a:cubicBezTo>
                    <a:pt x="2281" y="116"/>
                    <a:pt x="2296" y="75"/>
                    <a:pt x="2327" y="48"/>
                  </a:cubicBezTo>
                  <a:cubicBezTo>
                    <a:pt x="2358" y="20"/>
                    <a:pt x="2400" y="7"/>
                    <a:pt x="2452" y="7"/>
                  </a:cubicBezTo>
                  <a:close/>
                  <a:moveTo>
                    <a:pt x="649" y="7"/>
                  </a:moveTo>
                  <a:cubicBezTo>
                    <a:pt x="704" y="7"/>
                    <a:pt x="741" y="21"/>
                    <a:pt x="763" y="47"/>
                  </a:cubicBezTo>
                  <a:cubicBezTo>
                    <a:pt x="784" y="73"/>
                    <a:pt x="794" y="108"/>
                    <a:pt x="793" y="151"/>
                  </a:cubicBezTo>
                  <a:cubicBezTo>
                    <a:pt x="793" y="175"/>
                    <a:pt x="791" y="200"/>
                    <a:pt x="787" y="227"/>
                  </a:cubicBezTo>
                  <a:cubicBezTo>
                    <a:pt x="783" y="253"/>
                    <a:pt x="777" y="281"/>
                    <a:pt x="771" y="310"/>
                  </a:cubicBezTo>
                  <a:cubicBezTo>
                    <a:pt x="755" y="395"/>
                    <a:pt x="730" y="457"/>
                    <a:pt x="695" y="496"/>
                  </a:cubicBezTo>
                  <a:cubicBezTo>
                    <a:pt x="659" y="535"/>
                    <a:pt x="606" y="554"/>
                    <a:pt x="536" y="554"/>
                  </a:cubicBezTo>
                  <a:cubicBezTo>
                    <a:pt x="481" y="553"/>
                    <a:pt x="444" y="540"/>
                    <a:pt x="422" y="514"/>
                  </a:cubicBezTo>
                  <a:cubicBezTo>
                    <a:pt x="401" y="487"/>
                    <a:pt x="391" y="453"/>
                    <a:pt x="392" y="409"/>
                  </a:cubicBezTo>
                  <a:cubicBezTo>
                    <a:pt x="392" y="385"/>
                    <a:pt x="395" y="360"/>
                    <a:pt x="399" y="334"/>
                  </a:cubicBezTo>
                  <a:cubicBezTo>
                    <a:pt x="403" y="307"/>
                    <a:pt x="408" y="280"/>
                    <a:pt x="415" y="251"/>
                  </a:cubicBezTo>
                  <a:cubicBezTo>
                    <a:pt x="426" y="194"/>
                    <a:pt x="440" y="148"/>
                    <a:pt x="459" y="112"/>
                  </a:cubicBezTo>
                  <a:cubicBezTo>
                    <a:pt x="477" y="76"/>
                    <a:pt x="502" y="49"/>
                    <a:pt x="532" y="32"/>
                  </a:cubicBezTo>
                  <a:cubicBezTo>
                    <a:pt x="563" y="15"/>
                    <a:pt x="602" y="7"/>
                    <a:pt x="649" y="7"/>
                  </a:cubicBezTo>
                  <a:close/>
                  <a:moveTo>
                    <a:pt x="260" y="7"/>
                  </a:moveTo>
                  <a:cubicBezTo>
                    <a:pt x="289" y="7"/>
                    <a:pt x="317" y="9"/>
                    <a:pt x="343" y="13"/>
                  </a:cubicBezTo>
                  <a:cubicBezTo>
                    <a:pt x="369" y="17"/>
                    <a:pt x="388" y="21"/>
                    <a:pt x="399" y="26"/>
                  </a:cubicBezTo>
                  <a:lnTo>
                    <a:pt x="367" y="153"/>
                  </a:lnTo>
                  <a:cubicBezTo>
                    <a:pt x="354" y="149"/>
                    <a:pt x="338" y="146"/>
                    <a:pt x="320" y="143"/>
                  </a:cubicBezTo>
                  <a:cubicBezTo>
                    <a:pt x="302" y="140"/>
                    <a:pt x="281" y="138"/>
                    <a:pt x="258" y="138"/>
                  </a:cubicBezTo>
                  <a:cubicBezTo>
                    <a:pt x="230" y="137"/>
                    <a:pt x="211" y="144"/>
                    <a:pt x="199" y="160"/>
                  </a:cubicBezTo>
                  <a:cubicBezTo>
                    <a:pt x="188" y="176"/>
                    <a:pt x="177" y="207"/>
                    <a:pt x="167" y="252"/>
                  </a:cubicBezTo>
                  <a:cubicBezTo>
                    <a:pt x="163" y="268"/>
                    <a:pt x="160" y="288"/>
                    <a:pt x="156" y="309"/>
                  </a:cubicBezTo>
                  <a:cubicBezTo>
                    <a:pt x="152" y="331"/>
                    <a:pt x="149" y="353"/>
                    <a:pt x="147" y="374"/>
                  </a:cubicBezTo>
                  <a:cubicBezTo>
                    <a:pt x="145" y="395"/>
                    <a:pt x="143" y="413"/>
                    <a:pt x="143" y="428"/>
                  </a:cubicBezTo>
                  <a:cubicBezTo>
                    <a:pt x="146" y="429"/>
                    <a:pt x="150" y="429"/>
                    <a:pt x="153" y="429"/>
                  </a:cubicBezTo>
                  <a:cubicBezTo>
                    <a:pt x="156" y="429"/>
                    <a:pt x="159" y="429"/>
                    <a:pt x="163" y="429"/>
                  </a:cubicBezTo>
                  <a:cubicBezTo>
                    <a:pt x="172" y="429"/>
                    <a:pt x="181" y="429"/>
                    <a:pt x="190" y="428"/>
                  </a:cubicBezTo>
                  <a:cubicBezTo>
                    <a:pt x="199" y="427"/>
                    <a:pt x="208" y="426"/>
                    <a:pt x="216" y="424"/>
                  </a:cubicBezTo>
                  <a:lnTo>
                    <a:pt x="230" y="346"/>
                  </a:lnTo>
                  <a:lnTo>
                    <a:pt x="189" y="346"/>
                  </a:lnTo>
                  <a:lnTo>
                    <a:pt x="209" y="235"/>
                  </a:lnTo>
                  <a:lnTo>
                    <a:pt x="373" y="235"/>
                  </a:lnTo>
                  <a:lnTo>
                    <a:pt x="319" y="526"/>
                  </a:lnTo>
                  <a:cubicBezTo>
                    <a:pt x="301" y="534"/>
                    <a:pt x="275" y="541"/>
                    <a:pt x="242" y="546"/>
                  </a:cubicBezTo>
                  <a:cubicBezTo>
                    <a:pt x="209" y="551"/>
                    <a:pt x="177" y="554"/>
                    <a:pt x="144" y="554"/>
                  </a:cubicBezTo>
                  <a:cubicBezTo>
                    <a:pt x="105" y="554"/>
                    <a:pt x="75" y="548"/>
                    <a:pt x="54" y="536"/>
                  </a:cubicBezTo>
                  <a:cubicBezTo>
                    <a:pt x="33" y="524"/>
                    <a:pt x="19" y="507"/>
                    <a:pt x="11" y="485"/>
                  </a:cubicBezTo>
                  <a:cubicBezTo>
                    <a:pt x="3" y="464"/>
                    <a:pt x="0" y="439"/>
                    <a:pt x="0" y="410"/>
                  </a:cubicBezTo>
                  <a:cubicBezTo>
                    <a:pt x="0" y="386"/>
                    <a:pt x="2" y="361"/>
                    <a:pt x="6" y="334"/>
                  </a:cubicBezTo>
                  <a:cubicBezTo>
                    <a:pt x="11" y="307"/>
                    <a:pt x="16" y="280"/>
                    <a:pt x="22" y="251"/>
                  </a:cubicBezTo>
                  <a:cubicBezTo>
                    <a:pt x="38" y="166"/>
                    <a:pt x="64" y="104"/>
                    <a:pt x="100" y="65"/>
                  </a:cubicBezTo>
                  <a:cubicBezTo>
                    <a:pt x="136" y="26"/>
                    <a:pt x="190" y="6"/>
                    <a:pt x="260" y="7"/>
                  </a:cubicBezTo>
                  <a:close/>
                  <a:moveTo>
                    <a:pt x="16953" y="0"/>
                  </a:moveTo>
                  <a:lnTo>
                    <a:pt x="16863" y="374"/>
                  </a:lnTo>
                  <a:lnTo>
                    <a:pt x="16744" y="374"/>
                  </a:lnTo>
                  <a:lnTo>
                    <a:pt x="16796" y="16"/>
                  </a:lnTo>
                  <a:lnTo>
                    <a:pt x="16953" y="0"/>
                  </a:lnTo>
                  <a:close/>
                  <a:moveTo>
                    <a:pt x="14299" y="0"/>
                  </a:moveTo>
                  <a:lnTo>
                    <a:pt x="14209" y="374"/>
                  </a:lnTo>
                  <a:lnTo>
                    <a:pt x="14090" y="374"/>
                  </a:lnTo>
                  <a:lnTo>
                    <a:pt x="14142" y="16"/>
                  </a:lnTo>
                  <a:lnTo>
                    <a:pt x="14299" y="0"/>
                  </a:lnTo>
                  <a:close/>
                  <a:moveTo>
                    <a:pt x="11647" y="0"/>
                  </a:moveTo>
                  <a:lnTo>
                    <a:pt x="11557" y="374"/>
                  </a:lnTo>
                  <a:lnTo>
                    <a:pt x="11438" y="374"/>
                  </a:lnTo>
                  <a:lnTo>
                    <a:pt x="11490" y="16"/>
                  </a:lnTo>
                  <a:lnTo>
                    <a:pt x="11647" y="0"/>
                  </a:lnTo>
                  <a:close/>
                  <a:moveTo>
                    <a:pt x="8993" y="0"/>
                  </a:moveTo>
                  <a:lnTo>
                    <a:pt x="8903" y="374"/>
                  </a:lnTo>
                  <a:lnTo>
                    <a:pt x="8784" y="374"/>
                  </a:lnTo>
                  <a:lnTo>
                    <a:pt x="8836" y="16"/>
                  </a:lnTo>
                  <a:lnTo>
                    <a:pt x="8993" y="0"/>
                  </a:lnTo>
                  <a:close/>
                  <a:moveTo>
                    <a:pt x="6341" y="0"/>
                  </a:moveTo>
                  <a:lnTo>
                    <a:pt x="6251" y="374"/>
                  </a:lnTo>
                  <a:lnTo>
                    <a:pt x="6132" y="374"/>
                  </a:lnTo>
                  <a:lnTo>
                    <a:pt x="6184" y="16"/>
                  </a:lnTo>
                  <a:lnTo>
                    <a:pt x="6341" y="0"/>
                  </a:lnTo>
                  <a:close/>
                  <a:moveTo>
                    <a:pt x="3687" y="0"/>
                  </a:moveTo>
                  <a:lnTo>
                    <a:pt x="3597" y="374"/>
                  </a:lnTo>
                  <a:lnTo>
                    <a:pt x="3478" y="374"/>
                  </a:lnTo>
                  <a:lnTo>
                    <a:pt x="3530" y="16"/>
                  </a:lnTo>
                  <a:lnTo>
                    <a:pt x="3687" y="0"/>
                  </a:lnTo>
                  <a:close/>
                  <a:moveTo>
                    <a:pt x="1035" y="0"/>
                  </a:moveTo>
                  <a:lnTo>
                    <a:pt x="945" y="374"/>
                  </a:lnTo>
                  <a:lnTo>
                    <a:pt x="826" y="374"/>
                  </a:lnTo>
                  <a:lnTo>
                    <a:pt x="878" y="16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w="1270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</p:grpSp>
      <p:sp>
        <p:nvSpPr>
          <p:cNvPr id="8" name="Medienplatzhalter 7">
            <a:extLst>
              <a:ext uri="{FF2B5EF4-FFF2-40B4-BE49-F238E27FC236}">
                <a16:creationId xmlns:a16="http://schemas.microsoft.com/office/drawing/2014/main" id="{A5B0A804-FCAC-5C5E-E97F-164BF1616050}"/>
              </a:ext>
            </a:extLst>
          </p:cNvPr>
          <p:cNvSpPr>
            <a:spLocks noGrp="1"/>
          </p:cNvSpPr>
          <p:nvPr userDrawn="1">
            <p:ph type="media" sz="quarter" idx="13" hasCustomPrompt="1"/>
          </p:nvPr>
        </p:nvSpPr>
        <p:spPr>
          <a:xfrm>
            <a:off x="874712" y="492027"/>
            <a:ext cx="10442576" cy="5873946"/>
          </a:xfrm>
          <a:solidFill>
            <a:schemeClr val="accent6"/>
          </a:solidFill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Video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C5AD09C-7DED-D25C-B0BA-1AFB47DFA798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4595631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#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37FBEDBD-1114-EE6F-E3F1-3E1F129096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6073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4" progId="TCLayout.ActiveDocument.1">
                  <p:embed/>
                </p:oleObj>
              </mc:Choice>
              <mc:Fallback>
                <p:oleObj name="think-cell Folie" r:id="rId3" imgW="425" imgH="42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FBEDBD-1114-EE6F-E3F1-3E1F129096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29D213D2-464F-BEE4-F528-0EDBC7C8BCA3}"/>
              </a:ext>
            </a:extLst>
          </p:cNvPr>
          <p:cNvGrpSpPr/>
          <p:nvPr userDrawn="1"/>
        </p:nvGrpSpPr>
        <p:grpSpPr>
          <a:xfrm>
            <a:off x="29031" y="63569"/>
            <a:ext cx="12802442" cy="6759890"/>
            <a:chOff x="29031" y="63569"/>
            <a:chExt cx="12802442" cy="675989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F21A38ED-635D-43FA-9A44-EE313B3487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31" y="63569"/>
              <a:ext cx="12802442" cy="408031"/>
            </a:xfrm>
            <a:custGeom>
              <a:avLst/>
              <a:gdLst>
                <a:gd name="T0" fmla="*/ 10293 w 17383"/>
                <a:gd name="T1" fmla="*/ 544 h 554"/>
                <a:gd name="T2" fmla="*/ 2472 w 17383"/>
                <a:gd name="T3" fmla="*/ 544 h 554"/>
                <a:gd name="T4" fmla="*/ 15455 w 17383"/>
                <a:gd name="T5" fmla="*/ 132 h 554"/>
                <a:gd name="T6" fmla="*/ 12792 w 17383"/>
                <a:gd name="T7" fmla="*/ 131 h 554"/>
                <a:gd name="T8" fmla="*/ 7486 w 17383"/>
                <a:gd name="T9" fmla="*/ 131 h 554"/>
                <a:gd name="T10" fmla="*/ 4790 w 17383"/>
                <a:gd name="T11" fmla="*/ 157 h 554"/>
                <a:gd name="T12" fmla="*/ 2109 w 17383"/>
                <a:gd name="T13" fmla="*/ 251 h 554"/>
                <a:gd name="T14" fmla="*/ 17006 w 17383"/>
                <a:gd name="T15" fmla="*/ 211 h 554"/>
                <a:gd name="T16" fmla="*/ 16545 w 17383"/>
                <a:gd name="T17" fmla="*/ 145 h 554"/>
                <a:gd name="T18" fmla="*/ 16195 w 17383"/>
                <a:gd name="T19" fmla="*/ 414 h 554"/>
                <a:gd name="T20" fmla="*/ 14088 w 17383"/>
                <a:gd name="T21" fmla="*/ 544 h 554"/>
                <a:gd name="T22" fmla="*/ 13859 w 17383"/>
                <a:gd name="T23" fmla="*/ 414 h 554"/>
                <a:gd name="T24" fmla="*/ 11700 w 17383"/>
                <a:gd name="T25" fmla="*/ 211 h 554"/>
                <a:gd name="T26" fmla="*/ 11239 w 17383"/>
                <a:gd name="T27" fmla="*/ 145 h 554"/>
                <a:gd name="T28" fmla="*/ 10889 w 17383"/>
                <a:gd name="T29" fmla="*/ 414 h 554"/>
                <a:gd name="T30" fmla="*/ 8782 w 17383"/>
                <a:gd name="T31" fmla="*/ 544 h 554"/>
                <a:gd name="T32" fmla="*/ 8553 w 17383"/>
                <a:gd name="T33" fmla="*/ 414 h 554"/>
                <a:gd name="T34" fmla="*/ 6394 w 17383"/>
                <a:gd name="T35" fmla="*/ 211 h 554"/>
                <a:gd name="T36" fmla="*/ 5933 w 17383"/>
                <a:gd name="T37" fmla="*/ 145 h 554"/>
                <a:gd name="T38" fmla="*/ 5583 w 17383"/>
                <a:gd name="T39" fmla="*/ 414 h 554"/>
                <a:gd name="T40" fmla="*/ 3476 w 17383"/>
                <a:gd name="T41" fmla="*/ 544 h 554"/>
                <a:gd name="T42" fmla="*/ 3247 w 17383"/>
                <a:gd name="T43" fmla="*/ 414 h 554"/>
                <a:gd name="T44" fmla="*/ 1088 w 17383"/>
                <a:gd name="T45" fmla="*/ 211 h 554"/>
                <a:gd name="T46" fmla="*/ 627 w 17383"/>
                <a:gd name="T47" fmla="*/ 145 h 554"/>
                <a:gd name="T48" fmla="*/ 277 w 17383"/>
                <a:gd name="T49" fmla="*/ 414 h 554"/>
                <a:gd name="T50" fmla="*/ 17284 w 17383"/>
                <a:gd name="T51" fmla="*/ 291 h 554"/>
                <a:gd name="T52" fmla="*/ 17160 w 17383"/>
                <a:gd name="T53" fmla="*/ 366 h 554"/>
                <a:gd name="T54" fmla="*/ 15235 w 17383"/>
                <a:gd name="T55" fmla="*/ 514 h 554"/>
                <a:gd name="T56" fmla="*/ 14980 w 17383"/>
                <a:gd name="T57" fmla="*/ 252 h 554"/>
                <a:gd name="T58" fmla="*/ 14957 w 17383"/>
                <a:gd name="T59" fmla="*/ 554 h 554"/>
                <a:gd name="T60" fmla="*/ 14596 w 17383"/>
                <a:gd name="T61" fmla="*/ 145 h 554"/>
                <a:gd name="T62" fmla="*/ 14498 w 17383"/>
                <a:gd name="T63" fmla="*/ 420 h 554"/>
                <a:gd name="T64" fmla="*/ 12948 w 17383"/>
                <a:gd name="T65" fmla="*/ 227 h 554"/>
                <a:gd name="T66" fmla="*/ 12528 w 17383"/>
                <a:gd name="T67" fmla="*/ 153 h 554"/>
                <a:gd name="T68" fmla="*/ 12370 w 17383"/>
                <a:gd name="T69" fmla="*/ 235 h 554"/>
                <a:gd name="T70" fmla="*/ 12077 w 17383"/>
                <a:gd name="T71" fmla="*/ 25 h 554"/>
                <a:gd name="T72" fmla="*/ 11722 w 17383"/>
                <a:gd name="T73" fmla="*/ 535 h 554"/>
                <a:gd name="T74" fmla="*/ 11959 w 17383"/>
                <a:gd name="T75" fmla="*/ 7 h 554"/>
                <a:gd name="T76" fmla="*/ 10156 w 17383"/>
                <a:gd name="T77" fmla="*/ 7 h 554"/>
                <a:gd name="T78" fmla="*/ 9697 w 17383"/>
                <a:gd name="T79" fmla="*/ 428 h 554"/>
                <a:gd name="T80" fmla="*/ 9607 w 17383"/>
                <a:gd name="T81" fmla="*/ 65 h 554"/>
                <a:gd name="T82" fmla="*/ 9352 w 17383"/>
                <a:gd name="T83" fmla="*/ 396 h 554"/>
                <a:gd name="T84" fmla="*/ 9159 w 17383"/>
                <a:gd name="T85" fmla="*/ 276 h 554"/>
                <a:gd name="T86" fmla="*/ 7254 w 17383"/>
                <a:gd name="T87" fmla="*/ 334 h 554"/>
                <a:gd name="T88" fmla="*/ 7002 w 17383"/>
                <a:gd name="T89" fmla="*/ 374 h 554"/>
                <a:gd name="T90" fmla="*/ 6866 w 17383"/>
                <a:gd name="T91" fmla="*/ 485 h 554"/>
                <a:gd name="T92" fmla="*/ 6632 w 17383"/>
                <a:gd name="T93" fmla="*/ 194 h 554"/>
                <a:gd name="T94" fmla="*/ 6552 w 17383"/>
                <a:gd name="T95" fmla="*/ 407 h 554"/>
                <a:gd name="T96" fmla="*/ 4896 w 17383"/>
                <a:gd name="T97" fmla="*/ 496 h 554"/>
                <a:gd name="T98" fmla="*/ 4459 w 17383"/>
                <a:gd name="T99" fmla="*/ 138 h 554"/>
                <a:gd name="T100" fmla="*/ 4520 w 17383"/>
                <a:gd name="T101" fmla="*/ 526 h 554"/>
                <a:gd name="T102" fmla="*/ 4051 w 17383"/>
                <a:gd name="T103" fmla="*/ 141 h 554"/>
                <a:gd name="T104" fmla="*/ 3814 w 17383"/>
                <a:gd name="T105" fmla="*/ 414 h 554"/>
                <a:gd name="T106" fmla="*/ 2312 w 17383"/>
                <a:gd name="T107" fmla="*/ 47 h 554"/>
                <a:gd name="T108" fmla="*/ 1892 w 17383"/>
                <a:gd name="T109" fmla="*/ 13 h 554"/>
                <a:gd name="T110" fmla="*/ 1779 w 17383"/>
                <a:gd name="T111" fmla="*/ 346 h 554"/>
                <a:gd name="T112" fmla="*/ 1347 w 17383"/>
                <a:gd name="T113" fmla="*/ 7 h 554"/>
                <a:gd name="T114" fmla="*/ 1236 w 17383"/>
                <a:gd name="T115" fmla="*/ 554 h 554"/>
                <a:gd name="T116" fmla="*/ 1175 w 17383"/>
                <a:gd name="T117" fmla="*/ 171 h 554"/>
                <a:gd name="T118" fmla="*/ 10452 w 17383"/>
                <a:gd name="T119" fmla="*/ 374 h 554"/>
                <a:gd name="T120" fmla="*/ 2584 w 1738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83" h="554">
                  <a:moveTo>
                    <a:pt x="15623" y="419"/>
                  </a:moveTo>
                  <a:lnTo>
                    <a:pt x="15759" y="419"/>
                  </a:lnTo>
                  <a:lnTo>
                    <a:pt x="15736" y="544"/>
                  </a:lnTo>
                  <a:lnTo>
                    <a:pt x="15599" y="544"/>
                  </a:lnTo>
                  <a:lnTo>
                    <a:pt x="15623" y="419"/>
                  </a:lnTo>
                  <a:close/>
                  <a:moveTo>
                    <a:pt x="12971" y="419"/>
                  </a:moveTo>
                  <a:lnTo>
                    <a:pt x="13107" y="419"/>
                  </a:lnTo>
                  <a:lnTo>
                    <a:pt x="13084" y="544"/>
                  </a:lnTo>
                  <a:lnTo>
                    <a:pt x="12947" y="544"/>
                  </a:lnTo>
                  <a:lnTo>
                    <a:pt x="12971" y="419"/>
                  </a:lnTo>
                  <a:close/>
                  <a:moveTo>
                    <a:pt x="10317" y="419"/>
                  </a:moveTo>
                  <a:lnTo>
                    <a:pt x="10453" y="419"/>
                  </a:lnTo>
                  <a:lnTo>
                    <a:pt x="10430" y="544"/>
                  </a:lnTo>
                  <a:lnTo>
                    <a:pt x="10293" y="544"/>
                  </a:lnTo>
                  <a:lnTo>
                    <a:pt x="10317" y="419"/>
                  </a:lnTo>
                  <a:close/>
                  <a:moveTo>
                    <a:pt x="7665" y="419"/>
                  </a:moveTo>
                  <a:lnTo>
                    <a:pt x="7801" y="419"/>
                  </a:lnTo>
                  <a:lnTo>
                    <a:pt x="7778" y="544"/>
                  </a:lnTo>
                  <a:lnTo>
                    <a:pt x="7641" y="544"/>
                  </a:lnTo>
                  <a:lnTo>
                    <a:pt x="7665" y="419"/>
                  </a:lnTo>
                  <a:close/>
                  <a:moveTo>
                    <a:pt x="5011" y="419"/>
                  </a:moveTo>
                  <a:lnTo>
                    <a:pt x="5147" y="419"/>
                  </a:lnTo>
                  <a:lnTo>
                    <a:pt x="5124" y="544"/>
                  </a:lnTo>
                  <a:lnTo>
                    <a:pt x="4987" y="544"/>
                  </a:lnTo>
                  <a:lnTo>
                    <a:pt x="5011" y="419"/>
                  </a:lnTo>
                  <a:close/>
                  <a:moveTo>
                    <a:pt x="2359" y="419"/>
                  </a:moveTo>
                  <a:lnTo>
                    <a:pt x="2495" y="419"/>
                  </a:lnTo>
                  <a:lnTo>
                    <a:pt x="2472" y="544"/>
                  </a:lnTo>
                  <a:lnTo>
                    <a:pt x="2335" y="544"/>
                  </a:lnTo>
                  <a:lnTo>
                    <a:pt x="2359" y="419"/>
                  </a:lnTo>
                  <a:close/>
                  <a:moveTo>
                    <a:pt x="15444" y="131"/>
                  </a:moveTo>
                  <a:cubicBezTo>
                    <a:pt x="15426" y="131"/>
                    <a:pt x="15412" y="139"/>
                    <a:pt x="15402" y="157"/>
                  </a:cubicBezTo>
                  <a:cubicBezTo>
                    <a:pt x="15393" y="175"/>
                    <a:pt x="15383" y="206"/>
                    <a:pt x="15373" y="251"/>
                  </a:cubicBezTo>
                  <a:cubicBezTo>
                    <a:pt x="15367" y="277"/>
                    <a:pt x="15361" y="305"/>
                    <a:pt x="15356" y="336"/>
                  </a:cubicBezTo>
                  <a:cubicBezTo>
                    <a:pt x="15350" y="367"/>
                    <a:pt x="15347" y="398"/>
                    <a:pt x="15345" y="428"/>
                  </a:cubicBezTo>
                  <a:cubicBezTo>
                    <a:pt x="15349" y="428"/>
                    <a:pt x="15352" y="428"/>
                    <a:pt x="15356" y="428"/>
                  </a:cubicBezTo>
                  <a:cubicBezTo>
                    <a:pt x="15360" y="428"/>
                    <a:pt x="15363" y="428"/>
                    <a:pt x="15367" y="428"/>
                  </a:cubicBezTo>
                  <a:cubicBezTo>
                    <a:pt x="15385" y="429"/>
                    <a:pt x="15400" y="421"/>
                    <a:pt x="15409" y="403"/>
                  </a:cubicBezTo>
                  <a:cubicBezTo>
                    <a:pt x="15418" y="386"/>
                    <a:pt x="15428" y="354"/>
                    <a:pt x="15438" y="309"/>
                  </a:cubicBezTo>
                  <a:cubicBezTo>
                    <a:pt x="15444" y="284"/>
                    <a:pt x="15450" y="255"/>
                    <a:pt x="15455" y="224"/>
                  </a:cubicBezTo>
                  <a:cubicBezTo>
                    <a:pt x="15460" y="193"/>
                    <a:pt x="15463" y="162"/>
                    <a:pt x="15465" y="132"/>
                  </a:cubicBezTo>
                  <a:cubicBezTo>
                    <a:pt x="15462" y="132"/>
                    <a:pt x="15459" y="132"/>
                    <a:pt x="15455" y="132"/>
                  </a:cubicBezTo>
                  <a:cubicBezTo>
                    <a:pt x="15452" y="131"/>
                    <a:pt x="15448" y="131"/>
                    <a:pt x="15444" y="131"/>
                  </a:cubicBezTo>
                  <a:close/>
                  <a:moveTo>
                    <a:pt x="12792" y="131"/>
                  </a:moveTo>
                  <a:cubicBezTo>
                    <a:pt x="12774" y="131"/>
                    <a:pt x="12760" y="139"/>
                    <a:pt x="12750" y="157"/>
                  </a:cubicBezTo>
                  <a:cubicBezTo>
                    <a:pt x="12741" y="175"/>
                    <a:pt x="12731" y="206"/>
                    <a:pt x="12721" y="251"/>
                  </a:cubicBezTo>
                  <a:cubicBezTo>
                    <a:pt x="12715" y="277"/>
                    <a:pt x="12709" y="305"/>
                    <a:pt x="12704" y="336"/>
                  </a:cubicBezTo>
                  <a:cubicBezTo>
                    <a:pt x="12698" y="367"/>
                    <a:pt x="12695" y="398"/>
                    <a:pt x="12693" y="428"/>
                  </a:cubicBezTo>
                  <a:cubicBezTo>
                    <a:pt x="12697" y="428"/>
                    <a:pt x="12700" y="428"/>
                    <a:pt x="12704" y="428"/>
                  </a:cubicBezTo>
                  <a:cubicBezTo>
                    <a:pt x="12708" y="428"/>
                    <a:pt x="12711" y="428"/>
                    <a:pt x="12715" y="428"/>
                  </a:cubicBezTo>
                  <a:cubicBezTo>
                    <a:pt x="12733" y="429"/>
                    <a:pt x="12748" y="421"/>
                    <a:pt x="12757" y="403"/>
                  </a:cubicBezTo>
                  <a:cubicBezTo>
                    <a:pt x="12766" y="386"/>
                    <a:pt x="12776" y="354"/>
                    <a:pt x="12786" y="309"/>
                  </a:cubicBezTo>
                  <a:cubicBezTo>
                    <a:pt x="12792" y="284"/>
                    <a:pt x="12798" y="255"/>
                    <a:pt x="12803" y="224"/>
                  </a:cubicBezTo>
                  <a:cubicBezTo>
                    <a:pt x="12808" y="193"/>
                    <a:pt x="12811" y="162"/>
                    <a:pt x="12813" y="132"/>
                  </a:cubicBezTo>
                  <a:cubicBezTo>
                    <a:pt x="12810" y="132"/>
                    <a:pt x="12807" y="132"/>
                    <a:pt x="12803" y="132"/>
                  </a:cubicBezTo>
                  <a:cubicBezTo>
                    <a:pt x="12800" y="131"/>
                    <a:pt x="12796" y="131"/>
                    <a:pt x="12792" y="131"/>
                  </a:cubicBezTo>
                  <a:close/>
                  <a:moveTo>
                    <a:pt x="10138" y="131"/>
                  </a:moveTo>
                  <a:cubicBezTo>
                    <a:pt x="10120" y="131"/>
                    <a:pt x="10106" y="139"/>
                    <a:pt x="10096" y="157"/>
                  </a:cubicBezTo>
                  <a:cubicBezTo>
                    <a:pt x="10087" y="175"/>
                    <a:pt x="10077" y="206"/>
                    <a:pt x="10067" y="251"/>
                  </a:cubicBezTo>
                  <a:cubicBezTo>
                    <a:pt x="10061" y="277"/>
                    <a:pt x="10055" y="305"/>
                    <a:pt x="10050" y="336"/>
                  </a:cubicBezTo>
                  <a:cubicBezTo>
                    <a:pt x="10044" y="367"/>
                    <a:pt x="10041" y="398"/>
                    <a:pt x="10039" y="428"/>
                  </a:cubicBezTo>
                  <a:cubicBezTo>
                    <a:pt x="10043" y="428"/>
                    <a:pt x="10046" y="428"/>
                    <a:pt x="10050" y="428"/>
                  </a:cubicBezTo>
                  <a:cubicBezTo>
                    <a:pt x="10054" y="428"/>
                    <a:pt x="10057" y="428"/>
                    <a:pt x="10061" y="428"/>
                  </a:cubicBezTo>
                  <a:cubicBezTo>
                    <a:pt x="10079" y="429"/>
                    <a:pt x="10094" y="421"/>
                    <a:pt x="10103" y="403"/>
                  </a:cubicBezTo>
                  <a:cubicBezTo>
                    <a:pt x="10112" y="386"/>
                    <a:pt x="10122" y="354"/>
                    <a:pt x="10132" y="309"/>
                  </a:cubicBezTo>
                  <a:cubicBezTo>
                    <a:pt x="10138" y="284"/>
                    <a:pt x="10144" y="255"/>
                    <a:pt x="10149" y="224"/>
                  </a:cubicBezTo>
                  <a:cubicBezTo>
                    <a:pt x="10154" y="193"/>
                    <a:pt x="10157" y="162"/>
                    <a:pt x="10159" y="132"/>
                  </a:cubicBezTo>
                  <a:cubicBezTo>
                    <a:pt x="10156" y="132"/>
                    <a:pt x="10153" y="132"/>
                    <a:pt x="10149" y="132"/>
                  </a:cubicBezTo>
                  <a:cubicBezTo>
                    <a:pt x="10146" y="131"/>
                    <a:pt x="10142" y="131"/>
                    <a:pt x="10138" y="131"/>
                  </a:cubicBezTo>
                  <a:close/>
                  <a:moveTo>
                    <a:pt x="7486" y="131"/>
                  </a:moveTo>
                  <a:cubicBezTo>
                    <a:pt x="7468" y="131"/>
                    <a:pt x="7454" y="139"/>
                    <a:pt x="7444" y="157"/>
                  </a:cubicBezTo>
                  <a:cubicBezTo>
                    <a:pt x="7435" y="175"/>
                    <a:pt x="7425" y="206"/>
                    <a:pt x="7415" y="251"/>
                  </a:cubicBezTo>
                  <a:cubicBezTo>
                    <a:pt x="7409" y="277"/>
                    <a:pt x="7403" y="305"/>
                    <a:pt x="7398" y="336"/>
                  </a:cubicBezTo>
                  <a:cubicBezTo>
                    <a:pt x="7392" y="367"/>
                    <a:pt x="7389" y="398"/>
                    <a:pt x="7387" y="428"/>
                  </a:cubicBezTo>
                  <a:cubicBezTo>
                    <a:pt x="7391" y="428"/>
                    <a:pt x="7394" y="428"/>
                    <a:pt x="7398" y="428"/>
                  </a:cubicBezTo>
                  <a:cubicBezTo>
                    <a:pt x="7402" y="428"/>
                    <a:pt x="7405" y="428"/>
                    <a:pt x="7409" y="428"/>
                  </a:cubicBezTo>
                  <a:cubicBezTo>
                    <a:pt x="7427" y="429"/>
                    <a:pt x="7442" y="421"/>
                    <a:pt x="7451" y="403"/>
                  </a:cubicBezTo>
                  <a:cubicBezTo>
                    <a:pt x="7460" y="386"/>
                    <a:pt x="7470" y="354"/>
                    <a:pt x="7480" y="309"/>
                  </a:cubicBezTo>
                  <a:cubicBezTo>
                    <a:pt x="7486" y="284"/>
                    <a:pt x="7492" y="255"/>
                    <a:pt x="7497" y="224"/>
                  </a:cubicBezTo>
                  <a:cubicBezTo>
                    <a:pt x="7502" y="193"/>
                    <a:pt x="7505" y="162"/>
                    <a:pt x="7507" y="132"/>
                  </a:cubicBezTo>
                  <a:cubicBezTo>
                    <a:pt x="7504" y="132"/>
                    <a:pt x="7501" y="132"/>
                    <a:pt x="7497" y="132"/>
                  </a:cubicBezTo>
                  <a:cubicBezTo>
                    <a:pt x="7494" y="131"/>
                    <a:pt x="7490" y="131"/>
                    <a:pt x="7486" y="131"/>
                  </a:cubicBezTo>
                  <a:close/>
                  <a:moveTo>
                    <a:pt x="4832" y="131"/>
                  </a:moveTo>
                  <a:cubicBezTo>
                    <a:pt x="4814" y="131"/>
                    <a:pt x="4800" y="139"/>
                    <a:pt x="4790" y="157"/>
                  </a:cubicBezTo>
                  <a:cubicBezTo>
                    <a:pt x="4781" y="175"/>
                    <a:pt x="4771" y="206"/>
                    <a:pt x="4761" y="251"/>
                  </a:cubicBezTo>
                  <a:cubicBezTo>
                    <a:pt x="4755" y="277"/>
                    <a:pt x="4749" y="305"/>
                    <a:pt x="4744" y="336"/>
                  </a:cubicBezTo>
                  <a:cubicBezTo>
                    <a:pt x="4738" y="367"/>
                    <a:pt x="4735" y="398"/>
                    <a:pt x="4733" y="428"/>
                  </a:cubicBezTo>
                  <a:cubicBezTo>
                    <a:pt x="4737" y="428"/>
                    <a:pt x="4740" y="428"/>
                    <a:pt x="4744" y="428"/>
                  </a:cubicBezTo>
                  <a:cubicBezTo>
                    <a:pt x="4748" y="428"/>
                    <a:pt x="4751" y="428"/>
                    <a:pt x="4755" y="428"/>
                  </a:cubicBezTo>
                  <a:cubicBezTo>
                    <a:pt x="4773" y="429"/>
                    <a:pt x="4788" y="421"/>
                    <a:pt x="4797" y="403"/>
                  </a:cubicBezTo>
                  <a:cubicBezTo>
                    <a:pt x="4806" y="386"/>
                    <a:pt x="4816" y="354"/>
                    <a:pt x="4826" y="309"/>
                  </a:cubicBezTo>
                  <a:cubicBezTo>
                    <a:pt x="4832" y="284"/>
                    <a:pt x="4838" y="255"/>
                    <a:pt x="4843" y="224"/>
                  </a:cubicBezTo>
                  <a:cubicBezTo>
                    <a:pt x="4848" y="193"/>
                    <a:pt x="4851" y="162"/>
                    <a:pt x="4853" y="132"/>
                  </a:cubicBezTo>
                  <a:cubicBezTo>
                    <a:pt x="4850" y="132"/>
                    <a:pt x="4847" y="132"/>
                    <a:pt x="4843" y="132"/>
                  </a:cubicBezTo>
                  <a:cubicBezTo>
                    <a:pt x="4840" y="131"/>
                    <a:pt x="4836" y="131"/>
                    <a:pt x="4832" y="131"/>
                  </a:cubicBezTo>
                  <a:close/>
                  <a:moveTo>
                    <a:pt x="2180" y="131"/>
                  </a:moveTo>
                  <a:cubicBezTo>
                    <a:pt x="2162" y="131"/>
                    <a:pt x="2148" y="139"/>
                    <a:pt x="2138" y="157"/>
                  </a:cubicBezTo>
                  <a:cubicBezTo>
                    <a:pt x="2129" y="175"/>
                    <a:pt x="2119" y="206"/>
                    <a:pt x="2109" y="251"/>
                  </a:cubicBezTo>
                  <a:cubicBezTo>
                    <a:pt x="2103" y="277"/>
                    <a:pt x="2097" y="305"/>
                    <a:pt x="2092" y="336"/>
                  </a:cubicBezTo>
                  <a:cubicBezTo>
                    <a:pt x="2086" y="367"/>
                    <a:pt x="2083" y="398"/>
                    <a:pt x="2081" y="428"/>
                  </a:cubicBezTo>
                  <a:cubicBezTo>
                    <a:pt x="2085" y="428"/>
                    <a:pt x="2088" y="428"/>
                    <a:pt x="2092" y="428"/>
                  </a:cubicBezTo>
                  <a:cubicBezTo>
                    <a:pt x="2096" y="428"/>
                    <a:pt x="2099" y="428"/>
                    <a:pt x="2103" y="428"/>
                  </a:cubicBezTo>
                  <a:cubicBezTo>
                    <a:pt x="2121" y="429"/>
                    <a:pt x="2136" y="421"/>
                    <a:pt x="2145" y="403"/>
                  </a:cubicBezTo>
                  <a:cubicBezTo>
                    <a:pt x="2154" y="386"/>
                    <a:pt x="2164" y="354"/>
                    <a:pt x="2174" y="309"/>
                  </a:cubicBezTo>
                  <a:cubicBezTo>
                    <a:pt x="2180" y="284"/>
                    <a:pt x="2186" y="255"/>
                    <a:pt x="2191" y="224"/>
                  </a:cubicBezTo>
                  <a:cubicBezTo>
                    <a:pt x="2196" y="193"/>
                    <a:pt x="2199" y="162"/>
                    <a:pt x="2201" y="132"/>
                  </a:cubicBezTo>
                  <a:cubicBezTo>
                    <a:pt x="2198" y="132"/>
                    <a:pt x="2195" y="132"/>
                    <a:pt x="2191" y="132"/>
                  </a:cubicBezTo>
                  <a:cubicBezTo>
                    <a:pt x="2188" y="131"/>
                    <a:pt x="2184" y="131"/>
                    <a:pt x="2180" y="131"/>
                  </a:cubicBezTo>
                  <a:close/>
                  <a:moveTo>
                    <a:pt x="16965" y="16"/>
                  </a:moveTo>
                  <a:lnTo>
                    <a:pt x="17074" y="16"/>
                  </a:lnTo>
                  <a:lnTo>
                    <a:pt x="17056" y="115"/>
                  </a:lnTo>
                  <a:lnTo>
                    <a:pt x="17006" y="211"/>
                  </a:lnTo>
                  <a:lnTo>
                    <a:pt x="16928" y="211"/>
                  </a:lnTo>
                  <a:lnTo>
                    <a:pt x="16965" y="16"/>
                  </a:lnTo>
                  <a:close/>
                  <a:moveTo>
                    <a:pt x="16604" y="16"/>
                  </a:moveTo>
                  <a:lnTo>
                    <a:pt x="16929" y="16"/>
                  </a:lnTo>
                  <a:lnTo>
                    <a:pt x="16896" y="145"/>
                  </a:lnTo>
                  <a:lnTo>
                    <a:pt x="16816" y="145"/>
                  </a:lnTo>
                  <a:lnTo>
                    <a:pt x="16742" y="544"/>
                  </a:lnTo>
                  <a:lnTo>
                    <a:pt x="16597" y="544"/>
                  </a:lnTo>
                  <a:lnTo>
                    <a:pt x="16670" y="145"/>
                  </a:lnTo>
                  <a:lnTo>
                    <a:pt x="16581" y="145"/>
                  </a:lnTo>
                  <a:lnTo>
                    <a:pt x="16604" y="16"/>
                  </a:lnTo>
                  <a:close/>
                  <a:moveTo>
                    <a:pt x="16305" y="16"/>
                  </a:moveTo>
                  <a:lnTo>
                    <a:pt x="16578" y="16"/>
                  </a:lnTo>
                  <a:lnTo>
                    <a:pt x="16545" y="145"/>
                  </a:lnTo>
                  <a:lnTo>
                    <a:pt x="16426" y="145"/>
                  </a:lnTo>
                  <a:lnTo>
                    <a:pt x="16414" y="217"/>
                  </a:lnTo>
                  <a:lnTo>
                    <a:pt x="16531" y="217"/>
                  </a:lnTo>
                  <a:lnTo>
                    <a:pt x="16509" y="338"/>
                  </a:lnTo>
                  <a:lnTo>
                    <a:pt x="16391" y="338"/>
                  </a:lnTo>
                  <a:lnTo>
                    <a:pt x="16378" y="414"/>
                  </a:lnTo>
                  <a:lnTo>
                    <a:pt x="16513" y="414"/>
                  </a:lnTo>
                  <a:lnTo>
                    <a:pt x="16478" y="544"/>
                  </a:lnTo>
                  <a:lnTo>
                    <a:pt x="16208" y="544"/>
                  </a:lnTo>
                  <a:lnTo>
                    <a:pt x="16305" y="16"/>
                  </a:lnTo>
                  <a:close/>
                  <a:moveTo>
                    <a:pt x="16015" y="16"/>
                  </a:moveTo>
                  <a:lnTo>
                    <a:pt x="16160" y="16"/>
                  </a:lnTo>
                  <a:lnTo>
                    <a:pt x="16088" y="414"/>
                  </a:lnTo>
                  <a:lnTo>
                    <a:pt x="16195" y="414"/>
                  </a:lnTo>
                  <a:lnTo>
                    <a:pt x="16160" y="544"/>
                  </a:lnTo>
                  <a:lnTo>
                    <a:pt x="15918" y="544"/>
                  </a:lnTo>
                  <a:lnTo>
                    <a:pt x="16015" y="16"/>
                  </a:lnTo>
                  <a:close/>
                  <a:moveTo>
                    <a:pt x="14311" y="16"/>
                  </a:moveTo>
                  <a:lnTo>
                    <a:pt x="14420" y="16"/>
                  </a:lnTo>
                  <a:lnTo>
                    <a:pt x="14402" y="115"/>
                  </a:lnTo>
                  <a:lnTo>
                    <a:pt x="14352" y="211"/>
                  </a:lnTo>
                  <a:lnTo>
                    <a:pt x="14274" y="211"/>
                  </a:lnTo>
                  <a:lnTo>
                    <a:pt x="14311" y="16"/>
                  </a:lnTo>
                  <a:close/>
                  <a:moveTo>
                    <a:pt x="13950" y="16"/>
                  </a:moveTo>
                  <a:lnTo>
                    <a:pt x="14275" y="16"/>
                  </a:lnTo>
                  <a:lnTo>
                    <a:pt x="14242" y="145"/>
                  </a:lnTo>
                  <a:lnTo>
                    <a:pt x="14162" y="145"/>
                  </a:lnTo>
                  <a:lnTo>
                    <a:pt x="14088" y="544"/>
                  </a:lnTo>
                  <a:lnTo>
                    <a:pt x="13943" y="544"/>
                  </a:lnTo>
                  <a:lnTo>
                    <a:pt x="14016" y="145"/>
                  </a:lnTo>
                  <a:lnTo>
                    <a:pt x="13927" y="145"/>
                  </a:lnTo>
                  <a:lnTo>
                    <a:pt x="13950" y="16"/>
                  </a:lnTo>
                  <a:close/>
                  <a:moveTo>
                    <a:pt x="13651" y="16"/>
                  </a:moveTo>
                  <a:lnTo>
                    <a:pt x="13924" y="16"/>
                  </a:lnTo>
                  <a:lnTo>
                    <a:pt x="13891" y="145"/>
                  </a:lnTo>
                  <a:lnTo>
                    <a:pt x="13772" y="145"/>
                  </a:lnTo>
                  <a:lnTo>
                    <a:pt x="13760" y="217"/>
                  </a:lnTo>
                  <a:lnTo>
                    <a:pt x="13877" y="217"/>
                  </a:lnTo>
                  <a:lnTo>
                    <a:pt x="13855" y="338"/>
                  </a:lnTo>
                  <a:lnTo>
                    <a:pt x="13737" y="338"/>
                  </a:lnTo>
                  <a:lnTo>
                    <a:pt x="13724" y="414"/>
                  </a:lnTo>
                  <a:lnTo>
                    <a:pt x="13859" y="414"/>
                  </a:lnTo>
                  <a:lnTo>
                    <a:pt x="13824" y="544"/>
                  </a:lnTo>
                  <a:lnTo>
                    <a:pt x="13554" y="544"/>
                  </a:lnTo>
                  <a:lnTo>
                    <a:pt x="13651" y="16"/>
                  </a:lnTo>
                  <a:close/>
                  <a:moveTo>
                    <a:pt x="13361" y="16"/>
                  </a:moveTo>
                  <a:lnTo>
                    <a:pt x="13506" y="16"/>
                  </a:lnTo>
                  <a:lnTo>
                    <a:pt x="13434" y="414"/>
                  </a:lnTo>
                  <a:lnTo>
                    <a:pt x="13541" y="414"/>
                  </a:lnTo>
                  <a:lnTo>
                    <a:pt x="13506" y="544"/>
                  </a:lnTo>
                  <a:lnTo>
                    <a:pt x="13264" y="544"/>
                  </a:lnTo>
                  <a:lnTo>
                    <a:pt x="13361" y="16"/>
                  </a:lnTo>
                  <a:close/>
                  <a:moveTo>
                    <a:pt x="11659" y="16"/>
                  </a:moveTo>
                  <a:lnTo>
                    <a:pt x="11768" y="16"/>
                  </a:lnTo>
                  <a:lnTo>
                    <a:pt x="11750" y="115"/>
                  </a:lnTo>
                  <a:lnTo>
                    <a:pt x="11700" y="211"/>
                  </a:lnTo>
                  <a:lnTo>
                    <a:pt x="11622" y="211"/>
                  </a:lnTo>
                  <a:lnTo>
                    <a:pt x="11659" y="16"/>
                  </a:lnTo>
                  <a:close/>
                  <a:moveTo>
                    <a:pt x="11298" y="16"/>
                  </a:moveTo>
                  <a:lnTo>
                    <a:pt x="11623" y="16"/>
                  </a:lnTo>
                  <a:lnTo>
                    <a:pt x="11590" y="145"/>
                  </a:lnTo>
                  <a:lnTo>
                    <a:pt x="11510" y="145"/>
                  </a:lnTo>
                  <a:lnTo>
                    <a:pt x="11436" y="544"/>
                  </a:lnTo>
                  <a:lnTo>
                    <a:pt x="11291" y="544"/>
                  </a:lnTo>
                  <a:lnTo>
                    <a:pt x="11364" y="145"/>
                  </a:lnTo>
                  <a:lnTo>
                    <a:pt x="11275" y="145"/>
                  </a:lnTo>
                  <a:lnTo>
                    <a:pt x="11298" y="16"/>
                  </a:lnTo>
                  <a:close/>
                  <a:moveTo>
                    <a:pt x="10999" y="16"/>
                  </a:moveTo>
                  <a:lnTo>
                    <a:pt x="11272" y="16"/>
                  </a:lnTo>
                  <a:lnTo>
                    <a:pt x="11239" y="145"/>
                  </a:lnTo>
                  <a:lnTo>
                    <a:pt x="11120" y="145"/>
                  </a:lnTo>
                  <a:lnTo>
                    <a:pt x="11108" y="217"/>
                  </a:lnTo>
                  <a:lnTo>
                    <a:pt x="11225" y="217"/>
                  </a:lnTo>
                  <a:lnTo>
                    <a:pt x="11203" y="338"/>
                  </a:lnTo>
                  <a:lnTo>
                    <a:pt x="11085" y="338"/>
                  </a:lnTo>
                  <a:lnTo>
                    <a:pt x="11072" y="414"/>
                  </a:lnTo>
                  <a:lnTo>
                    <a:pt x="11207" y="414"/>
                  </a:lnTo>
                  <a:lnTo>
                    <a:pt x="11172" y="544"/>
                  </a:lnTo>
                  <a:lnTo>
                    <a:pt x="10902" y="544"/>
                  </a:lnTo>
                  <a:lnTo>
                    <a:pt x="10999" y="16"/>
                  </a:lnTo>
                  <a:close/>
                  <a:moveTo>
                    <a:pt x="10709" y="16"/>
                  </a:moveTo>
                  <a:lnTo>
                    <a:pt x="10854" y="16"/>
                  </a:lnTo>
                  <a:lnTo>
                    <a:pt x="10782" y="414"/>
                  </a:lnTo>
                  <a:lnTo>
                    <a:pt x="10889" y="414"/>
                  </a:lnTo>
                  <a:lnTo>
                    <a:pt x="10854" y="544"/>
                  </a:lnTo>
                  <a:lnTo>
                    <a:pt x="10612" y="544"/>
                  </a:lnTo>
                  <a:lnTo>
                    <a:pt x="10709" y="16"/>
                  </a:lnTo>
                  <a:close/>
                  <a:moveTo>
                    <a:pt x="9005" y="16"/>
                  </a:moveTo>
                  <a:lnTo>
                    <a:pt x="9114" y="16"/>
                  </a:lnTo>
                  <a:lnTo>
                    <a:pt x="9096" y="115"/>
                  </a:lnTo>
                  <a:lnTo>
                    <a:pt x="9046" y="211"/>
                  </a:lnTo>
                  <a:lnTo>
                    <a:pt x="8968" y="211"/>
                  </a:lnTo>
                  <a:lnTo>
                    <a:pt x="9005" y="16"/>
                  </a:lnTo>
                  <a:close/>
                  <a:moveTo>
                    <a:pt x="8644" y="16"/>
                  </a:moveTo>
                  <a:lnTo>
                    <a:pt x="8969" y="16"/>
                  </a:lnTo>
                  <a:lnTo>
                    <a:pt x="8936" y="145"/>
                  </a:lnTo>
                  <a:lnTo>
                    <a:pt x="8856" y="145"/>
                  </a:lnTo>
                  <a:lnTo>
                    <a:pt x="8782" y="544"/>
                  </a:lnTo>
                  <a:lnTo>
                    <a:pt x="8637" y="544"/>
                  </a:lnTo>
                  <a:lnTo>
                    <a:pt x="8710" y="145"/>
                  </a:lnTo>
                  <a:lnTo>
                    <a:pt x="8621" y="145"/>
                  </a:lnTo>
                  <a:lnTo>
                    <a:pt x="8644" y="16"/>
                  </a:lnTo>
                  <a:close/>
                  <a:moveTo>
                    <a:pt x="8345" y="16"/>
                  </a:moveTo>
                  <a:lnTo>
                    <a:pt x="8618" y="16"/>
                  </a:lnTo>
                  <a:lnTo>
                    <a:pt x="8585" y="145"/>
                  </a:lnTo>
                  <a:lnTo>
                    <a:pt x="8466" y="145"/>
                  </a:lnTo>
                  <a:lnTo>
                    <a:pt x="8454" y="217"/>
                  </a:lnTo>
                  <a:lnTo>
                    <a:pt x="8571" y="217"/>
                  </a:lnTo>
                  <a:lnTo>
                    <a:pt x="8549" y="338"/>
                  </a:lnTo>
                  <a:lnTo>
                    <a:pt x="8431" y="338"/>
                  </a:lnTo>
                  <a:lnTo>
                    <a:pt x="8418" y="414"/>
                  </a:lnTo>
                  <a:lnTo>
                    <a:pt x="8553" y="414"/>
                  </a:lnTo>
                  <a:lnTo>
                    <a:pt x="8518" y="544"/>
                  </a:lnTo>
                  <a:lnTo>
                    <a:pt x="8248" y="544"/>
                  </a:lnTo>
                  <a:lnTo>
                    <a:pt x="8345" y="16"/>
                  </a:lnTo>
                  <a:close/>
                  <a:moveTo>
                    <a:pt x="8055" y="16"/>
                  </a:moveTo>
                  <a:lnTo>
                    <a:pt x="8200" y="16"/>
                  </a:lnTo>
                  <a:lnTo>
                    <a:pt x="8128" y="414"/>
                  </a:lnTo>
                  <a:lnTo>
                    <a:pt x="8235" y="414"/>
                  </a:lnTo>
                  <a:lnTo>
                    <a:pt x="8200" y="544"/>
                  </a:lnTo>
                  <a:lnTo>
                    <a:pt x="7958" y="544"/>
                  </a:lnTo>
                  <a:lnTo>
                    <a:pt x="8055" y="16"/>
                  </a:lnTo>
                  <a:close/>
                  <a:moveTo>
                    <a:pt x="6353" y="16"/>
                  </a:moveTo>
                  <a:lnTo>
                    <a:pt x="6462" y="16"/>
                  </a:lnTo>
                  <a:lnTo>
                    <a:pt x="6444" y="115"/>
                  </a:lnTo>
                  <a:lnTo>
                    <a:pt x="6394" y="211"/>
                  </a:lnTo>
                  <a:lnTo>
                    <a:pt x="6316" y="211"/>
                  </a:lnTo>
                  <a:lnTo>
                    <a:pt x="6353" y="16"/>
                  </a:lnTo>
                  <a:close/>
                  <a:moveTo>
                    <a:pt x="5992" y="16"/>
                  </a:moveTo>
                  <a:lnTo>
                    <a:pt x="6317" y="16"/>
                  </a:lnTo>
                  <a:lnTo>
                    <a:pt x="6284" y="145"/>
                  </a:lnTo>
                  <a:lnTo>
                    <a:pt x="6204" y="145"/>
                  </a:lnTo>
                  <a:lnTo>
                    <a:pt x="6130" y="544"/>
                  </a:lnTo>
                  <a:lnTo>
                    <a:pt x="5985" y="544"/>
                  </a:lnTo>
                  <a:lnTo>
                    <a:pt x="6058" y="145"/>
                  </a:lnTo>
                  <a:lnTo>
                    <a:pt x="5969" y="145"/>
                  </a:lnTo>
                  <a:lnTo>
                    <a:pt x="5992" y="16"/>
                  </a:lnTo>
                  <a:close/>
                  <a:moveTo>
                    <a:pt x="5693" y="16"/>
                  </a:moveTo>
                  <a:lnTo>
                    <a:pt x="5966" y="16"/>
                  </a:lnTo>
                  <a:lnTo>
                    <a:pt x="5933" y="145"/>
                  </a:lnTo>
                  <a:lnTo>
                    <a:pt x="5814" y="145"/>
                  </a:lnTo>
                  <a:lnTo>
                    <a:pt x="5802" y="217"/>
                  </a:lnTo>
                  <a:lnTo>
                    <a:pt x="5919" y="217"/>
                  </a:lnTo>
                  <a:lnTo>
                    <a:pt x="5897" y="338"/>
                  </a:lnTo>
                  <a:lnTo>
                    <a:pt x="5779" y="338"/>
                  </a:lnTo>
                  <a:lnTo>
                    <a:pt x="5766" y="414"/>
                  </a:lnTo>
                  <a:lnTo>
                    <a:pt x="5901" y="414"/>
                  </a:lnTo>
                  <a:lnTo>
                    <a:pt x="5866" y="544"/>
                  </a:lnTo>
                  <a:lnTo>
                    <a:pt x="5596" y="544"/>
                  </a:lnTo>
                  <a:lnTo>
                    <a:pt x="5693" y="16"/>
                  </a:lnTo>
                  <a:close/>
                  <a:moveTo>
                    <a:pt x="5403" y="16"/>
                  </a:moveTo>
                  <a:lnTo>
                    <a:pt x="5548" y="16"/>
                  </a:lnTo>
                  <a:lnTo>
                    <a:pt x="5476" y="414"/>
                  </a:lnTo>
                  <a:lnTo>
                    <a:pt x="5583" y="414"/>
                  </a:lnTo>
                  <a:lnTo>
                    <a:pt x="5548" y="544"/>
                  </a:lnTo>
                  <a:lnTo>
                    <a:pt x="5306" y="544"/>
                  </a:lnTo>
                  <a:lnTo>
                    <a:pt x="5403" y="16"/>
                  </a:lnTo>
                  <a:close/>
                  <a:moveTo>
                    <a:pt x="3699" y="16"/>
                  </a:moveTo>
                  <a:lnTo>
                    <a:pt x="3808" y="16"/>
                  </a:lnTo>
                  <a:lnTo>
                    <a:pt x="3790" y="115"/>
                  </a:lnTo>
                  <a:lnTo>
                    <a:pt x="3740" y="211"/>
                  </a:lnTo>
                  <a:lnTo>
                    <a:pt x="3662" y="211"/>
                  </a:lnTo>
                  <a:lnTo>
                    <a:pt x="3699" y="16"/>
                  </a:lnTo>
                  <a:close/>
                  <a:moveTo>
                    <a:pt x="3338" y="16"/>
                  </a:moveTo>
                  <a:lnTo>
                    <a:pt x="3663" y="16"/>
                  </a:lnTo>
                  <a:lnTo>
                    <a:pt x="3630" y="145"/>
                  </a:lnTo>
                  <a:lnTo>
                    <a:pt x="3550" y="145"/>
                  </a:lnTo>
                  <a:lnTo>
                    <a:pt x="3476" y="544"/>
                  </a:lnTo>
                  <a:lnTo>
                    <a:pt x="3331" y="544"/>
                  </a:lnTo>
                  <a:lnTo>
                    <a:pt x="3404" y="145"/>
                  </a:lnTo>
                  <a:lnTo>
                    <a:pt x="3315" y="145"/>
                  </a:lnTo>
                  <a:lnTo>
                    <a:pt x="3338" y="16"/>
                  </a:lnTo>
                  <a:close/>
                  <a:moveTo>
                    <a:pt x="3039" y="16"/>
                  </a:moveTo>
                  <a:lnTo>
                    <a:pt x="3312" y="16"/>
                  </a:lnTo>
                  <a:lnTo>
                    <a:pt x="3279" y="145"/>
                  </a:lnTo>
                  <a:lnTo>
                    <a:pt x="3160" y="145"/>
                  </a:lnTo>
                  <a:lnTo>
                    <a:pt x="3148" y="217"/>
                  </a:lnTo>
                  <a:lnTo>
                    <a:pt x="3265" y="217"/>
                  </a:lnTo>
                  <a:lnTo>
                    <a:pt x="3243" y="338"/>
                  </a:lnTo>
                  <a:lnTo>
                    <a:pt x="3125" y="338"/>
                  </a:lnTo>
                  <a:lnTo>
                    <a:pt x="3112" y="414"/>
                  </a:lnTo>
                  <a:lnTo>
                    <a:pt x="3247" y="414"/>
                  </a:lnTo>
                  <a:lnTo>
                    <a:pt x="3212" y="544"/>
                  </a:lnTo>
                  <a:lnTo>
                    <a:pt x="2942" y="544"/>
                  </a:lnTo>
                  <a:lnTo>
                    <a:pt x="3039" y="16"/>
                  </a:lnTo>
                  <a:close/>
                  <a:moveTo>
                    <a:pt x="2749" y="16"/>
                  </a:moveTo>
                  <a:lnTo>
                    <a:pt x="2894" y="16"/>
                  </a:lnTo>
                  <a:lnTo>
                    <a:pt x="2822" y="414"/>
                  </a:lnTo>
                  <a:lnTo>
                    <a:pt x="2929" y="414"/>
                  </a:lnTo>
                  <a:lnTo>
                    <a:pt x="2894" y="544"/>
                  </a:lnTo>
                  <a:lnTo>
                    <a:pt x="2652" y="544"/>
                  </a:lnTo>
                  <a:lnTo>
                    <a:pt x="2749" y="16"/>
                  </a:lnTo>
                  <a:close/>
                  <a:moveTo>
                    <a:pt x="1047" y="16"/>
                  </a:moveTo>
                  <a:lnTo>
                    <a:pt x="1156" y="16"/>
                  </a:lnTo>
                  <a:lnTo>
                    <a:pt x="1138" y="115"/>
                  </a:lnTo>
                  <a:lnTo>
                    <a:pt x="1088" y="211"/>
                  </a:lnTo>
                  <a:lnTo>
                    <a:pt x="1010" y="211"/>
                  </a:lnTo>
                  <a:lnTo>
                    <a:pt x="1047" y="16"/>
                  </a:lnTo>
                  <a:close/>
                  <a:moveTo>
                    <a:pt x="686" y="16"/>
                  </a:moveTo>
                  <a:lnTo>
                    <a:pt x="1011" y="16"/>
                  </a:lnTo>
                  <a:lnTo>
                    <a:pt x="978" y="145"/>
                  </a:lnTo>
                  <a:lnTo>
                    <a:pt x="898" y="145"/>
                  </a:lnTo>
                  <a:lnTo>
                    <a:pt x="824" y="544"/>
                  </a:lnTo>
                  <a:lnTo>
                    <a:pt x="679" y="544"/>
                  </a:lnTo>
                  <a:lnTo>
                    <a:pt x="752" y="145"/>
                  </a:lnTo>
                  <a:lnTo>
                    <a:pt x="663" y="145"/>
                  </a:lnTo>
                  <a:lnTo>
                    <a:pt x="686" y="16"/>
                  </a:lnTo>
                  <a:close/>
                  <a:moveTo>
                    <a:pt x="387" y="16"/>
                  </a:moveTo>
                  <a:lnTo>
                    <a:pt x="660" y="16"/>
                  </a:lnTo>
                  <a:lnTo>
                    <a:pt x="627" y="145"/>
                  </a:lnTo>
                  <a:lnTo>
                    <a:pt x="508" y="145"/>
                  </a:lnTo>
                  <a:lnTo>
                    <a:pt x="496" y="217"/>
                  </a:lnTo>
                  <a:lnTo>
                    <a:pt x="613" y="217"/>
                  </a:lnTo>
                  <a:lnTo>
                    <a:pt x="591" y="338"/>
                  </a:lnTo>
                  <a:lnTo>
                    <a:pt x="473" y="338"/>
                  </a:lnTo>
                  <a:lnTo>
                    <a:pt x="460" y="414"/>
                  </a:lnTo>
                  <a:lnTo>
                    <a:pt x="595" y="414"/>
                  </a:lnTo>
                  <a:lnTo>
                    <a:pt x="560" y="544"/>
                  </a:lnTo>
                  <a:lnTo>
                    <a:pt x="290" y="544"/>
                  </a:lnTo>
                  <a:lnTo>
                    <a:pt x="387" y="16"/>
                  </a:lnTo>
                  <a:close/>
                  <a:moveTo>
                    <a:pt x="97" y="16"/>
                  </a:moveTo>
                  <a:lnTo>
                    <a:pt x="242" y="16"/>
                  </a:lnTo>
                  <a:lnTo>
                    <a:pt x="170" y="414"/>
                  </a:lnTo>
                  <a:lnTo>
                    <a:pt x="277" y="414"/>
                  </a:lnTo>
                  <a:lnTo>
                    <a:pt x="242" y="544"/>
                  </a:lnTo>
                  <a:lnTo>
                    <a:pt x="0" y="544"/>
                  </a:lnTo>
                  <a:lnTo>
                    <a:pt x="97" y="16"/>
                  </a:lnTo>
                  <a:close/>
                  <a:moveTo>
                    <a:pt x="17265" y="7"/>
                  </a:moveTo>
                  <a:cubicBezTo>
                    <a:pt x="17296" y="7"/>
                    <a:pt x="17321" y="9"/>
                    <a:pt x="17340" y="13"/>
                  </a:cubicBezTo>
                  <a:cubicBezTo>
                    <a:pt x="17360" y="17"/>
                    <a:pt x="17374" y="21"/>
                    <a:pt x="17383" y="25"/>
                  </a:cubicBezTo>
                  <a:lnTo>
                    <a:pt x="17353" y="151"/>
                  </a:lnTo>
                  <a:cubicBezTo>
                    <a:pt x="17341" y="147"/>
                    <a:pt x="17329" y="143"/>
                    <a:pt x="17317" y="141"/>
                  </a:cubicBezTo>
                  <a:cubicBezTo>
                    <a:pt x="17306" y="139"/>
                    <a:pt x="17293" y="138"/>
                    <a:pt x="17280" y="138"/>
                  </a:cubicBezTo>
                  <a:cubicBezTo>
                    <a:pt x="17267" y="138"/>
                    <a:pt x="17257" y="140"/>
                    <a:pt x="17250" y="145"/>
                  </a:cubicBezTo>
                  <a:cubicBezTo>
                    <a:pt x="17243" y="150"/>
                    <a:pt x="17240" y="158"/>
                    <a:pt x="17240" y="169"/>
                  </a:cubicBezTo>
                  <a:cubicBezTo>
                    <a:pt x="17240" y="177"/>
                    <a:pt x="17241" y="186"/>
                    <a:pt x="17244" y="194"/>
                  </a:cubicBezTo>
                  <a:cubicBezTo>
                    <a:pt x="17247" y="203"/>
                    <a:pt x="17252" y="215"/>
                    <a:pt x="17258" y="230"/>
                  </a:cubicBezTo>
                  <a:lnTo>
                    <a:pt x="17284" y="291"/>
                  </a:lnTo>
                  <a:cubicBezTo>
                    <a:pt x="17291" y="306"/>
                    <a:pt x="17297" y="323"/>
                    <a:pt x="17303" y="341"/>
                  </a:cubicBezTo>
                  <a:cubicBezTo>
                    <a:pt x="17308" y="359"/>
                    <a:pt x="17312" y="377"/>
                    <a:pt x="17312" y="396"/>
                  </a:cubicBezTo>
                  <a:cubicBezTo>
                    <a:pt x="17311" y="451"/>
                    <a:pt x="17296" y="491"/>
                    <a:pt x="17267" y="516"/>
                  </a:cubicBezTo>
                  <a:cubicBezTo>
                    <a:pt x="17238" y="542"/>
                    <a:pt x="17201" y="554"/>
                    <a:pt x="17154" y="554"/>
                  </a:cubicBezTo>
                  <a:cubicBezTo>
                    <a:pt x="17121" y="553"/>
                    <a:pt x="17094" y="551"/>
                    <a:pt x="17073" y="547"/>
                  </a:cubicBezTo>
                  <a:cubicBezTo>
                    <a:pt x="17052" y="543"/>
                    <a:pt x="17037" y="539"/>
                    <a:pt x="17028" y="535"/>
                  </a:cubicBezTo>
                  <a:lnTo>
                    <a:pt x="17038" y="402"/>
                  </a:lnTo>
                  <a:cubicBezTo>
                    <a:pt x="17048" y="406"/>
                    <a:pt x="17061" y="410"/>
                    <a:pt x="17080" y="414"/>
                  </a:cubicBezTo>
                  <a:cubicBezTo>
                    <a:pt x="17099" y="418"/>
                    <a:pt x="17120" y="420"/>
                    <a:pt x="17144" y="420"/>
                  </a:cubicBezTo>
                  <a:cubicBezTo>
                    <a:pt x="17147" y="420"/>
                    <a:pt x="17150" y="420"/>
                    <a:pt x="17152" y="420"/>
                  </a:cubicBezTo>
                  <a:cubicBezTo>
                    <a:pt x="17155" y="420"/>
                    <a:pt x="17158" y="420"/>
                    <a:pt x="17161" y="420"/>
                  </a:cubicBezTo>
                  <a:cubicBezTo>
                    <a:pt x="17162" y="416"/>
                    <a:pt x="17163" y="412"/>
                    <a:pt x="17164" y="407"/>
                  </a:cubicBezTo>
                  <a:cubicBezTo>
                    <a:pt x="17165" y="403"/>
                    <a:pt x="17166" y="398"/>
                    <a:pt x="17166" y="393"/>
                  </a:cubicBezTo>
                  <a:cubicBezTo>
                    <a:pt x="17165" y="384"/>
                    <a:pt x="17164" y="375"/>
                    <a:pt x="17160" y="366"/>
                  </a:cubicBezTo>
                  <a:cubicBezTo>
                    <a:pt x="17156" y="358"/>
                    <a:pt x="17152" y="348"/>
                    <a:pt x="17146" y="336"/>
                  </a:cubicBezTo>
                  <a:lnTo>
                    <a:pt x="17119" y="276"/>
                  </a:lnTo>
                  <a:cubicBezTo>
                    <a:pt x="17111" y="259"/>
                    <a:pt x="17105" y="241"/>
                    <a:pt x="17100" y="223"/>
                  </a:cubicBezTo>
                  <a:cubicBezTo>
                    <a:pt x="17095" y="205"/>
                    <a:pt x="17093" y="188"/>
                    <a:pt x="17093" y="171"/>
                  </a:cubicBezTo>
                  <a:cubicBezTo>
                    <a:pt x="17094" y="116"/>
                    <a:pt x="17109" y="75"/>
                    <a:pt x="17140" y="48"/>
                  </a:cubicBezTo>
                  <a:cubicBezTo>
                    <a:pt x="17171" y="20"/>
                    <a:pt x="17213" y="7"/>
                    <a:pt x="17265" y="7"/>
                  </a:cubicBezTo>
                  <a:close/>
                  <a:moveTo>
                    <a:pt x="15462" y="7"/>
                  </a:moveTo>
                  <a:cubicBezTo>
                    <a:pt x="15517" y="7"/>
                    <a:pt x="15554" y="21"/>
                    <a:pt x="15576" y="47"/>
                  </a:cubicBezTo>
                  <a:cubicBezTo>
                    <a:pt x="15597" y="73"/>
                    <a:pt x="15607" y="108"/>
                    <a:pt x="15606" y="151"/>
                  </a:cubicBezTo>
                  <a:cubicBezTo>
                    <a:pt x="15606" y="175"/>
                    <a:pt x="15604" y="200"/>
                    <a:pt x="15600" y="227"/>
                  </a:cubicBezTo>
                  <a:cubicBezTo>
                    <a:pt x="15596" y="253"/>
                    <a:pt x="15590" y="281"/>
                    <a:pt x="15584" y="310"/>
                  </a:cubicBezTo>
                  <a:cubicBezTo>
                    <a:pt x="15568" y="395"/>
                    <a:pt x="15543" y="457"/>
                    <a:pt x="15508" y="496"/>
                  </a:cubicBezTo>
                  <a:cubicBezTo>
                    <a:pt x="15472" y="535"/>
                    <a:pt x="15419" y="554"/>
                    <a:pt x="15349" y="554"/>
                  </a:cubicBezTo>
                  <a:cubicBezTo>
                    <a:pt x="15294" y="553"/>
                    <a:pt x="15257" y="540"/>
                    <a:pt x="15235" y="514"/>
                  </a:cubicBezTo>
                  <a:cubicBezTo>
                    <a:pt x="15214" y="487"/>
                    <a:pt x="15204" y="453"/>
                    <a:pt x="15205" y="409"/>
                  </a:cubicBezTo>
                  <a:cubicBezTo>
                    <a:pt x="15205" y="385"/>
                    <a:pt x="15208" y="360"/>
                    <a:pt x="15212" y="334"/>
                  </a:cubicBezTo>
                  <a:cubicBezTo>
                    <a:pt x="15216" y="307"/>
                    <a:pt x="15221" y="280"/>
                    <a:pt x="15228" y="251"/>
                  </a:cubicBezTo>
                  <a:cubicBezTo>
                    <a:pt x="15239" y="194"/>
                    <a:pt x="15253" y="148"/>
                    <a:pt x="15272" y="112"/>
                  </a:cubicBezTo>
                  <a:cubicBezTo>
                    <a:pt x="15290" y="76"/>
                    <a:pt x="15315" y="49"/>
                    <a:pt x="15345" y="32"/>
                  </a:cubicBezTo>
                  <a:cubicBezTo>
                    <a:pt x="15376" y="15"/>
                    <a:pt x="15415" y="7"/>
                    <a:pt x="15462" y="7"/>
                  </a:cubicBezTo>
                  <a:close/>
                  <a:moveTo>
                    <a:pt x="15073" y="7"/>
                  </a:moveTo>
                  <a:cubicBezTo>
                    <a:pt x="15102" y="7"/>
                    <a:pt x="15130" y="9"/>
                    <a:pt x="15156" y="13"/>
                  </a:cubicBezTo>
                  <a:cubicBezTo>
                    <a:pt x="15182" y="17"/>
                    <a:pt x="15201" y="21"/>
                    <a:pt x="15212" y="26"/>
                  </a:cubicBezTo>
                  <a:lnTo>
                    <a:pt x="15180" y="153"/>
                  </a:lnTo>
                  <a:cubicBezTo>
                    <a:pt x="15167" y="149"/>
                    <a:pt x="15151" y="146"/>
                    <a:pt x="15133" y="143"/>
                  </a:cubicBezTo>
                  <a:cubicBezTo>
                    <a:pt x="15115" y="140"/>
                    <a:pt x="15094" y="138"/>
                    <a:pt x="15071" y="138"/>
                  </a:cubicBezTo>
                  <a:cubicBezTo>
                    <a:pt x="15043" y="137"/>
                    <a:pt x="15024" y="144"/>
                    <a:pt x="15012" y="160"/>
                  </a:cubicBezTo>
                  <a:cubicBezTo>
                    <a:pt x="15001" y="176"/>
                    <a:pt x="14990" y="207"/>
                    <a:pt x="14980" y="252"/>
                  </a:cubicBezTo>
                  <a:cubicBezTo>
                    <a:pt x="14976" y="268"/>
                    <a:pt x="14973" y="288"/>
                    <a:pt x="14969" y="309"/>
                  </a:cubicBezTo>
                  <a:cubicBezTo>
                    <a:pt x="14965" y="331"/>
                    <a:pt x="14962" y="353"/>
                    <a:pt x="14960" y="374"/>
                  </a:cubicBezTo>
                  <a:cubicBezTo>
                    <a:pt x="14958" y="395"/>
                    <a:pt x="14956" y="413"/>
                    <a:pt x="14956" y="428"/>
                  </a:cubicBezTo>
                  <a:cubicBezTo>
                    <a:pt x="14959" y="429"/>
                    <a:pt x="14963" y="429"/>
                    <a:pt x="14966" y="429"/>
                  </a:cubicBezTo>
                  <a:cubicBezTo>
                    <a:pt x="14969" y="429"/>
                    <a:pt x="14972" y="429"/>
                    <a:pt x="14976" y="429"/>
                  </a:cubicBezTo>
                  <a:cubicBezTo>
                    <a:pt x="14985" y="429"/>
                    <a:pt x="14994" y="429"/>
                    <a:pt x="15003" y="428"/>
                  </a:cubicBezTo>
                  <a:cubicBezTo>
                    <a:pt x="15012" y="427"/>
                    <a:pt x="15021" y="426"/>
                    <a:pt x="15029" y="424"/>
                  </a:cubicBezTo>
                  <a:lnTo>
                    <a:pt x="15043" y="346"/>
                  </a:lnTo>
                  <a:lnTo>
                    <a:pt x="15002" y="346"/>
                  </a:lnTo>
                  <a:lnTo>
                    <a:pt x="15022" y="235"/>
                  </a:lnTo>
                  <a:lnTo>
                    <a:pt x="15186" y="235"/>
                  </a:lnTo>
                  <a:lnTo>
                    <a:pt x="15132" y="526"/>
                  </a:lnTo>
                  <a:cubicBezTo>
                    <a:pt x="15114" y="534"/>
                    <a:pt x="15088" y="541"/>
                    <a:pt x="15055" y="546"/>
                  </a:cubicBezTo>
                  <a:cubicBezTo>
                    <a:pt x="15022" y="551"/>
                    <a:pt x="14990" y="554"/>
                    <a:pt x="14957" y="554"/>
                  </a:cubicBezTo>
                  <a:cubicBezTo>
                    <a:pt x="14918" y="554"/>
                    <a:pt x="14888" y="548"/>
                    <a:pt x="14867" y="536"/>
                  </a:cubicBezTo>
                  <a:cubicBezTo>
                    <a:pt x="14846" y="524"/>
                    <a:pt x="14832" y="507"/>
                    <a:pt x="14824" y="485"/>
                  </a:cubicBezTo>
                  <a:cubicBezTo>
                    <a:pt x="14816" y="464"/>
                    <a:pt x="14813" y="439"/>
                    <a:pt x="14813" y="410"/>
                  </a:cubicBezTo>
                  <a:cubicBezTo>
                    <a:pt x="14813" y="386"/>
                    <a:pt x="14815" y="361"/>
                    <a:pt x="14819" y="334"/>
                  </a:cubicBezTo>
                  <a:cubicBezTo>
                    <a:pt x="14824" y="307"/>
                    <a:pt x="14829" y="280"/>
                    <a:pt x="14835" y="251"/>
                  </a:cubicBezTo>
                  <a:cubicBezTo>
                    <a:pt x="14851" y="166"/>
                    <a:pt x="14877" y="104"/>
                    <a:pt x="14913" y="65"/>
                  </a:cubicBezTo>
                  <a:cubicBezTo>
                    <a:pt x="14949" y="26"/>
                    <a:pt x="15003" y="6"/>
                    <a:pt x="15073" y="7"/>
                  </a:cubicBezTo>
                  <a:close/>
                  <a:moveTo>
                    <a:pt x="14611" y="7"/>
                  </a:moveTo>
                  <a:cubicBezTo>
                    <a:pt x="14642" y="7"/>
                    <a:pt x="14667" y="9"/>
                    <a:pt x="14686" y="13"/>
                  </a:cubicBezTo>
                  <a:cubicBezTo>
                    <a:pt x="14706" y="17"/>
                    <a:pt x="14720" y="21"/>
                    <a:pt x="14729" y="25"/>
                  </a:cubicBezTo>
                  <a:lnTo>
                    <a:pt x="14699" y="151"/>
                  </a:lnTo>
                  <a:cubicBezTo>
                    <a:pt x="14687" y="147"/>
                    <a:pt x="14675" y="143"/>
                    <a:pt x="14663" y="141"/>
                  </a:cubicBezTo>
                  <a:cubicBezTo>
                    <a:pt x="14652" y="139"/>
                    <a:pt x="14639" y="138"/>
                    <a:pt x="14626" y="138"/>
                  </a:cubicBezTo>
                  <a:cubicBezTo>
                    <a:pt x="14613" y="138"/>
                    <a:pt x="14603" y="140"/>
                    <a:pt x="14596" y="145"/>
                  </a:cubicBezTo>
                  <a:cubicBezTo>
                    <a:pt x="14589" y="150"/>
                    <a:pt x="14586" y="158"/>
                    <a:pt x="14586" y="169"/>
                  </a:cubicBezTo>
                  <a:cubicBezTo>
                    <a:pt x="14586" y="177"/>
                    <a:pt x="14587" y="186"/>
                    <a:pt x="14590" y="194"/>
                  </a:cubicBezTo>
                  <a:cubicBezTo>
                    <a:pt x="14593" y="203"/>
                    <a:pt x="14598" y="215"/>
                    <a:pt x="14604" y="230"/>
                  </a:cubicBezTo>
                  <a:lnTo>
                    <a:pt x="14630" y="291"/>
                  </a:lnTo>
                  <a:cubicBezTo>
                    <a:pt x="14637" y="306"/>
                    <a:pt x="14643" y="323"/>
                    <a:pt x="14649" y="341"/>
                  </a:cubicBezTo>
                  <a:cubicBezTo>
                    <a:pt x="14654" y="359"/>
                    <a:pt x="14658" y="377"/>
                    <a:pt x="14658" y="396"/>
                  </a:cubicBezTo>
                  <a:cubicBezTo>
                    <a:pt x="14657" y="451"/>
                    <a:pt x="14642" y="491"/>
                    <a:pt x="14613" y="516"/>
                  </a:cubicBezTo>
                  <a:cubicBezTo>
                    <a:pt x="14584" y="542"/>
                    <a:pt x="14547" y="554"/>
                    <a:pt x="14500" y="554"/>
                  </a:cubicBezTo>
                  <a:cubicBezTo>
                    <a:pt x="14467" y="553"/>
                    <a:pt x="14440" y="551"/>
                    <a:pt x="14419" y="547"/>
                  </a:cubicBezTo>
                  <a:cubicBezTo>
                    <a:pt x="14398" y="543"/>
                    <a:pt x="14383" y="539"/>
                    <a:pt x="14374" y="535"/>
                  </a:cubicBezTo>
                  <a:lnTo>
                    <a:pt x="14384" y="402"/>
                  </a:lnTo>
                  <a:cubicBezTo>
                    <a:pt x="14394" y="406"/>
                    <a:pt x="14407" y="410"/>
                    <a:pt x="14426" y="414"/>
                  </a:cubicBezTo>
                  <a:cubicBezTo>
                    <a:pt x="14445" y="418"/>
                    <a:pt x="14466" y="420"/>
                    <a:pt x="14490" y="420"/>
                  </a:cubicBezTo>
                  <a:cubicBezTo>
                    <a:pt x="14493" y="420"/>
                    <a:pt x="14496" y="420"/>
                    <a:pt x="14498" y="420"/>
                  </a:cubicBezTo>
                  <a:cubicBezTo>
                    <a:pt x="14501" y="420"/>
                    <a:pt x="14504" y="420"/>
                    <a:pt x="14507" y="420"/>
                  </a:cubicBezTo>
                  <a:cubicBezTo>
                    <a:pt x="14508" y="416"/>
                    <a:pt x="14509" y="412"/>
                    <a:pt x="14510" y="407"/>
                  </a:cubicBezTo>
                  <a:cubicBezTo>
                    <a:pt x="14511" y="403"/>
                    <a:pt x="14512" y="398"/>
                    <a:pt x="14512" y="393"/>
                  </a:cubicBezTo>
                  <a:cubicBezTo>
                    <a:pt x="14511" y="384"/>
                    <a:pt x="14510" y="375"/>
                    <a:pt x="14506" y="366"/>
                  </a:cubicBezTo>
                  <a:cubicBezTo>
                    <a:pt x="14502" y="358"/>
                    <a:pt x="14498" y="348"/>
                    <a:pt x="14492" y="336"/>
                  </a:cubicBezTo>
                  <a:lnTo>
                    <a:pt x="14465" y="276"/>
                  </a:lnTo>
                  <a:cubicBezTo>
                    <a:pt x="14457" y="259"/>
                    <a:pt x="14451" y="241"/>
                    <a:pt x="14446" y="223"/>
                  </a:cubicBezTo>
                  <a:cubicBezTo>
                    <a:pt x="14441" y="205"/>
                    <a:pt x="14439" y="188"/>
                    <a:pt x="14439" y="171"/>
                  </a:cubicBezTo>
                  <a:cubicBezTo>
                    <a:pt x="14440" y="116"/>
                    <a:pt x="14455" y="75"/>
                    <a:pt x="14486" y="48"/>
                  </a:cubicBezTo>
                  <a:cubicBezTo>
                    <a:pt x="14517" y="20"/>
                    <a:pt x="14559" y="7"/>
                    <a:pt x="14611" y="7"/>
                  </a:cubicBezTo>
                  <a:close/>
                  <a:moveTo>
                    <a:pt x="12810" y="7"/>
                  </a:moveTo>
                  <a:cubicBezTo>
                    <a:pt x="12865" y="7"/>
                    <a:pt x="12902" y="21"/>
                    <a:pt x="12924" y="47"/>
                  </a:cubicBezTo>
                  <a:cubicBezTo>
                    <a:pt x="12945" y="73"/>
                    <a:pt x="12955" y="108"/>
                    <a:pt x="12954" y="151"/>
                  </a:cubicBezTo>
                  <a:cubicBezTo>
                    <a:pt x="12954" y="175"/>
                    <a:pt x="12952" y="200"/>
                    <a:pt x="12948" y="227"/>
                  </a:cubicBezTo>
                  <a:cubicBezTo>
                    <a:pt x="12944" y="253"/>
                    <a:pt x="12938" y="281"/>
                    <a:pt x="12932" y="310"/>
                  </a:cubicBezTo>
                  <a:cubicBezTo>
                    <a:pt x="12916" y="395"/>
                    <a:pt x="12891" y="457"/>
                    <a:pt x="12856" y="496"/>
                  </a:cubicBezTo>
                  <a:cubicBezTo>
                    <a:pt x="12820" y="535"/>
                    <a:pt x="12767" y="554"/>
                    <a:pt x="12697" y="554"/>
                  </a:cubicBezTo>
                  <a:cubicBezTo>
                    <a:pt x="12642" y="553"/>
                    <a:pt x="12605" y="540"/>
                    <a:pt x="12583" y="514"/>
                  </a:cubicBezTo>
                  <a:cubicBezTo>
                    <a:pt x="12562" y="487"/>
                    <a:pt x="12552" y="453"/>
                    <a:pt x="12553" y="409"/>
                  </a:cubicBezTo>
                  <a:cubicBezTo>
                    <a:pt x="12553" y="385"/>
                    <a:pt x="12556" y="360"/>
                    <a:pt x="12560" y="334"/>
                  </a:cubicBezTo>
                  <a:cubicBezTo>
                    <a:pt x="12564" y="307"/>
                    <a:pt x="12569" y="280"/>
                    <a:pt x="12576" y="251"/>
                  </a:cubicBezTo>
                  <a:cubicBezTo>
                    <a:pt x="12587" y="194"/>
                    <a:pt x="12601" y="148"/>
                    <a:pt x="12620" y="112"/>
                  </a:cubicBezTo>
                  <a:cubicBezTo>
                    <a:pt x="12638" y="76"/>
                    <a:pt x="12663" y="49"/>
                    <a:pt x="12693" y="32"/>
                  </a:cubicBezTo>
                  <a:cubicBezTo>
                    <a:pt x="12724" y="15"/>
                    <a:pt x="12763" y="7"/>
                    <a:pt x="12810" y="7"/>
                  </a:cubicBezTo>
                  <a:close/>
                  <a:moveTo>
                    <a:pt x="12421" y="7"/>
                  </a:moveTo>
                  <a:cubicBezTo>
                    <a:pt x="12450" y="7"/>
                    <a:pt x="12478" y="9"/>
                    <a:pt x="12504" y="13"/>
                  </a:cubicBezTo>
                  <a:cubicBezTo>
                    <a:pt x="12530" y="17"/>
                    <a:pt x="12549" y="21"/>
                    <a:pt x="12560" y="26"/>
                  </a:cubicBezTo>
                  <a:lnTo>
                    <a:pt x="12528" y="153"/>
                  </a:lnTo>
                  <a:cubicBezTo>
                    <a:pt x="12515" y="149"/>
                    <a:pt x="12499" y="146"/>
                    <a:pt x="12481" y="143"/>
                  </a:cubicBezTo>
                  <a:cubicBezTo>
                    <a:pt x="12463" y="140"/>
                    <a:pt x="12442" y="138"/>
                    <a:pt x="12419" y="138"/>
                  </a:cubicBezTo>
                  <a:cubicBezTo>
                    <a:pt x="12391" y="137"/>
                    <a:pt x="12372" y="144"/>
                    <a:pt x="12360" y="160"/>
                  </a:cubicBezTo>
                  <a:cubicBezTo>
                    <a:pt x="12349" y="176"/>
                    <a:pt x="12338" y="207"/>
                    <a:pt x="12328" y="252"/>
                  </a:cubicBezTo>
                  <a:cubicBezTo>
                    <a:pt x="12324" y="268"/>
                    <a:pt x="12321" y="288"/>
                    <a:pt x="12317" y="309"/>
                  </a:cubicBezTo>
                  <a:cubicBezTo>
                    <a:pt x="12313" y="331"/>
                    <a:pt x="12310" y="353"/>
                    <a:pt x="12308" y="374"/>
                  </a:cubicBezTo>
                  <a:cubicBezTo>
                    <a:pt x="12306" y="395"/>
                    <a:pt x="12304" y="413"/>
                    <a:pt x="12304" y="428"/>
                  </a:cubicBezTo>
                  <a:cubicBezTo>
                    <a:pt x="12307" y="429"/>
                    <a:pt x="12311" y="429"/>
                    <a:pt x="12314" y="429"/>
                  </a:cubicBezTo>
                  <a:cubicBezTo>
                    <a:pt x="12317" y="429"/>
                    <a:pt x="12320" y="429"/>
                    <a:pt x="12324" y="429"/>
                  </a:cubicBezTo>
                  <a:cubicBezTo>
                    <a:pt x="12333" y="429"/>
                    <a:pt x="12342" y="429"/>
                    <a:pt x="12351" y="428"/>
                  </a:cubicBezTo>
                  <a:cubicBezTo>
                    <a:pt x="12360" y="427"/>
                    <a:pt x="12369" y="426"/>
                    <a:pt x="12377" y="424"/>
                  </a:cubicBezTo>
                  <a:lnTo>
                    <a:pt x="12391" y="346"/>
                  </a:lnTo>
                  <a:lnTo>
                    <a:pt x="12350" y="346"/>
                  </a:lnTo>
                  <a:lnTo>
                    <a:pt x="12370" y="235"/>
                  </a:lnTo>
                  <a:lnTo>
                    <a:pt x="12534" y="235"/>
                  </a:lnTo>
                  <a:lnTo>
                    <a:pt x="12480" y="526"/>
                  </a:lnTo>
                  <a:cubicBezTo>
                    <a:pt x="12462" y="534"/>
                    <a:pt x="12436" y="541"/>
                    <a:pt x="12403" y="546"/>
                  </a:cubicBezTo>
                  <a:cubicBezTo>
                    <a:pt x="12370" y="551"/>
                    <a:pt x="12338" y="554"/>
                    <a:pt x="12305" y="554"/>
                  </a:cubicBezTo>
                  <a:cubicBezTo>
                    <a:pt x="12266" y="554"/>
                    <a:pt x="12236" y="548"/>
                    <a:pt x="12215" y="536"/>
                  </a:cubicBezTo>
                  <a:cubicBezTo>
                    <a:pt x="12194" y="524"/>
                    <a:pt x="12180" y="507"/>
                    <a:pt x="12172" y="485"/>
                  </a:cubicBezTo>
                  <a:cubicBezTo>
                    <a:pt x="12164" y="464"/>
                    <a:pt x="12161" y="439"/>
                    <a:pt x="12161" y="410"/>
                  </a:cubicBezTo>
                  <a:cubicBezTo>
                    <a:pt x="12161" y="386"/>
                    <a:pt x="12163" y="361"/>
                    <a:pt x="12167" y="334"/>
                  </a:cubicBezTo>
                  <a:cubicBezTo>
                    <a:pt x="12172" y="307"/>
                    <a:pt x="12177" y="280"/>
                    <a:pt x="12183" y="251"/>
                  </a:cubicBezTo>
                  <a:cubicBezTo>
                    <a:pt x="12199" y="166"/>
                    <a:pt x="12225" y="104"/>
                    <a:pt x="12261" y="65"/>
                  </a:cubicBezTo>
                  <a:cubicBezTo>
                    <a:pt x="12297" y="26"/>
                    <a:pt x="12351" y="6"/>
                    <a:pt x="12421" y="7"/>
                  </a:cubicBezTo>
                  <a:close/>
                  <a:moveTo>
                    <a:pt x="11959" y="7"/>
                  </a:moveTo>
                  <a:cubicBezTo>
                    <a:pt x="11990" y="7"/>
                    <a:pt x="12015" y="9"/>
                    <a:pt x="12034" y="13"/>
                  </a:cubicBezTo>
                  <a:cubicBezTo>
                    <a:pt x="12054" y="17"/>
                    <a:pt x="12068" y="21"/>
                    <a:pt x="12077" y="25"/>
                  </a:cubicBezTo>
                  <a:lnTo>
                    <a:pt x="12047" y="151"/>
                  </a:lnTo>
                  <a:cubicBezTo>
                    <a:pt x="12035" y="147"/>
                    <a:pt x="12023" y="143"/>
                    <a:pt x="12011" y="141"/>
                  </a:cubicBezTo>
                  <a:cubicBezTo>
                    <a:pt x="12000" y="139"/>
                    <a:pt x="11987" y="138"/>
                    <a:pt x="11974" y="138"/>
                  </a:cubicBezTo>
                  <a:cubicBezTo>
                    <a:pt x="11961" y="138"/>
                    <a:pt x="11951" y="140"/>
                    <a:pt x="11944" y="145"/>
                  </a:cubicBezTo>
                  <a:cubicBezTo>
                    <a:pt x="11937" y="150"/>
                    <a:pt x="11934" y="158"/>
                    <a:pt x="11934" y="169"/>
                  </a:cubicBezTo>
                  <a:cubicBezTo>
                    <a:pt x="11934" y="177"/>
                    <a:pt x="11935" y="186"/>
                    <a:pt x="11938" y="194"/>
                  </a:cubicBezTo>
                  <a:cubicBezTo>
                    <a:pt x="11941" y="203"/>
                    <a:pt x="11946" y="215"/>
                    <a:pt x="11952" y="230"/>
                  </a:cubicBezTo>
                  <a:lnTo>
                    <a:pt x="11978" y="291"/>
                  </a:lnTo>
                  <a:cubicBezTo>
                    <a:pt x="11985" y="306"/>
                    <a:pt x="11991" y="323"/>
                    <a:pt x="11997" y="341"/>
                  </a:cubicBezTo>
                  <a:cubicBezTo>
                    <a:pt x="12002" y="359"/>
                    <a:pt x="12006" y="377"/>
                    <a:pt x="12006" y="396"/>
                  </a:cubicBezTo>
                  <a:cubicBezTo>
                    <a:pt x="12005" y="451"/>
                    <a:pt x="11990" y="491"/>
                    <a:pt x="11961" y="516"/>
                  </a:cubicBezTo>
                  <a:cubicBezTo>
                    <a:pt x="11932" y="542"/>
                    <a:pt x="11895" y="554"/>
                    <a:pt x="11848" y="554"/>
                  </a:cubicBezTo>
                  <a:cubicBezTo>
                    <a:pt x="11815" y="553"/>
                    <a:pt x="11788" y="551"/>
                    <a:pt x="11767" y="547"/>
                  </a:cubicBezTo>
                  <a:cubicBezTo>
                    <a:pt x="11746" y="543"/>
                    <a:pt x="11731" y="539"/>
                    <a:pt x="11722" y="535"/>
                  </a:cubicBezTo>
                  <a:lnTo>
                    <a:pt x="11732" y="402"/>
                  </a:lnTo>
                  <a:cubicBezTo>
                    <a:pt x="11742" y="406"/>
                    <a:pt x="11755" y="410"/>
                    <a:pt x="11774" y="414"/>
                  </a:cubicBezTo>
                  <a:cubicBezTo>
                    <a:pt x="11793" y="418"/>
                    <a:pt x="11814" y="420"/>
                    <a:pt x="11838" y="420"/>
                  </a:cubicBezTo>
                  <a:cubicBezTo>
                    <a:pt x="11841" y="420"/>
                    <a:pt x="11844" y="420"/>
                    <a:pt x="11846" y="420"/>
                  </a:cubicBezTo>
                  <a:cubicBezTo>
                    <a:pt x="11849" y="420"/>
                    <a:pt x="11852" y="420"/>
                    <a:pt x="11855" y="420"/>
                  </a:cubicBezTo>
                  <a:cubicBezTo>
                    <a:pt x="11856" y="416"/>
                    <a:pt x="11857" y="412"/>
                    <a:pt x="11858" y="407"/>
                  </a:cubicBezTo>
                  <a:cubicBezTo>
                    <a:pt x="11859" y="403"/>
                    <a:pt x="11860" y="398"/>
                    <a:pt x="11860" y="393"/>
                  </a:cubicBezTo>
                  <a:cubicBezTo>
                    <a:pt x="11859" y="384"/>
                    <a:pt x="11858" y="375"/>
                    <a:pt x="11854" y="366"/>
                  </a:cubicBezTo>
                  <a:cubicBezTo>
                    <a:pt x="11850" y="358"/>
                    <a:pt x="11846" y="348"/>
                    <a:pt x="11840" y="336"/>
                  </a:cubicBezTo>
                  <a:lnTo>
                    <a:pt x="11813" y="276"/>
                  </a:lnTo>
                  <a:cubicBezTo>
                    <a:pt x="11805" y="259"/>
                    <a:pt x="11799" y="241"/>
                    <a:pt x="11794" y="223"/>
                  </a:cubicBezTo>
                  <a:cubicBezTo>
                    <a:pt x="11789" y="205"/>
                    <a:pt x="11787" y="188"/>
                    <a:pt x="11787" y="171"/>
                  </a:cubicBezTo>
                  <a:cubicBezTo>
                    <a:pt x="11788" y="116"/>
                    <a:pt x="11803" y="75"/>
                    <a:pt x="11834" y="48"/>
                  </a:cubicBezTo>
                  <a:cubicBezTo>
                    <a:pt x="11865" y="20"/>
                    <a:pt x="11907" y="7"/>
                    <a:pt x="11959" y="7"/>
                  </a:cubicBezTo>
                  <a:close/>
                  <a:moveTo>
                    <a:pt x="10156" y="7"/>
                  </a:moveTo>
                  <a:cubicBezTo>
                    <a:pt x="10211" y="7"/>
                    <a:pt x="10248" y="21"/>
                    <a:pt x="10270" y="47"/>
                  </a:cubicBezTo>
                  <a:cubicBezTo>
                    <a:pt x="10291" y="73"/>
                    <a:pt x="10301" y="108"/>
                    <a:pt x="10300" y="151"/>
                  </a:cubicBezTo>
                  <a:cubicBezTo>
                    <a:pt x="10300" y="175"/>
                    <a:pt x="10298" y="200"/>
                    <a:pt x="10294" y="227"/>
                  </a:cubicBezTo>
                  <a:cubicBezTo>
                    <a:pt x="10290" y="253"/>
                    <a:pt x="10284" y="281"/>
                    <a:pt x="10278" y="310"/>
                  </a:cubicBezTo>
                  <a:cubicBezTo>
                    <a:pt x="10262" y="395"/>
                    <a:pt x="10237" y="457"/>
                    <a:pt x="10202" y="496"/>
                  </a:cubicBezTo>
                  <a:cubicBezTo>
                    <a:pt x="10166" y="535"/>
                    <a:pt x="10113" y="554"/>
                    <a:pt x="10043" y="554"/>
                  </a:cubicBezTo>
                  <a:cubicBezTo>
                    <a:pt x="9988" y="553"/>
                    <a:pt x="9951" y="540"/>
                    <a:pt x="9929" y="514"/>
                  </a:cubicBezTo>
                  <a:cubicBezTo>
                    <a:pt x="9908" y="487"/>
                    <a:pt x="9898" y="453"/>
                    <a:pt x="9899" y="409"/>
                  </a:cubicBezTo>
                  <a:cubicBezTo>
                    <a:pt x="9899" y="385"/>
                    <a:pt x="9902" y="360"/>
                    <a:pt x="9906" y="334"/>
                  </a:cubicBezTo>
                  <a:cubicBezTo>
                    <a:pt x="9910" y="307"/>
                    <a:pt x="9915" y="280"/>
                    <a:pt x="9922" y="251"/>
                  </a:cubicBezTo>
                  <a:cubicBezTo>
                    <a:pt x="9933" y="194"/>
                    <a:pt x="9947" y="148"/>
                    <a:pt x="9966" y="112"/>
                  </a:cubicBezTo>
                  <a:cubicBezTo>
                    <a:pt x="9984" y="76"/>
                    <a:pt x="10009" y="49"/>
                    <a:pt x="10039" y="32"/>
                  </a:cubicBezTo>
                  <a:cubicBezTo>
                    <a:pt x="10070" y="15"/>
                    <a:pt x="10109" y="7"/>
                    <a:pt x="10156" y="7"/>
                  </a:cubicBezTo>
                  <a:close/>
                  <a:moveTo>
                    <a:pt x="9767" y="7"/>
                  </a:moveTo>
                  <a:cubicBezTo>
                    <a:pt x="9796" y="7"/>
                    <a:pt x="9824" y="9"/>
                    <a:pt x="9850" y="13"/>
                  </a:cubicBezTo>
                  <a:cubicBezTo>
                    <a:pt x="9876" y="17"/>
                    <a:pt x="9895" y="21"/>
                    <a:pt x="9906" y="26"/>
                  </a:cubicBezTo>
                  <a:lnTo>
                    <a:pt x="9874" y="153"/>
                  </a:lnTo>
                  <a:cubicBezTo>
                    <a:pt x="9861" y="149"/>
                    <a:pt x="9845" y="146"/>
                    <a:pt x="9827" y="143"/>
                  </a:cubicBezTo>
                  <a:cubicBezTo>
                    <a:pt x="9809" y="140"/>
                    <a:pt x="9788" y="138"/>
                    <a:pt x="9765" y="138"/>
                  </a:cubicBezTo>
                  <a:cubicBezTo>
                    <a:pt x="9737" y="137"/>
                    <a:pt x="9718" y="144"/>
                    <a:pt x="9706" y="160"/>
                  </a:cubicBezTo>
                  <a:cubicBezTo>
                    <a:pt x="9695" y="176"/>
                    <a:pt x="9684" y="207"/>
                    <a:pt x="9674" y="252"/>
                  </a:cubicBezTo>
                  <a:cubicBezTo>
                    <a:pt x="9670" y="268"/>
                    <a:pt x="9667" y="288"/>
                    <a:pt x="9663" y="309"/>
                  </a:cubicBezTo>
                  <a:cubicBezTo>
                    <a:pt x="9659" y="331"/>
                    <a:pt x="9656" y="353"/>
                    <a:pt x="9654" y="374"/>
                  </a:cubicBezTo>
                  <a:cubicBezTo>
                    <a:pt x="9652" y="395"/>
                    <a:pt x="9650" y="413"/>
                    <a:pt x="9650" y="428"/>
                  </a:cubicBezTo>
                  <a:cubicBezTo>
                    <a:pt x="9653" y="429"/>
                    <a:pt x="9657" y="429"/>
                    <a:pt x="9660" y="429"/>
                  </a:cubicBezTo>
                  <a:cubicBezTo>
                    <a:pt x="9663" y="429"/>
                    <a:pt x="9666" y="429"/>
                    <a:pt x="9670" y="429"/>
                  </a:cubicBezTo>
                  <a:cubicBezTo>
                    <a:pt x="9679" y="429"/>
                    <a:pt x="9688" y="429"/>
                    <a:pt x="9697" y="428"/>
                  </a:cubicBezTo>
                  <a:cubicBezTo>
                    <a:pt x="9706" y="427"/>
                    <a:pt x="9715" y="426"/>
                    <a:pt x="9723" y="424"/>
                  </a:cubicBezTo>
                  <a:lnTo>
                    <a:pt x="9737" y="346"/>
                  </a:lnTo>
                  <a:lnTo>
                    <a:pt x="9696" y="346"/>
                  </a:lnTo>
                  <a:lnTo>
                    <a:pt x="9716" y="235"/>
                  </a:lnTo>
                  <a:lnTo>
                    <a:pt x="9880" y="235"/>
                  </a:lnTo>
                  <a:lnTo>
                    <a:pt x="9826" y="526"/>
                  </a:lnTo>
                  <a:cubicBezTo>
                    <a:pt x="9808" y="534"/>
                    <a:pt x="9782" y="541"/>
                    <a:pt x="9749" y="546"/>
                  </a:cubicBezTo>
                  <a:cubicBezTo>
                    <a:pt x="9716" y="551"/>
                    <a:pt x="9684" y="554"/>
                    <a:pt x="9651" y="554"/>
                  </a:cubicBezTo>
                  <a:cubicBezTo>
                    <a:pt x="9612" y="554"/>
                    <a:pt x="9582" y="548"/>
                    <a:pt x="9561" y="536"/>
                  </a:cubicBezTo>
                  <a:cubicBezTo>
                    <a:pt x="9540" y="524"/>
                    <a:pt x="9526" y="507"/>
                    <a:pt x="9518" y="485"/>
                  </a:cubicBezTo>
                  <a:cubicBezTo>
                    <a:pt x="9510" y="464"/>
                    <a:pt x="9507" y="439"/>
                    <a:pt x="9507" y="410"/>
                  </a:cubicBezTo>
                  <a:cubicBezTo>
                    <a:pt x="9507" y="386"/>
                    <a:pt x="9509" y="361"/>
                    <a:pt x="9513" y="334"/>
                  </a:cubicBezTo>
                  <a:cubicBezTo>
                    <a:pt x="9518" y="307"/>
                    <a:pt x="9523" y="280"/>
                    <a:pt x="9529" y="251"/>
                  </a:cubicBezTo>
                  <a:cubicBezTo>
                    <a:pt x="9545" y="166"/>
                    <a:pt x="9571" y="104"/>
                    <a:pt x="9607" y="65"/>
                  </a:cubicBezTo>
                  <a:cubicBezTo>
                    <a:pt x="9643" y="26"/>
                    <a:pt x="9697" y="6"/>
                    <a:pt x="9767" y="7"/>
                  </a:cubicBezTo>
                  <a:close/>
                  <a:moveTo>
                    <a:pt x="9305" y="7"/>
                  </a:moveTo>
                  <a:cubicBezTo>
                    <a:pt x="9336" y="7"/>
                    <a:pt x="9361" y="9"/>
                    <a:pt x="9380" y="13"/>
                  </a:cubicBezTo>
                  <a:cubicBezTo>
                    <a:pt x="9400" y="17"/>
                    <a:pt x="9414" y="21"/>
                    <a:pt x="9423" y="25"/>
                  </a:cubicBezTo>
                  <a:lnTo>
                    <a:pt x="9393" y="151"/>
                  </a:lnTo>
                  <a:cubicBezTo>
                    <a:pt x="9381" y="147"/>
                    <a:pt x="9369" y="143"/>
                    <a:pt x="9357" y="141"/>
                  </a:cubicBezTo>
                  <a:cubicBezTo>
                    <a:pt x="9346" y="139"/>
                    <a:pt x="9333" y="138"/>
                    <a:pt x="9320" y="138"/>
                  </a:cubicBezTo>
                  <a:cubicBezTo>
                    <a:pt x="9307" y="138"/>
                    <a:pt x="9297" y="140"/>
                    <a:pt x="9290" y="145"/>
                  </a:cubicBezTo>
                  <a:cubicBezTo>
                    <a:pt x="9283" y="150"/>
                    <a:pt x="9280" y="158"/>
                    <a:pt x="9280" y="169"/>
                  </a:cubicBezTo>
                  <a:cubicBezTo>
                    <a:pt x="9280" y="177"/>
                    <a:pt x="9281" y="186"/>
                    <a:pt x="9284" y="194"/>
                  </a:cubicBezTo>
                  <a:cubicBezTo>
                    <a:pt x="9287" y="203"/>
                    <a:pt x="9292" y="215"/>
                    <a:pt x="9298" y="230"/>
                  </a:cubicBezTo>
                  <a:lnTo>
                    <a:pt x="9324" y="291"/>
                  </a:lnTo>
                  <a:cubicBezTo>
                    <a:pt x="9331" y="306"/>
                    <a:pt x="9337" y="323"/>
                    <a:pt x="9343" y="341"/>
                  </a:cubicBezTo>
                  <a:cubicBezTo>
                    <a:pt x="9348" y="359"/>
                    <a:pt x="9352" y="377"/>
                    <a:pt x="9352" y="396"/>
                  </a:cubicBezTo>
                  <a:cubicBezTo>
                    <a:pt x="9351" y="451"/>
                    <a:pt x="9336" y="491"/>
                    <a:pt x="9307" y="516"/>
                  </a:cubicBezTo>
                  <a:cubicBezTo>
                    <a:pt x="9278" y="542"/>
                    <a:pt x="9241" y="554"/>
                    <a:pt x="9194" y="554"/>
                  </a:cubicBezTo>
                  <a:cubicBezTo>
                    <a:pt x="9161" y="553"/>
                    <a:pt x="9134" y="551"/>
                    <a:pt x="9113" y="547"/>
                  </a:cubicBezTo>
                  <a:cubicBezTo>
                    <a:pt x="9092" y="543"/>
                    <a:pt x="9077" y="539"/>
                    <a:pt x="9068" y="535"/>
                  </a:cubicBezTo>
                  <a:lnTo>
                    <a:pt x="9078" y="402"/>
                  </a:lnTo>
                  <a:cubicBezTo>
                    <a:pt x="9088" y="406"/>
                    <a:pt x="9101" y="410"/>
                    <a:pt x="9120" y="414"/>
                  </a:cubicBezTo>
                  <a:cubicBezTo>
                    <a:pt x="9139" y="418"/>
                    <a:pt x="9160" y="420"/>
                    <a:pt x="9184" y="420"/>
                  </a:cubicBezTo>
                  <a:cubicBezTo>
                    <a:pt x="9187" y="420"/>
                    <a:pt x="9190" y="420"/>
                    <a:pt x="9192" y="420"/>
                  </a:cubicBezTo>
                  <a:cubicBezTo>
                    <a:pt x="9195" y="420"/>
                    <a:pt x="9198" y="420"/>
                    <a:pt x="9201" y="420"/>
                  </a:cubicBezTo>
                  <a:cubicBezTo>
                    <a:pt x="9202" y="416"/>
                    <a:pt x="9203" y="412"/>
                    <a:pt x="9204" y="407"/>
                  </a:cubicBezTo>
                  <a:cubicBezTo>
                    <a:pt x="9205" y="403"/>
                    <a:pt x="9206" y="398"/>
                    <a:pt x="9206" y="393"/>
                  </a:cubicBezTo>
                  <a:cubicBezTo>
                    <a:pt x="9205" y="384"/>
                    <a:pt x="9204" y="375"/>
                    <a:pt x="9200" y="366"/>
                  </a:cubicBezTo>
                  <a:cubicBezTo>
                    <a:pt x="9196" y="358"/>
                    <a:pt x="9192" y="348"/>
                    <a:pt x="9186" y="336"/>
                  </a:cubicBezTo>
                  <a:lnTo>
                    <a:pt x="9159" y="276"/>
                  </a:lnTo>
                  <a:cubicBezTo>
                    <a:pt x="9151" y="259"/>
                    <a:pt x="9145" y="241"/>
                    <a:pt x="9140" y="223"/>
                  </a:cubicBezTo>
                  <a:cubicBezTo>
                    <a:pt x="9135" y="205"/>
                    <a:pt x="9133" y="188"/>
                    <a:pt x="9133" y="171"/>
                  </a:cubicBezTo>
                  <a:cubicBezTo>
                    <a:pt x="9134" y="116"/>
                    <a:pt x="9149" y="75"/>
                    <a:pt x="9180" y="48"/>
                  </a:cubicBezTo>
                  <a:cubicBezTo>
                    <a:pt x="9211" y="20"/>
                    <a:pt x="9253" y="7"/>
                    <a:pt x="9305" y="7"/>
                  </a:cubicBezTo>
                  <a:close/>
                  <a:moveTo>
                    <a:pt x="7504" y="7"/>
                  </a:moveTo>
                  <a:cubicBezTo>
                    <a:pt x="7559" y="7"/>
                    <a:pt x="7596" y="21"/>
                    <a:pt x="7618" y="47"/>
                  </a:cubicBezTo>
                  <a:cubicBezTo>
                    <a:pt x="7639" y="73"/>
                    <a:pt x="7649" y="108"/>
                    <a:pt x="7648" y="151"/>
                  </a:cubicBezTo>
                  <a:cubicBezTo>
                    <a:pt x="7648" y="175"/>
                    <a:pt x="7646" y="200"/>
                    <a:pt x="7642" y="227"/>
                  </a:cubicBezTo>
                  <a:cubicBezTo>
                    <a:pt x="7638" y="253"/>
                    <a:pt x="7632" y="281"/>
                    <a:pt x="7626" y="310"/>
                  </a:cubicBezTo>
                  <a:cubicBezTo>
                    <a:pt x="7610" y="395"/>
                    <a:pt x="7585" y="457"/>
                    <a:pt x="7550" y="496"/>
                  </a:cubicBezTo>
                  <a:cubicBezTo>
                    <a:pt x="7514" y="535"/>
                    <a:pt x="7461" y="554"/>
                    <a:pt x="7391" y="554"/>
                  </a:cubicBezTo>
                  <a:cubicBezTo>
                    <a:pt x="7336" y="553"/>
                    <a:pt x="7299" y="540"/>
                    <a:pt x="7277" y="514"/>
                  </a:cubicBezTo>
                  <a:cubicBezTo>
                    <a:pt x="7256" y="487"/>
                    <a:pt x="7246" y="453"/>
                    <a:pt x="7247" y="409"/>
                  </a:cubicBezTo>
                  <a:cubicBezTo>
                    <a:pt x="7247" y="385"/>
                    <a:pt x="7250" y="360"/>
                    <a:pt x="7254" y="334"/>
                  </a:cubicBezTo>
                  <a:cubicBezTo>
                    <a:pt x="7258" y="307"/>
                    <a:pt x="7263" y="280"/>
                    <a:pt x="7270" y="251"/>
                  </a:cubicBezTo>
                  <a:cubicBezTo>
                    <a:pt x="7281" y="194"/>
                    <a:pt x="7295" y="148"/>
                    <a:pt x="7314" y="112"/>
                  </a:cubicBezTo>
                  <a:cubicBezTo>
                    <a:pt x="7332" y="76"/>
                    <a:pt x="7357" y="49"/>
                    <a:pt x="7387" y="32"/>
                  </a:cubicBezTo>
                  <a:cubicBezTo>
                    <a:pt x="7418" y="15"/>
                    <a:pt x="7457" y="7"/>
                    <a:pt x="7504" y="7"/>
                  </a:cubicBezTo>
                  <a:close/>
                  <a:moveTo>
                    <a:pt x="7115" y="7"/>
                  </a:moveTo>
                  <a:cubicBezTo>
                    <a:pt x="7144" y="7"/>
                    <a:pt x="7172" y="9"/>
                    <a:pt x="7198" y="13"/>
                  </a:cubicBezTo>
                  <a:cubicBezTo>
                    <a:pt x="7224" y="17"/>
                    <a:pt x="7243" y="21"/>
                    <a:pt x="7254" y="26"/>
                  </a:cubicBezTo>
                  <a:lnTo>
                    <a:pt x="7222" y="153"/>
                  </a:lnTo>
                  <a:cubicBezTo>
                    <a:pt x="7209" y="149"/>
                    <a:pt x="7193" y="146"/>
                    <a:pt x="7175" y="143"/>
                  </a:cubicBezTo>
                  <a:cubicBezTo>
                    <a:pt x="7157" y="140"/>
                    <a:pt x="7136" y="138"/>
                    <a:pt x="7113" y="138"/>
                  </a:cubicBezTo>
                  <a:cubicBezTo>
                    <a:pt x="7085" y="137"/>
                    <a:pt x="7066" y="144"/>
                    <a:pt x="7054" y="160"/>
                  </a:cubicBezTo>
                  <a:cubicBezTo>
                    <a:pt x="7043" y="176"/>
                    <a:pt x="7032" y="207"/>
                    <a:pt x="7022" y="252"/>
                  </a:cubicBezTo>
                  <a:cubicBezTo>
                    <a:pt x="7018" y="268"/>
                    <a:pt x="7015" y="288"/>
                    <a:pt x="7011" y="309"/>
                  </a:cubicBezTo>
                  <a:cubicBezTo>
                    <a:pt x="7007" y="331"/>
                    <a:pt x="7004" y="353"/>
                    <a:pt x="7002" y="374"/>
                  </a:cubicBezTo>
                  <a:cubicBezTo>
                    <a:pt x="7000" y="395"/>
                    <a:pt x="6998" y="413"/>
                    <a:pt x="6998" y="428"/>
                  </a:cubicBezTo>
                  <a:cubicBezTo>
                    <a:pt x="7001" y="429"/>
                    <a:pt x="7005" y="429"/>
                    <a:pt x="7008" y="429"/>
                  </a:cubicBezTo>
                  <a:cubicBezTo>
                    <a:pt x="7011" y="429"/>
                    <a:pt x="7014" y="429"/>
                    <a:pt x="7018" y="429"/>
                  </a:cubicBezTo>
                  <a:cubicBezTo>
                    <a:pt x="7027" y="429"/>
                    <a:pt x="7036" y="429"/>
                    <a:pt x="7045" y="428"/>
                  </a:cubicBezTo>
                  <a:cubicBezTo>
                    <a:pt x="7054" y="427"/>
                    <a:pt x="7063" y="426"/>
                    <a:pt x="7071" y="424"/>
                  </a:cubicBezTo>
                  <a:lnTo>
                    <a:pt x="7085" y="346"/>
                  </a:lnTo>
                  <a:lnTo>
                    <a:pt x="7044" y="346"/>
                  </a:lnTo>
                  <a:lnTo>
                    <a:pt x="7064" y="235"/>
                  </a:lnTo>
                  <a:lnTo>
                    <a:pt x="7228" y="235"/>
                  </a:lnTo>
                  <a:lnTo>
                    <a:pt x="7174" y="526"/>
                  </a:lnTo>
                  <a:cubicBezTo>
                    <a:pt x="7156" y="534"/>
                    <a:pt x="7130" y="541"/>
                    <a:pt x="7097" y="546"/>
                  </a:cubicBezTo>
                  <a:cubicBezTo>
                    <a:pt x="7064" y="551"/>
                    <a:pt x="7032" y="554"/>
                    <a:pt x="6999" y="554"/>
                  </a:cubicBezTo>
                  <a:cubicBezTo>
                    <a:pt x="6960" y="554"/>
                    <a:pt x="6930" y="548"/>
                    <a:pt x="6909" y="536"/>
                  </a:cubicBezTo>
                  <a:cubicBezTo>
                    <a:pt x="6888" y="524"/>
                    <a:pt x="6874" y="507"/>
                    <a:pt x="6866" y="485"/>
                  </a:cubicBezTo>
                  <a:cubicBezTo>
                    <a:pt x="6858" y="464"/>
                    <a:pt x="6855" y="439"/>
                    <a:pt x="6855" y="410"/>
                  </a:cubicBezTo>
                  <a:cubicBezTo>
                    <a:pt x="6855" y="386"/>
                    <a:pt x="6857" y="361"/>
                    <a:pt x="6861" y="334"/>
                  </a:cubicBezTo>
                  <a:cubicBezTo>
                    <a:pt x="6866" y="307"/>
                    <a:pt x="6871" y="280"/>
                    <a:pt x="6877" y="251"/>
                  </a:cubicBezTo>
                  <a:cubicBezTo>
                    <a:pt x="6893" y="166"/>
                    <a:pt x="6919" y="104"/>
                    <a:pt x="6955" y="65"/>
                  </a:cubicBezTo>
                  <a:cubicBezTo>
                    <a:pt x="6991" y="26"/>
                    <a:pt x="7045" y="6"/>
                    <a:pt x="7115" y="7"/>
                  </a:cubicBezTo>
                  <a:close/>
                  <a:moveTo>
                    <a:pt x="6653" y="7"/>
                  </a:moveTo>
                  <a:cubicBezTo>
                    <a:pt x="6684" y="7"/>
                    <a:pt x="6709" y="9"/>
                    <a:pt x="6728" y="13"/>
                  </a:cubicBezTo>
                  <a:cubicBezTo>
                    <a:pt x="6748" y="17"/>
                    <a:pt x="6762" y="21"/>
                    <a:pt x="6771" y="25"/>
                  </a:cubicBezTo>
                  <a:lnTo>
                    <a:pt x="6741" y="151"/>
                  </a:lnTo>
                  <a:cubicBezTo>
                    <a:pt x="6729" y="147"/>
                    <a:pt x="6717" y="143"/>
                    <a:pt x="6705" y="141"/>
                  </a:cubicBezTo>
                  <a:cubicBezTo>
                    <a:pt x="6694" y="139"/>
                    <a:pt x="6681" y="138"/>
                    <a:pt x="6668" y="138"/>
                  </a:cubicBezTo>
                  <a:cubicBezTo>
                    <a:pt x="6655" y="138"/>
                    <a:pt x="6645" y="140"/>
                    <a:pt x="6638" y="145"/>
                  </a:cubicBezTo>
                  <a:cubicBezTo>
                    <a:pt x="6631" y="150"/>
                    <a:pt x="6628" y="158"/>
                    <a:pt x="6628" y="169"/>
                  </a:cubicBezTo>
                  <a:cubicBezTo>
                    <a:pt x="6628" y="177"/>
                    <a:pt x="6629" y="186"/>
                    <a:pt x="6632" y="194"/>
                  </a:cubicBezTo>
                  <a:cubicBezTo>
                    <a:pt x="6635" y="203"/>
                    <a:pt x="6640" y="215"/>
                    <a:pt x="6646" y="230"/>
                  </a:cubicBezTo>
                  <a:lnTo>
                    <a:pt x="6672" y="291"/>
                  </a:lnTo>
                  <a:cubicBezTo>
                    <a:pt x="6679" y="306"/>
                    <a:pt x="6685" y="323"/>
                    <a:pt x="6691" y="341"/>
                  </a:cubicBezTo>
                  <a:cubicBezTo>
                    <a:pt x="6696" y="359"/>
                    <a:pt x="6700" y="377"/>
                    <a:pt x="6700" y="396"/>
                  </a:cubicBezTo>
                  <a:cubicBezTo>
                    <a:pt x="6699" y="451"/>
                    <a:pt x="6684" y="491"/>
                    <a:pt x="6655" y="516"/>
                  </a:cubicBezTo>
                  <a:cubicBezTo>
                    <a:pt x="6626" y="542"/>
                    <a:pt x="6589" y="554"/>
                    <a:pt x="6542" y="554"/>
                  </a:cubicBezTo>
                  <a:cubicBezTo>
                    <a:pt x="6509" y="553"/>
                    <a:pt x="6482" y="551"/>
                    <a:pt x="6461" y="547"/>
                  </a:cubicBezTo>
                  <a:cubicBezTo>
                    <a:pt x="6440" y="543"/>
                    <a:pt x="6425" y="539"/>
                    <a:pt x="6416" y="535"/>
                  </a:cubicBezTo>
                  <a:lnTo>
                    <a:pt x="6426" y="402"/>
                  </a:lnTo>
                  <a:cubicBezTo>
                    <a:pt x="6436" y="406"/>
                    <a:pt x="6449" y="410"/>
                    <a:pt x="6468" y="414"/>
                  </a:cubicBezTo>
                  <a:cubicBezTo>
                    <a:pt x="6487" y="418"/>
                    <a:pt x="6508" y="420"/>
                    <a:pt x="6532" y="420"/>
                  </a:cubicBezTo>
                  <a:cubicBezTo>
                    <a:pt x="6535" y="420"/>
                    <a:pt x="6538" y="420"/>
                    <a:pt x="6540" y="420"/>
                  </a:cubicBezTo>
                  <a:cubicBezTo>
                    <a:pt x="6543" y="420"/>
                    <a:pt x="6546" y="420"/>
                    <a:pt x="6549" y="420"/>
                  </a:cubicBezTo>
                  <a:cubicBezTo>
                    <a:pt x="6550" y="416"/>
                    <a:pt x="6551" y="412"/>
                    <a:pt x="6552" y="407"/>
                  </a:cubicBezTo>
                  <a:cubicBezTo>
                    <a:pt x="6553" y="403"/>
                    <a:pt x="6554" y="398"/>
                    <a:pt x="6554" y="393"/>
                  </a:cubicBezTo>
                  <a:cubicBezTo>
                    <a:pt x="6553" y="384"/>
                    <a:pt x="6552" y="375"/>
                    <a:pt x="6548" y="366"/>
                  </a:cubicBezTo>
                  <a:cubicBezTo>
                    <a:pt x="6544" y="358"/>
                    <a:pt x="6540" y="348"/>
                    <a:pt x="6534" y="336"/>
                  </a:cubicBezTo>
                  <a:lnTo>
                    <a:pt x="6507" y="276"/>
                  </a:lnTo>
                  <a:cubicBezTo>
                    <a:pt x="6499" y="259"/>
                    <a:pt x="6493" y="241"/>
                    <a:pt x="6488" y="223"/>
                  </a:cubicBezTo>
                  <a:cubicBezTo>
                    <a:pt x="6483" y="205"/>
                    <a:pt x="6481" y="188"/>
                    <a:pt x="6481" y="171"/>
                  </a:cubicBezTo>
                  <a:cubicBezTo>
                    <a:pt x="6482" y="116"/>
                    <a:pt x="6497" y="75"/>
                    <a:pt x="6528" y="48"/>
                  </a:cubicBezTo>
                  <a:cubicBezTo>
                    <a:pt x="6559" y="20"/>
                    <a:pt x="6601" y="7"/>
                    <a:pt x="6653" y="7"/>
                  </a:cubicBezTo>
                  <a:close/>
                  <a:moveTo>
                    <a:pt x="4850" y="7"/>
                  </a:moveTo>
                  <a:cubicBezTo>
                    <a:pt x="4905" y="7"/>
                    <a:pt x="4942" y="21"/>
                    <a:pt x="4964" y="47"/>
                  </a:cubicBezTo>
                  <a:cubicBezTo>
                    <a:pt x="4985" y="73"/>
                    <a:pt x="4995" y="108"/>
                    <a:pt x="4994" y="151"/>
                  </a:cubicBezTo>
                  <a:cubicBezTo>
                    <a:pt x="4994" y="175"/>
                    <a:pt x="4992" y="200"/>
                    <a:pt x="4988" y="227"/>
                  </a:cubicBezTo>
                  <a:cubicBezTo>
                    <a:pt x="4984" y="253"/>
                    <a:pt x="4978" y="281"/>
                    <a:pt x="4972" y="310"/>
                  </a:cubicBezTo>
                  <a:cubicBezTo>
                    <a:pt x="4956" y="395"/>
                    <a:pt x="4931" y="457"/>
                    <a:pt x="4896" y="496"/>
                  </a:cubicBezTo>
                  <a:cubicBezTo>
                    <a:pt x="4860" y="535"/>
                    <a:pt x="4807" y="554"/>
                    <a:pt x="4737" y="554"/>
                  </a:cubicBezTo>
                  <a:cubicBezTo>
                    <a:pt x="4682" y="553"/>
                    <a:pt x="4645" y="540"/>
                    <a:pt x="4623" y="514"/>
                  </a:cubicBezTo>
                  <a:cubicBezTo>
                    <a:pt x="4602" y="487"/>
                    <a:pt x="4592" y="453"/>
                    <a:pt x="4593" y="409"/>
                  </a:cubicBezTo>
                  <a:cubicBezTo>
                    <a:pt x="4593" y="385"/>
                    <a:pt x="4596" y="360"/>
                    <a:pt x="4600" y="334"/>
                  </a:cubicBezTo>
                  <a:cubicBezTo>
                    <a:pt x="4604" y="307"/>
                    <a:pt x="4609" y="280"/>
                    <a:pt x="4616" y="251"/>
                  </a:cubicBezTo>
                  <a:cubicBezTo>
                    <a:pt x="4627" y="194"/>
                    <a:pt x="4641" y="148"/>
                    <a:pt x="4660" y="112"/>
                  </a:cubicBezTo>
                  <a:cubicBezTo>
                    <a:pt x="4678" y="76"/>
                    <a:pt x="4703" y="49"/>
                    <a:pt x="4733" y="32"/>
                  </a:cubicBezTo>
                  <a:cubicBezTo>
                    <a:pt x="4764" y="15"/>
                    <a:pt x="4803" y="7"/>
                    <a:pt x="4850" y="7"/>
                  </a:cubicBezTo>
                  <a:close/>
                  <a:moveTo>
                    <a:pt x="4461" y="7"/>
                  </a:moveTo>
                  <a:cubicBezTo>
                    <a:pt x="4490" y="7"/>
                    <a:pt x="4518" y="9"/>
                    <a:pt x="4544" y="13"/>
                  </a:cubicBezTo>
                  <a:cubicBezTo>
                    <a:pt x="4570" y="17"/>
                    <a:pt x="4589" y="21"/>
                    <a:pt x="4600" y="26"/>
                  </a:cubicBezTo>
                  <a:lnTo>
                    <a:pt x="4568" y="153"/>
                  </a:lnTo>
                  <a:cubicBezTo>
                    <a:pt x="4555" y="149"/>
                    <a:pt x="4539" y="146"/>
                    <a:pt x="4521" y="143"/>
                  </a:cubicBezTo>
                  <a:cubicBezTo>
                    <a:pt x="4503" y="140"/>
                    <a:pt x="4482" y="138"/>
                    <a:pt x="4459" y="138"/>
                  </a:cubicBezTo>
                  <a:cubicBezTo>
                    <a:pt x="4431" y="137"/>
                    <a:pt x="4412" y="144"/>
                    <a:pt x="4400" y="160"/>
                  </a:cubicBezTo>
                  <a:cubicBezTo>
                    <a:pt x="4389" y="176"/>
                    <a:pt x="4378" y="207"/>
                    <a:pt x="4368" y="252"/>
                  </a:cubicBezTo>
                  <a:cubicBezTo>
                    <a:pt x="4364" y="268"/>
                    <a:pt x="4361" y="288"/>
                    <a:pt x="4357" y="309"/>
                  </a:cubicBezTo>
                  <a:cubicBezTo>
                    <a:pt x="4353" y="331"/>
                    <a:pt x="4350" y="353"/>
                    <a:pt x="4348" y="374"/>
                  </a:cubicBezTo>
                  <a:cubicBezTo>
                    <a:pt x="4346" y="395"/>
                    <a:pt x="4344" y="413"/>
                    <a:pt x="4344" y="428"/>
                  </a:cubicBezTo>
                  <a:cubicBezTo>
                    <a:pt x="4347" y="429"/>
                    <a:pt x="4351" y="429"/>
                    <a:pt x="4354" y="429"/>
                  </a:cubicBezTo>
                  <a:cubicBezTo>
                    <a:pt x="4357" y="429"/>
                    <a:pt x="4360" y="429"/>
                    <a:pt x="4364" y="429"/>
                  </a:cubicBezTo>
                  <a:cubicBezTo>
                    <a:pt x="4373" y="429"/>
                    <a:pt x="4382" y="429"/>
                    <a:pt x="4391" y="428"/>
                  </a:cubicBezTo>
                  <a:cubicBezTo>
                    <a:pt x="4400" y="427"/>
                    <a:pt x="4409" y="426"/>
                    <a:pt x="4417" y="424"/>
                  </a:cubicBezTo>
                  <a:lnTo>
                    <a:pt x="4431" y="346"/>
                  </a:lnTo>
                  <a:lnTo>
                    <a:pt x="4390" y="346"/>
                  </a:lnTo>
                  <a:lnTo>
                    <a:pt x="4410" y="235"/>
                  </a:lnTo>
                  <a:lnTo>
                    <a:pt x="4574" y="235"/>
                  </a:lnTo>
                  <a:lnTo>
                    <a:pt x="4520" y="526"/>
                  </a:lnTo>
                  <a:cubicBezTo>
                    <a:pt x="4502" y="534"/>
                    <a:pt x="4476" y="541"/>
                    <a:pt x="4443" y="546"/>
                  </a:cubicBezTo>
                  <a:cubicBezTo>
                    <a:pt x="4410" y="551"/>
                    <a:pt x="4378" y="554"/>
                    <a:pt x="4345" y="554"/>
                  </a:cubicBezTo>
                  <a:cubicBezTo>
                    <a:pt x="4306" y="554"/>
                    <a:pt x="4276" y="548"/>
                    <a:pt x="4255" y="536"/>
                  </a:cubicBezTo>
                  <a:cubicBezTo>
                    <a:pt x="4234" y="524"/>
                    <a:pt x="4220" y="507"/>
                    <a:pt x="4212" y="485"/>
                  </a:cubicBezTo>
                  <a:cubicBezTo>
                    <a:pt x="4204" y="464"/>
                    <a:pt x="4201" y="439"/>
                    <a:pt x="4201" y="410"/>
                  </a:cubicBezTo>
                  <a:cubicBezTo>
                    <a:pt x="4201" y="386"/>
                    <a:pt x="4203" y="361"/>
                    <a:pt x="4207" y="334"/>
                  </a:cubicBezTo>
                  <a:cubicBezTo>
                    <a:pt x="4212" y="307"/>
                    <a:pt x="4217" y="280"/>
                    <a:pt x="4223" y="251"/>
                  </a:cubicBezTo>
                  <a:cubicBezTo>
                    <a:pt x="4239" y="166"/>
                    <a:pt x="4265" y="104"/>
                    <a:pt x="4301" y="65"/>
                  </a:cubicBezTo>
                  <a:cubicBezTo>
                    <a:pt x="4337" y="26"/>
                    <a:pt x="4391" y="6"/>
                    <a:pt x="4461" y="7"/>
                  </a:cubicBezTo>
                  <a:close/>
                  <a:moveTo>
                    <a:pt x="3999" y="7"/>
                  </a:moveTo>
                  <a:cubicBezTo>
                    <a:pt x="4030" y="7"/>
                    <a:pt x="4055" y="9"/>
                    <a:pt x="4074" y="13"/>
                  </a:cubicBezTo>
                  <a:cubicBezTo>
                    <a:pt x="4094" y="17"/>
                    <a:pt x="4108" y="21"/>
                    <a:pt x="4117" y="25"/>
                  </a:cubicBezTo>
                  <a:lnTo>
                    <a:pt x="4087" y="151"/>
                  </a:lnTo>
                  <a:cubicBezTo>
                    <a:pt x="4075" y="147"/>
                    <a:pt x="4063" y="143"/>
                    <a:pt x="4051" y="141"/>
                  </a:cubicBezTo>
                  <a:cubicBezTo>
                    <a:pt x="4040" y="139"/>
                    <a:pt x="4027" y="138"/>
                    <a:pt x="4014" y="138"/>
                  </a:cubicBezTo>
                  <a:cubicBezTo>
                    <a:pt x="4001" y="138"/>
                    <a:pt x="3991" y="140"/>
                    <a:pt x="3984" y="145"/>
                  </a:cubicBezTo>
                  <a:cubicBezTo>
                    <a:pt x="3977" y="150"/>
                    <a:pt x="3974" y="158"/>
                    <a:pt x="3974" y="169"/>
                  </a:cubicBezTo>
                  <a:cubicBezTo>
                    <a:pt x="3974" y="177"/>
                    <a:pt x="3975" y="186"/>
                    <a:pt x="3978" y="194"/>
                  </a:cubicBezTo>
                  <a:cubicBezTo>
                    <a:pt x="3981" y="203"/>
                    <a:pt x="3986" y="215"/>
                    <a:pt x="3992" y="230"/>
                  </a:cubicBezTo>
                  <a:lnTo>
                    <a:pt x="4018" y="291"/>
                  </a:lnTo>
                  <a:cubicBezTo>
                    <a:pt x="4025" y="306"/>
                    <a:pt x="4031" y="323"/>
                    <a:pt x="4037" y="341"/>
                  </a:cubicBezTo>
                  <a:cubicBezTo>
                    <a:pt x="4042" y="359"/>
                    <a:pt x="4046" y="377"/>
                    <a:pt x="4046" y="396"/>
                  </a:cubicBezTo>
                  <a:cubicBezTo>
                    <a:pt x="4045" y="451"/>
                    <a:pt x="4030" y="491"/>
                    <a:pt x="4001" y="516"/>
                  </a:cubicBezTo>
                  <a:cubicBezTo>
                    <a:pt x="3972" y="542"/>
                    <a:pt x="3935" y="554"/>
                    <a:pt x="3888" y="554"/>
                  </a:cubicBezTo>
                  <a:cubicBezTo>
                    <a:pt x="3855" y="553"/>
                    <a:pt x="3828" y="551"/>
                    <a:pt x="3807" y="547"/>
                  </a:cubicBezTo>
                  <a:cubicBezTo>
                    <a:pt x="3786" y="543"/>
                    <a:pt x="3771" y="539"/>
                    <a:pt x="3762" y="535"/>
                  </a:cubicBezTo>
                  <a:lnTo>
                    <a:pt x="3772" y="402"/>
                  </a:lnTo>
                  <a:cubicBezTo>
                    <a:pt x="3782" y="406"/>
                    <a:pt x="3795" y="410"/>
                    <a:pt x="3814" y="414"/>
                  </a:cubicBezTo>
                  <a:cubicBezTo>
                    <a:pt x="3833" y="418"/>
                    <a:pt x="3854" y="420"/>
                    <a:pt x="3878" y="420"/>
                  </a:cubicBezTo>
                  <a:cubicBezTo>
                    <a:pt x="3881" y="420"/>
                    <a:pt x="3884" y="420"/>
                    <a:pt x="3886" y="420"/>
                  </a:cubicBezTo>
                  <a:cubicBezTo>
                    <a:pt x="3889" y="420"/>
                    <a:pt x="3892" y="420"/>
                    <a:pt x="3895" y="420"/>
                  </a:cubicBezTo>
                  <a:cubicBezTo>
                    <a:pt x="3896" y="416"/>
                    <a:pt x="3897" y="412"/>
                    <a:pt x="3898" y="407"/>
                  </a:cubicBezTo>
                  <a:cubicBezTo>
                    <a:pt x="3899" y="403"/>
                    <a:pt x="3900" y="398"/>
                    <a:pt x="3900" y="393"/>
                  </a:cubicBezTo>
                  <a:cubicBezTo>
                    <a:pt x="3899" y="384"/>
                    <a:pt x="3898" y="375"/>
                    <a:pt x="3894" y="366"/>
                  </a:cubicBezTo>
                  <a:cubicBezTo>
                    <a:pt x="3890" y="358"/>
                    <a:pt x="3886" y="348"/>
                    <a:pt x="3880" y="336"/>
                  </a:cubicBezTo>
                  <a:lnTo>
                    <a:pt x="3853" y="276"/>
                  </a:lnTo>
                  <a:cubicBezTo>
                    <a:pt x="3845" y="259"/>
                    <a:pt x="3839" y="241"/>
                    <a:pt x="3834" y="223"/>
                  </a:cubicBezTo>
                  <a:cubicBezTo>
                    <a:pt x="3829" y="205"/>
                    <a:pt x="3827" y="188"/>
                    <a:pt x="3827" y="171"/>
                  </a:cubicBezTo>
                  <a:cubicBezTo>
                    <a:pt x="3828" y="116"/>
                    <a:pt x="3843" y="75"/>
                    <a:pt x="3874" y="48"/>
                  </a:cubicBezTo>
                  <a:cubicBezTo>
                    <a:pt x="3905" y="20"/>
                    <a:pt x="3947" y="7"/>
                    <a:pt x="3999" y="7"/>
                  </a:cubicBezTo>
                  <a:close/>
                  <a:moveTo>
                    <a:pt x="2198" y="7"/>
                  </a:moveTo>
                  <a:cubicBezTo>
                    <a:pt x="2253" y="7"/>
                    <a:pt x="2290" y="21"/>
                    <a:pt x="2312" y="47"/>
                  </a:cubicBezTo>
                  <a:cubicBezTo>
                    <a:pt x="2333" y="73"/>
                    <a:pt x="2343" y="108"/>
                    <a:pt x="2342" y="151"/>
                  </a:cubicBezTo>
                  <a:cubicBezTo>
                    <a:pt x="2342" y="175"/>
                    <a:pt x="2340" y="200"/>
                    <a:pt x="2336" y="227"/>
                  </a:cubicBezTo>
                  <a:cubicBezTo>
                    <a:pt x="2332" y="253"/>
                    <a:pt x="2326" y="281"/>
                    <a:pt x="2320" y="310"/>
                  </a:cubicBezTo>
                  <a:cubicBezTo>
                    <a:pt x="2304" y="395"/>
                    <a:pt x="2279" y="457"/>
                    <a:pt x="2244" y="496"/>
                  </a:cubicBezTo>
                  <a:cubicBezTo>
                    <a:pt x="2208" y="535"/>
                    <a:pt x="2155" y="554"/>
                    <a:pt x="2085" y="554"/>
                  </a:cubicBezTo>
                  <a:cubicBezTo>
                    <a:pt x="2030" y="553"/>
                    <a:pt x="1993" y="540"/>
                    <a:pt x="1971" y="514"/>
                  </a:cubicBezTo>
                  <a:cubicBezTo>
                    <a:pt x="1950" y="487"/>
                    <a:pt x="1940" y="453"/>
                    <a:pt x="1941" y="409"/>
                  </a:cubicBezTo>
                  <a:cubicBezTo>
                    <a:pt x="1941" y="385"/>
                    <a:pt x="1944" y="360"/>
                    <a:pt x="1948" y="334"/>
                  </a:cubicBezTo>
                  <a:cubicBezTo>
                    <a:pt x="1952" y="307"/>
                    <a:pt x="1957" y="280"/>
                    <a:pt x="1964" y="251"/>
                  </a:cubicBezTo>
                  <a:cubicBezTo>
                    <a:pt x="1975" y="194"/>
                    <a:pt x="1989" y="148"/>
                    <a:pt x="2008" y="112"/>
                  </a:cubicBezTo>
                  <a:cubicBezTo>
                    <a:pt x="2026" y="76"/>
                    <a:pt x="2051" y="49"/>
                    <a:pt x="2081" y="32"/>
                  </a:cubicBezTo>
                  <a:cubicBezTo>
                    <a:pt x="2112" y="15"/>
                    <a:pt x="2151" y="7"/>
                    <a:pt x="2198" y="7"/>
                  </a:cubicBezTo>
                  <a:close/>
                  <a:moveTo>
                    <a:pt x="1809" y="7"/>
                  </a:moveTo>
                  <a:cubicBezTo>
                    <a:pt x="1838" y="7"/>
                    <a:pt x="1866" y="9"/>
                    <a:pt x="1892" y="13"/>
                  </a:cubicBezTo>
                  <a:cubicBezTo>
                    <a:pt x="1918" y="17"/>
                    <a:pt x="1937" y="21"/>
                    <a:pt x="1948" y="26"/>
                  </a:cubicBezTo>
                  <a:lnTo>
                    <a:pt x="1916" y="153"/>
                  </a:lnTo>
                  <a:cubicBezTo>
                    <a:pt x="1903" y="149"/>
                    <a:pt x="1887" y="146"/>
                    <a:pt x="1869" y="143"/>
                  </a:cubicBezTo>
                  <a:cubicBezTo>
                    <a:pt x="1851" y="140"/>
                    <a:pt x="1830" y="138"/>
                    <a:pt x="1807" y="138"/>
                  </a:cubicBezTo>
                  <a:cubicBezTo>
                    <a:pt x="1779" y="137"/>
                    <a:pt x="1760" y="144"/>
                    <a:pt x="1748" y="160"/>
                  </a:cubicBezTo>
                  <a:cubicBezTo>
                    <a:pt x="1737" y="176"/>
                    <a:pt x="1726" y="207"/>
                    <a:pt x="1716" y="252"/>
                  </a:cubicBezTo>
                  <a:cubicBezTo>
                    <a:pt x="1712" y="268"/>
                    <a:pt x="1709" y="288"/>
                    <a:pt x="1705" y="309"/>
                  </a:cubicBezTo>
                  <a:cubicBezTo>
                    <a:pt x="1701" y="331"/>
                    <a:pt x="1698" y="353"/>
                    <a:pt x="1696" y="374"/>
                  </a:cubicBezTo>
                  <a:cubicBezTo>
                    <a:pt x="1694" y="395"/>
                    <a:pt x="1692" y="413"/>
                    <a:pt x="1692" y="428"/>
                  </a:cubicBezTo>
                  <a:cubicBezTo>
                    <a:pt x="1695" y="429"/>
                    <a:pt x="1699" y="429"/>
                    <a:pt x="1702" y="429"/>
                  </a:cubicBezTo>
                  <a:cubicBezTo>
                    <a:pt x="1705" y="429"/>
                    <a:pt x="1708" y="429"/>
                    <a:pt x="1712" y="429"/>
                  </a:cubicBezTo>
                  <a:cubicBezTo>
                    <a:pt x="1721" y="429"/>
                    <a:pt x="1730" y="429"/>
                    <a:pt x="1739" y="428"/>
                  </a:cubicBezTo>
                  <a:cubicBezTo>
                    <a:pt x="1748" y="427"/>
                    <a:pt x="1757" y="426"/>
                    <a:pt x="1765" y="424"/>
                  </a:cubicBezTo>
                  <a:lnTo>
                    <a:pt x="1779" y="346"/>
                  </a:lnTo>
                  <a:lnTo>
                    <a:pt x="1738" y="346"/>
                  </a:lnTo>
                  <a:lnTo>
                    <a:pt x="1758" y="235"/>
                  </a:lnTo>
                  <a:lnTo>
                    <a:pt x="1922" y="235"/>
                  </a:lnTo>
                  <a:lnTo>
                    <a:pt x="1868" y="526"/>
                  </a:lnTo>
                  <a:cubicBezTo>
                    <a:pt x="1850" y="534"/>
                    <a:pt x="1824" y="541"/>
                    <a:pt x="1791" y="546"/>
                  </a:cubicBezTo>
                  <a:cubicBezTo>
                    <a:pt x="1758" y="551"/>
                    <a:pt x="1726" y="554"/>
                    <a:pt x="1693" y="554"/>
                  </a:cubicBezTo>
                  <a:cubicBezTo>
                    <a:pt x="1654" y="554"/>
                    <a:pt x="1624" y="548"/>
                    <a:pt x="1603" y="536"/>
                  </a:cubicBezTo>
                  <a:cubicBezTo>
                    <a:pt x="1582" y="524"/>
                    <a:pt x="1568" y="507"/>
                    <a:pt x="1560" y="485"/>
                  </a:cubicBezTo>
                  <a:cubicBezTo>
                    <a:pt x="1552" y="464"/>
                    <a:pt x="1549" y="439"/>
                    <a:pt x="1549" y="410"/>
                  </a:cubicBezTo>
                  <a:cubicBezTo>
                    <a:pt x="1549" y="386"/>
                    <a:pt x="1551" y="361"/>
                    <a:pt x="1555" y="334"/>
                  </a:cubicBezTo>
                  <a:cubicBezTo>
                    <a:pt x="1560" y="307"/>
                    <a:pt x="1565" y="280"/>
                    <a:pt x="1571" y="251"/>
                  </a:cubicBezTo>
                  <a:cubicBezTo>
                    <a:pt x="1587" y="166"/>
                    <a:pt x="1613" y="104"/>
                    <a:pt x="1649" y="65"/>
                  </a:cubicBezTo>
                  <a:cubicBezTo>
                    <a:pt x="1685" y="26"/>
                    <a:pt x="1739" y="6"/>
                    <a:pt x="1809" y="7"/>
                  </a:cubicBezTo>
                  <a:close/>
                  <a:moveTo>
                    <a:pt x="1347" y="7"/>
                  </a:moveTo>
                  <a:cubicBezTo>
                    <a:pt x="1378" y="7"/>
                    <a:pt x="1403" y="9"/>
                    <a:pt x="1422" y="13"/>
                  </a:cubicBezTo>
                  <a:cubicBezTo>
                    <a:pt x="1442" y="17"/>
                    <a:pt x="1456" y="21"/>
                    <a:pt x="1465" y="25"/>
                  </a:cubicBezTo>
                  <a:lnTo>
                    <a:pt x="1435" y="151"/>
                  </a:lnTo>
                  <a:cubicBezTo>
                    <a:pt x="1423" y="147"/>
                    <a:pt x="1411" y="143"/>
                    <a:pt x="1399" y="141"/>
                  </a:cubicBezTo>
                  <a:cubicBezTo>
                    <a:pt x="1388" y="139"/>
                    <a:pt x="1375" y="138"/>
                    <a:pt x="1362" y="138"/>
                  </a:cubicBezTo>
                  <a:cubicBezTo>
                    <a:pt x="1349" y="138"/>
                    <a:pt x="1339" y="140"/>
                    <a:pt x="1332" y="145"/>
                  </a:cubicBezTo>
                  <a:cubicBezTo>
                    <a:pt x="1325" y="150"/>
                    <a:pt x="1322" y="158"/>
                    <a:pt x="1322" y="169"/>
                  </a:cubicBezTo>
                  <a:cubicBezTo>
                    <a:pt x="1322" y="177"/>
                    <a:pt x="1323" y="186"/>
                    <a:pt x="1326" y="194"/>
                  </a:cubicBezTo>
                  <a:cubicBezTo>
                    <a:pt x="1329" y="203"/>
                    <a:pt x="1334" y="215"/>
                    <a:pt x="1340" y="230"/>
                  </a:cubicBezTo>
                  <a:lnTo>
                    <a:pt x="1366" y="291"/>
                  </a:lnTo>
                  <a:cubicBezTo>
                    <a:pt x="1373" y="306"/>
                    <a:pt x="1379" y="323"/>
                    <a:pt x="1385" y="341"/>
                  </a:cubicBezTo>
                  <a:cubicBezTo>
                    <a:pt x="1390" y="359"/>
                    <a:pt x="1394" y="377"/>
                    <a:pt x="1394" y="396"/>
                  </a:cubicBezTo>
                  <a:cubicBezTo>
                    <a:pt x="1393" y="451"/>
                    <a:pt x="1378" y="491"/>
                    <a:pt x="1349" y="516"/>
                  </a:cubicBezTo>
                  <a:cubicBezTo>
                    <a:pt x="1320" y="542"/>
                    <a:pt x="1283" y="554"/>
                    <a:pt x="1236" y="554"/>
                  </a:cubicBezTo>
                  <a:cubicBezTo>
                    <a:pt x="1203" y="553"/>
                    <a:pt x="1176" y="551"/>
                    <a:pt x="1155" y="547"/>
                  </a:cubicBezTo>
                  <a:cubicBezTo>
                    <a:pt x="1134" y="543"/>
                    <a:pt x="1119" y="539"/>
                    <a:pt x="1110" y="535"/>
                  </a:cubicBezTo>
                  <a:lnTo>
                    <a:pt x="1120" y="402"/>
                  </a:lnTo>
                  <a:cubicBezTo>
                    <a:pt x="1130" y="406"/>
                    <a:pt x="1143" y="410"/>
                    <a:pt x="1162" y="414"/>
                  </a:cubicBezTo>
                  <a:cubicBezTo>
                    <a:pt x="1181" y="418"/>
                    <a:pt x="1202" y="420"/>
                    <a:pt x="1226" y="420"/>
                  </a:cubicBezTo>
                  <a:cubicBezTo>
                    <a:pt x="1229" y="420"/>
                    <a:pt x="1232" y="420"/>
                    <a:pt x="1234" y="420"/>
                  </a:cubicBezTo>
                  <a:cubicBezTo>
                    <a:pt x="1237" y="420"/>
                    <a:pt x="1240" y="420"/>
                    <a:pt x="1243" y="420"/>
                  </a:cubicBezTo>
                  <a:cubicBezTo>
                    <a:pt x="1244" y="416"/>
                    <a:pt x="1245" y="412"/>
                    <a:pt x="1246" y="407"/>
                  </a:cubicBezTo>
                  <a:cubicBezTo>
                    <a:pt x="1247" y="403"/>
                    <a:pt x="1248" y="398"/>
                    <a:pt x="1248" y="393"/>
                  </a:cubicBezTo>
                  <a:cubicBezTo>
                    <a:pt x="1247" y="384"/>
                    <a:pt x="1246" y="375"/>
                    <a:pt x="1242" y="366"/>
                  </a:cubicBezTo>
                  <a:cubicBezTo>
                    <a:pt x="1238" y="358"/>
                    <a:pt x="1234" y="348"/>
                    <a:pt x="1228" y="336"/>
                  </a:cubicBezTo>
                  <a:lnTo>
                    <a:pt x="1201" y="276"/>
                  </a:lnTo>
                  <a:cubicBezTo>
                    <a:pt x="1193" y="259"/>
                    <a:pt x="1187" y="241"/>
                    <a:pt x="1182" y="223"/>
                  </a:cubicBezTo>
                  <a:cubicBezTo>
                    <a:pt x="1177" y="205"/>
                    <a:pt x="1175" y="188"/>
                    <a:pt x="1175" y="171"/>
                  </a:cubicBezTo>
                  <a:cubicBezTo>
                    <a:pt x="1176" y="116"/>
                    <a:pt x="1191" y="75"/>
                    <a:pt x="1222" y="48"/>
                  </a:cubicBezTo>
                  <a:cubicBezTo>
                    <a:pt x="1253" y="20"/>
                    <a:pt x="1295" y="7"/>
                    <a:pt x="1347" y="7"/>
                  </a:cubicBezTo>
                  <a:close/>
                  <a:moveTo>
                    <a:pt x="15848" y="0"/>
                  </a:moveTo>
                  <a:lnTo>
                    <a:pt x="15758" y="374"/>
                  </a:lnTo>
                  <a:lnTo>
                    <a:pt x="15639" y="374"/>
                  </a:lnTo>
                  <a:lnTo>
                    <a:pt x="15691" y="16"/>
                  </a:lnTo>
                  <a:lnTo>
                    <a:pt x="15848" y="0"/>
                  </a:lnTo>
                  <a:close/>
                  <a:moveTo>
                    <a:pt x="13196" y="0"/>
                  </a:moveTo>
                  <a:lnTo>
                    <a:pt x="13106" y="374"/>
                  </a:lnTo>
                  <a:lnTo>
                    <a:pt x="12987" y="374"/>
                  </a:lnTo>
                  <a:lnTo>
                    <a:pt x="13039" y="16"/>
                  </a:lnTo>
                  <a:lnTo>
                    <a:pt x="13196" y="0"/>
                  </a:lnTo>
                  <a:close/>
                  <a:moveTo>
                    <a:pt x="10542" y="0"/>
                  </a:moveTo>
                  <a:lnTo>
                    <a:pt x="10452" y="374"/>
                  </a:lnTo>
                  <a:lnTo>
                    <a:pt x="10333" y="374"/>
                  </a:lnTo>
                  <a:lnTo>
                    <a:pt x="10385" y="16"/>
                  </a:lnTo>
                  <a:lnTo>
                    <a:pt x="10542" y="0"/>
                  </a:lnTo>
                  <a:close/>
                  <a:moveTo>
                    <a:pt x="7890" y="0"/>
                  </a:moveTo>
                  <a:lnTo>
                    <a:pt x="7800" y="374"/>
                  </a:lnTo>
                  <a:lnTo>
                    <a:pt x="7681" y="374"/>
                  </a:lnTo>
                  <a:lnTo>
                    <a:pt x="7733" y="16"/>
                  </a:lnTo>
                  <a:lnTo>
                    <a:pt x="7890" y="0"/>
                  </a:lnTo>
                  <a:close/>
                  <a:moveTo>
                    <a:pt x="5236" y="0"/>
                  </a:moveTo>
                  <a:lnTo>
                    <a:pt x="5146" y="374"/>
                  </a:lnTo>
                  <a:lnTo>
                    <a:pt x="5027" y="374"/>
                  </a:lnTo>
                  <a:lnTo>
                    <a:pt x="5079" y="16"/>
                  </a:lnTo>
                  <a:lnTo>
                    <a:pt x="5236" y="0"/>
                  </a:lnTo>
                  <a:close/>
                  <a:moveTo>
                    <a:pt x="2584" y="0"/>
                  </a:moveTo>
                  <a:lnTo>
                    <a:pt x="2494" y="374"/>
                  </a:lnTo>
                  <a:lnTo>
                    <a:pt x="2375" y="374"/>
                  </a:lnTo>
                  <a:lnTo>
                    <a:pt x="2427" y="16"/>
                  </a:lnTo>
                  <a:lnTo>
                    <a:pt x="2584" y="0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0E0D519-77F7-7EB4-466A-5ADCCCB2B1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086" y="641011"/>
              <a:ext cx="12484683" cy="408031"/>
            </a:xfrm>
            <a:custGeom>
              <a:avLst/>
              <a:gdLst>
                <a:gd name="T0" fmla="*/ 11398 w 16953"/>
                <a:gd name="T1" fmla="*/ 544 h 554"/>
                <a:gd name="T2" fmla="*/ 3575 w 16953"/>
                <a:gd name="T3" fmla="*/ 544 h 554"/>
                <a:gd name="T4" fmla="*/ 16472 w 16953"/>
                <a:gd name="T5" fmla="*/ 428 h 554"/>
                <a:gd name="T6" fmla="*/ 13860 w 16953"/>
                <a:gd name="T7" fmla="*/ 403 h 554"/>
                <a:gd name="T8" fmla="*/ 11237 w 16953"/>
                <a:gd name="T9" fmla="*/ 309 h 554"/>
                <a:gd name="T10" fmla="*/ 8600 w 16953"/>
                <a:gd name="T11" fmla="*/ 224 h 554"/>
                <a:gd name="T12" fmla="*/ 5958 w 16953"/>
                <a:gd name="T13" fmla="*/ 132 h 554"/>
                <a:gd name="T14" fmla="*/ 3294 w 16953"/>
                <a:gd name="T15" fmla="*/ 132 h 554"/>
                <a:gd name="T16" fmla="*/ 631 w 16953"/>
                <a:gd name="T17" fmla="*/ 131 h 554"/>
                <a:gd name="T18" fmla="*/ 15032 w 16953"/>
                <a:gd name="T19" fmla="*/ 145 h 554"/>
                <a:gd name="T20" fmla="*/ 14756 w 16953"/>
                <a:gd name="T21" fmla="*/ 16 h 554"/>
                <a:gd name="T22" fmla="*/ 12401 w 16953"/>
                <a:gd name="T23" fmla="*/ 16 h 554"/>
                <a:gd name="T24" fmla="*/ 12328 w 16953"/>
                <a:gd name="T25" fmla="*/ 217 h 554"/>
                <a:gd name="T26" fmla="*/ 11812 w 16953"/>
                <a:gd name="T27" fmla="*/ 16 h 554"/>
                <a:gd name="T28" fmla="*/ 9726 w 16953"/>
                <a:gd name="T29" fmla="*/ 145 h 554"/>
                <a:gd name="T30" fmla="*/ 9450 w 16953"/>
                <a:gd name="T31" fmla="*/ 16 h 554"/>
                <a:gd name="T32" fmla="*/ 7095 w 16953"/>
                <a:gd name="T33" fmla="*/ 16 h 554"/>
                <a:gd name="T34" fmla="*/ 7022 w 16953"/>
                <a:gd name="T35" fmla="*/ 217 h 554"/>
                <a:gd name="T36" fmla="*/ 6506 w 16953"/>
                <a:gd name="T37" fmla="*/ 16 h 554"/>
                <a:gd name="T38" fmla="*/ 4420 w 16953"/>
                <a:gd name="T39" fmla="*/ 145 h 554"/>
                <a:gd name="T40" fmla="*/ 4144 w 16953"/>
                <a:gd name="T41" fmla="*/ 16 h 554"/>
                <a:gd name="T42" fmla="*/ 1791 w 16953"/>
                <a:gd name="T43" fmla="*/ 16 h 554"/>
                <a:gd name="T44" fmla="*/ 1718 w 16953"/>
                <a:gd name="T45" fmla="*/ 217 h 554"/>
                <a:gd name="T46" fmla="*/ 1202 w 16953"/>
                <a:gd name="T47" fmla="*/ 16 h 554"/>
                <a:gd name="T48" fmla="*/ 16567 w 16953"/>
                <a:gd name="T49" fmla="*/ 7 h 554"/>
                <a:gd name="T50" fmla="*/ 16108 w 16953"/>
                <a:gd name="T51" fmla="*/ 428 h 554"/>
                <a:gd name="T52" fmla="*/ 16018 w 16953"/>
                <a:gd name="T53" fmla="*/ 65 h 554"/>
                <a:gd name="T54" fmla="*/ 15763 w 16953"/>
                <a:gd name="T55" fmla="*/ 396 h 554"/>
                <a:gd name="T56" fmla="*/ 15570 w 16953"/>
                <a:gd name="T57" fmla="*/ 276 h 554"/>
                <a:gd name="T58" fmla="*/ 13663 w 16953"/>
                <a:gd name="T59" fmla="*/ 334 h 554"/>
                <a:gd name="T60" fmla="*/ 13411 w 16953"/>
                <a:gd name="T61" fmla="*/ 374 h 554"/>
                <a:gd name="T62" fmla="*/ 13275 w 16953"/>
                <a:gd name="T63" fmla="*/ 485 h 554"/>
                <a:gd name="T64" fmla="*/ 13041 w 16953"/>
                <a:gd name="T65" fmla="*/ 194 h 554"/>
                <a:gd name="T66" fmla="*/ 12961 w 16953"/>
                <a:gd name="T67" fmla="*/ 407 h 554"/>
                <a:gd name="T68" fmla="*/ 11307 w 16953"/>
                <a:gd name="T69" fmla="*/ 496 h 554"/>
                <a:gd name="T70" fmla="*/ 10870 w 16953"/>
                <a:gd name="T71" fmla="*/ 138 h 554"/>
                <a:gd name="T72" fmla="*/ 10931 w 16953"/>
                <a:gd name="T73" fmla="*/ 526 h 554"/>
                <a:gd name="T74" fmla="*/ 10462 w 16953"/>
                <a:gd name="T75" fmla="*/ 141 h 554"/>
                <a:gd name="T76" fmla="*/ 10225 w 16953"/>
                <a:gd name="T77" fmla="*/ 414 h 554"/>
                <a:gd name="T78" fmla="*/ 8721 w 16953"/>
                <a:gd name="T79" fmla="*/ 47 h 554"/>
                <a:gd name="T80" fmla="*/ 8301 w 16953"/>
                <a:gd name="T81" fmla="*/ 13 h 554"/>
                <a:gd name="T82" fmla="*/ 8188 w 16953"/>
                <a:gd name="T83" fmla="*/ 346 h 554"/>
                <a:gd name="T84" fmla="*/ 7756 w 16953"/>
                <a:gd name="T85" fmla="*/ 7 h 554"/>
                <a:gd name="T86" fmla="*/ 7645 w 16953"/>
                <a:gd name="T87" fmla="*/ 554 h 554"/>
                <a:gd name="T88" fmla="*/ 7584 w 16953"/>
                <a:gd name="T89" fmla="*/ 171 h 554"/>
                <a:gd name="T90" fmla="*/ 5765 w 16953"/>
                <a:gd name="T91" fmla="*/ 112 h 554"/>
                <a:gd name="T92" fmla="*/ 5459 w 16953"/>
                <a:gd name="T93" fmla="*/ 429 h 554"/>
                <a:gd name="T94" fmla="*/ 5312 w 16953"/>
                <a:gd name="T95" fmla="*/ 334 h 554"/>
                <a:gd name="T96" fmla="*/ 5123 w 16953"/>
                <a:gd name="T97" fmla="*/ 291 h 554"/>
                <a:gd name="T98" fmla="*/ 4999 w 16953"/>
                <a:gd name="T99" fmla="*/ 366 h 554"/>
                <a:gd name="T100" fmla="*/ 3074 w 16953"/>
                <a:gd name="T101" fmla="*/ 514 h 554"/>
                <a:gd name="T102" fmla="*/ 2819 w 16953"/>
                <a:gd name="T103" fmla="*/ 252 h 554"/>
                <a:gd name="T104" fmla="*/ 2796 w 16953"/>
                <a:gd name="T105" fmla="*/ 554 h 554"/>
                <a:gd name="T106" fmla="*/ 2437 w 16953"/>
                <a:gd name="T107" fmla="*/ 145 h 554"/>
                <a:gd name="T108" fmla="*/ 2339 w 16953"/>
                <a:gd name="T109" fmla="*/ 420 h 554"/>
                <a:gd name="T110" fmla="*/ 787 w 16953"/>
                <a:gd name="T111" fmla="*/ 227 h 554"/>
                <a:gd name="T112" fmla="*/ 367 w 16953"/>
                <a:gd name="T113" fmla="*/ 153 h 554"/>
                <a:gd name="T114" fmla="*/ 209 w 16953"/>
                <a:gd name="T115" fmla="*/ 235 h 554"/>
                <a:gd name="T116" fmla="*/ 16744 w 16953"/>
                <a:gd name="T117" fmla="*/ 374 h 554"/>
                <a:gd name="T118" fmla="*/ 8903 w 16953"/>
                <a:gd name="T119" fmla="*/ 374 h 554"/>
                <a:gd name="T120" fmla="*/ 1035 w 1695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953" h="554">
                  <a:moveTo>
                    <a:pt x="16728" y="419"/>
                  </a:moveTo>
                  <a:lnTo>
                    <a:pt x="16864" y="419"/>
                  </a:lnTo>
                  <a:lnTo>
                    <a:pt x="16841" y="544"/>
                  </a:lnTo>
                  <a:lnTo>
                    <a:pt x="16704" y="544"/>
                  </a:lnTo>
                  <a:lnTo>
                    <a:pt x="16728" y="419"/>
                  </a:lnTo>
                  <a:close/>
                  <a:moveTo>
                    <a:pt x="14074" y="419"/>
                  </a:moveTo>
                  <a:lnTo>
                    <a:pt x="14210" y="419"/>
                  </a:lnTo>
                  <a:lnTo>
                    <a:pt x="14187" y="544"/>
                  </a:lnTo>
                  <a:lnTo>
                    <a:pt x="14050" y="544"/>
                  </a:lnTo>
                  <a:lnTo>
                    <a:pt x="14074" y="419"/>
                  </a:lnTo>
                  <a:close/>
                  <a:moveTo>
                    <a:pt x="11422" y="419"/>
                  </a:moveTo>
                  <a:lnTo>
                    <a:pt x="11558" y="419"/>
                  </a:lnTo>
                  <a:lnTo>
                    <a:pt x="11535" y="544"/>
                  </a:lnTo>
                  <a:lnTo>
                    <a:pt x="11398" y="544"/>
                  </a:lnTo>
                  <a:lnTo>
                    <a:pt x="11422" y="419"/>
                  </a:lnTo>
                  <a:close/>
                  <a:moveTo>
                    <a:pt x="8768" y="419"/>
                  </a:moveTo>
                  <a:lnTo>
                    <a:pt x="8904" y="419"/>
                  </a:lnTo>
                  <a:lnTo>
                    <a:pt x="8881" y="544"/>
                  </a:lnTo>
                  <a:lnTo>
                    <a:pt x="8744" y="544"/>
                  </a:lnTo>
                  <a:lnTo>
                    <a:pt x="8768" y="419"/>
                  </a:lnTo>
                  <a:close/>
                  <a:moveTo>
                    <a:pt x="6116" y="419"/>
                  </a:moveTo>
                  <a:lnTo>
                    <a:pt x="6252" y="419"/>
                  </a:lnTo>
                  <a:lnTo>
                    <a:pt x="6229" y="544"/>
                  </a:lnTo>
                  <a:lnTo>
                    <a:pt x="6092" y="544"/>
                  </a:lnTo>
                  <a:lnTo>
                    <a:pt x="6116" y="419"/>
                  </a:lnTo>
                  <a:close/>
                  <a:moveTo>
                    <a:pt x="3462" y="419"/>
                  </a:moveTo>
                  <a:lnTo>
                    <a:pt x="3598" y="419"/>
                  </a:lnTo>
                  <a:lnTo>
                    <a:pt x="3575" y="544"/>
                  </a:lnTo>
                  <a:lnTo>
                    <a:pt x="3438" y="544"/>
                  </a:lnTo>
                  <a:lnTo>
                    <a:pt x="3462" y="419"/>
                  </a:lnTo>
                  <a:close/>
                  <a:moveTo>
                    <a:pt x="810" y="419"/>
                  </a:moveTo>
                  <a:lnTo>
                    <a:pt x="946" y="419"/>
                  </a:lnTo>
                  <a:lnTo>
                    <a:pt x="923" y="544"/>
                  </a:lnTo>
                  <a:lnTo>
                    <a:pt x="786" y="544"/>
                  </a:lnTo>
                  <a:lnTo>
                    <a:pt x="810" y="419"/>
                  </a:lnTo>
                  <a:close/>
                  <a:moveTo>
                    <a:pt x="16549" y="131"/>
                  </a:moveTo>
                  <a:cubicBezTo>
                    <a:pt x="16531" y="131"/>
                    <a:pt x="16517" y="139"/>
                    <a:pt x="16507" y="157"/>
                  </a:cubicBezTo>
                  <a:cubicBezTo>
                    <a:pt x="16498" y="175"/>
                    <a:pt x="16488" y="206"/>
                    <a:pt x="16478" y="251"/>
                  </a:cubicBezTo>
                  <a:cubicBezTo>
                    <a:pt x="16472" y="277"/>
                    <a:pt x="16466" y="305"/>
                    <a:pt x="16461" y="336"/>
                  </a:cubicBezTo>
                  <a:cubicBezTo>
                    <a:pt x="16455" y="367"/>
                    <a:pt x="16452" y="398"/>
                    <a:pt x="16450" y="428"/>
                  </a:cubicBezTo>
                  <a:cubicBezTo>
                    <a:pt x="16454" y="428"/>
                    <a:pt x="16457" y="428"/>
                    <a:pt x="16461" y="428"/>
                  </a:cubicBezTo>
                  <a:cubicBezTo>
                    <a:pt x="16465" y="428"/>
                    <a:pt x="16468" y="428"/>
                    <a:pt x="16472" y="428"/>
                  </a:cubicBezTo>
                  <a:cubicBezTo>
                    <a:pt x="16490" y="429"/>
                    <a:pt x="16505" y="421"/>
                    <a:pt x="16514" y="403"/>
                  </a:cubicBezTo>
                  <a:cubicBezTo>
                    <a:pt x="16523" y="386"/>
                    <a:pt x="16533" y="354"/>
                    <a:pt x="16543" y="309"/>
                  </a:cubicBezTo>
                  <a:cubicBezTo>
                    <a:pt x="16549" y="284"/>
                    <a:pt x="16555" y="255"/>
                    <a:pt x="16560" y="224"/>
                  </a:cubicBezTo>
                  <a:cubicBezTo>
                    <a:pt x="16565" y="193"/>
                    <a:pt x="16568" y="162"/>
                    <a:pt x="16570" y="132"/>
                  </a:cubicBezTo>
                  <a:cubicBezTo>
                    <a:pt x="16567" y="132"/>
                    <a:pt x="16564" y="132"/>
                    <a:pt x="16560" y="132"/>
                  </a:cubicBezTo>
                  <a:cubicBezTo>
                    <a:pt x="16557" y="131"/>
                    <a:pt x="16553" y="131"/>
                    <a:pt x="16549" y="131"/>
                  </a:cubicBezTo>
                  <a:close/>
                  <a:moveTo>
                    <a:pt x="13895" y="131"/>
                  </a:moveTo>
                  <a:cubicBezTo>
                    <a:pt x="13877" y="131"/>
                    <a:pt x="13863" y="139"/>
                    <a:pt x="13853" y="157"/>
                  </a:cubicBezTo>
                  <a:cubicBezTo>
                    <a:pt x="13844" y="175"/>
                    <a:pt x="13834" y="206"/>
                    <a:pt x="13824" y="251"/>
                  </a:cubicBezTo>
                  <a:cubicBezTo>
                    <a:pt x="13818" y="277"/>
                    <a:pt x="13812" y="305"/>
                    <a:pt x="13807" y="336"/>
                  </a:cubicBezTo>
                  <a:cubicBezTo>
                    <a:pt x="13801" y="367"/>
                    <a:pt x="13798" y="398"/>
                    <a:pt x="13796" y="428"/>
                  </a:cubicBezTo>
                  <a:cubicBezTo>
                    <a:pt x="13800" y="428"/>
                    <a:pt x="13803" y="428"/>
                    <a:pt x="13807" y="428"/>
                  </a:cubicBezTo>
                  <a:cubicBezTo>
                    <a:pt x="13811" y="428"/>
                    <a:pt x="13814" y="428"/>
                    <a:pt x="13818" y="428"/>
                  </a:cubicBezTo>
                  <a:cubicBezTo>
                    <a:pt x="13836" y="429"/>
                    <a:pt x="13851" y="421"/>
                    <a:pt x="13860" y="403"/>
                  </a:cubicBezTo>
                  <a:cubicBezTo>
                    <a:pt x="13869" y="386"/>
                    <a:pt x="13879" y="354"/>
                    <a:pt x="13889" y="309"/>
                  </a:cubicBezTo>
                  <a:cubicBezTo>
                    <a:pt x="13895" y="284"/>
                    <a:pt x="13901" y="255"/>
                    <a:pt x="13906" y="224"/>
                  </a:cubicBezTo>
                  <a:cubicBezTo>
                    <a:pt x="13911" y="193"/>
                    <a:pt x="13914" y="162"/>
                    <a:pt x="13916" y="132"/>
                  </a:cubicBezTo>
                  <a:cubicBezTo>
                    <a:pt x="13913" y="132"/>
                    <a:pt x="13910" y="132"/>
                    <a:pt x="13906" y="132"/>
                  </a:cubicBezTo>
                  <a:cubicBezTo>
                    <a:pt x="13903" y="131"/>
                    <a:pt x="13899" y="131"/>
                    <a:pt x="13895" y="131"/>
                  </a:cubicBezTo>
                  <a:close/>
                  <a:moveTo>
                    <a:pt x="11243" y="131"/>
                  </a:moveTo>
                  <a:cubicBezTo>
                    <a:pt x="11225" y="131"/>
                    <a:pt x="11211" y="139"/>
                    <a:pt x="11201" y="157"/>
                  </a:cubicBezTo>
                  <a:cubicBezTo>
                    <a:pt x="11192" y="175"/>
                    <a:pt x="11182" y="206"/>
                    <a:pt x="11172" y="251"/>
                  </a:cubicBezTo>
                  <a:cubicBezTo>
                    <a:pt x="11166" y="277"/>
                    <a:pt x="11160" y="305"/>
                    <a:pt x="11155" y="336"/>
                  </a:cubicBezTo>
                  <a:cubicBezTo>
                    <a:pt x="11149" y="367"/>
                    <a:pt x="11146" y="398"/>
                    <a:pt x="11144" y="428"/>
                  </a:cubicBezTo>
                  <a:cubicBezTo>
                    <a:pt x="11148" y="428"/>
                    <a:pt x="11151" y="428"/>
                    <a:pt x="11155" y="428"/>
                  </a:cubicBezTo>
                  <a:cubicBezTo>
                    <a:pt x="11159" y="428"/>
                    <a:pt x="11162" y="428"/>
                    <a:pt x="11166" y="428"/>
                  </a:cubicBezTo>
                  <a:cubicBezTo>
                    <a:pt x="11184" y="429"/>
                    <a:pt x="11199" y="421"/>
                    <a:pt x="11208" y="403"/>
                  </a:cubicBezTo>
                  <a:cubicBezTo>
                    <a:pt x="11217" y="386"/>
                    <a:pt x="11227" y="354"/>
                    <a:pt x="11237" y="309"/>
                  </a:cubicBezTo>
                  <a:cubicBezTo>
                    <a:pt x="11243" y="284"/>
                    <a:pt x="11249" y="255"/>
                    <a:pt x="11254" y="224"/>
                  </a:cubicBezTo>
                  <a:cubicBezTo>
                    <a:pt x="11259" y="193"/>
                    <a:pt x="11262" y="162"/>
                    <a:pt x="11264" y="132"/>
                  </a:cubicBezTo>
                  <a:cubicBezTo>
                    <a:pt x="11261" y="132"/>
                    <a:pt x="11258" y="132"/>
                    <a:pt x="11254" y="132"/>
                  </a:cubicBezTo>
                  <a:cubicBezTo>
                    <a:pt x="11251" y="131"/>
                    <a:pt x="11247" y="131"/>
                    <a:pt x="11243" y="131"/>
                  </a:cubicBezTo>
                  <a:close/>
                  <a:moveTo>
                    <a:pt x="8589" y="131"/>
                  </a:moveTo>
                  <a:cubicBezTo>
                    <a:pt x="8571" y="131"/>
                    <a:pt x="8557" y="139"/>
                    <a:pt x="8547" y="157"/>
                  </a:cubicBezTo>
                  <a:cubicBezTo>
                    <a:pt x="8538" y="175"/>
                    <a:pt x="8528" y="206"/>
                    <a:pt x="8518" y="251"/>
                  </a:cubicBezTo>
                  <a:cubicBezTo>
                    <a:pt x="8512" y="277"/>
                    <a:pt x="8506" y="305"/>
                    <a:pt x="8501" y="336"/>
                  </a:cubicBezTo>
                  <a:cubicBezTo>
                    <a:pt x="8495" y="367"/>
                    <a:pt x="8492" y="398"/>
                    <a:pt x="8490" y="428"/>
                  </a:cubicBezTo>
                  <a:cubicBezTo>
                    <a:pt x="8494" y="428"/>
                    <a:pt x="8497" y="428"/>
                    <a:pt x="8501" y="428"/>
                  </a:cubicBezTo>
                  <a:cubicBezTo>
                    <a:pt x="8505" y="428"/>
                    <a:pt x="8508" y="428"/>
                    <a:pt x="8512" y="428"/>
                  </a:cubicBezTo>
                  <a:cubicBezTo>
                    <a:pt x="8530" y="429"/>
                    <a:pt x="8545" y="421"/>
                    <a:pt x="8554" y="403"/>
                  </a:cubicBezTo>
                  <a:cubicBezTo>
                    <a:pt x="8563" y="386"/>
                    <a:pt x="8573" y="354"/>
                    <a:pt x="8583" y="309"/>
                  </a:cubicBezTo>
                  <a:cubicBezTo>
                    <a:pt x="8589" y="284"/>
                    <a:pt x="8595" y="255"/>
                    <a:pt x="8600" y="224"/>
                  </a:cubicBezTo>
                  <a:cubicBezTo>
                    <a:pt x="8605" y="193"/>
                    <a:pt x="8608" y="162"/>
                    <a:pt x="8610" y="132"/>
                  </a:cubicBezTo>
                  <a:cubicBezTo>
                    <a:pt x="8607" y="132"/>
                    <a:pt x="8604" y="132"/>
                    <a:pt x="8600" y="132"/>
                  </a:cubicBezTo>
                  <a:cubicBezTo>
                    <a:pt x="8597" y="131"/>
                    <a:pt x="8593" y="131"/>
                    <a:pt x="8589" y="131"/>
                  </a:cubicBezTo>
                  <a:close/>
                  <a:moveTo>
                    <a:pt x="5937" y="131"/>
                  </a:moveTo>
                  <a:cubicBezTo>
                    <a:pt x="5919" y="131"/>
                    <a:pt x="5905" y="139"/>
                    <a:pt x="5895" y="157"/>
                  </a:cubicBezTo>
                  <a:cubicBezTo>
                    <a:pt x="5886" y="175"/>
                    <a:pt x="5876" y="206"/>
                    <a:pt x="5866" y="251"/>
                  </a:cubicBezTo>
                  <a:cubicBezTo>
                    <a:pt x="5860" y="277"/>
                    <a:pt x="5854" y="305"/>
                    <a:pt x="5849" y="336"/>
                  </a:cubicBezTo>
                  <a:cubicBezTo>
                    <a:pt x="5843" y="367"/>
                    <a:pt x="5840" y="398"/>
                    <a:pt x="5838" y="428"/>
                  </a:cubicBezTo>
                  <a:cubicBezTo>
                    <a:pt x="5842" y="428"/>
                    <a:pt x="5845" y="428"/>
                    <a:pt x="5849" y="428"/>
                  </a:cubicBezTo>
                  <a:cubicBezTo>
                    <a:pt x="5853" y="428"/>
                    <a:pt x="5856" y="428"/>
                    <a:pt x="5860" y="428"/>
                  </a:cubicBezTo>
                  <a:cubicBezTo>
                    <a:pt x="5878" y="429"/>
                    <a:pt x="5893" y="421"/>
                    <a:pt x="5902" y="403"/>
                  </a:cubicBezTo>
                  <a:cubicBezTo>
                    <a:pt x="5911" y="386"/>
                    <a:pt x="5921" y="354"/>
                    <a:pt x="5931" y="309"/>
                  </a:cubicBezTo>
                  <a:cubicBezTo>
                    <a:pt x="5937" y="284"/>
                    <a:pt x="5943" y="255"/>
                    <a:pt x="5948" y="224"/>
                  </a:cubicBezTo>
                  <a:cubicBezTo>
                    <a:pt x="5953" y="193"/>
                    <a:pt x="5956" y="162"/>
                    <a:pt x="5958" y="132"/>
                  </a:cubicBezTo>
                  <a:cubicBezTo>
                    <a:pt x="5955" y="132"/>
                    <a:pt x="5952" y="132"/>
                    <a:pt x="5948" y="132"/>
                  </a:cubicBezTo>
                  <a:cubicBezTo>
                    <a:pt x="5945" y="131"/>
                    <a:pt x="5941" y="131"/>
                    <a:pt x="5937" y="131"/>
                  </a:cubicBezTo>
                  <a:close/>
                  <a:moveTo>
                    <a:pt x="3283" y="131"/>
                  </a:moveTo>
                  <a:cubicBezTo>
                    <a:pt x="3265" y="131"/>
                    <a:pt x="3251" y="139"/>
                    <a:pt x="3241" y="157"/>
                  </a:cubicBezTo>
                  <a:cubicBezTo>
                    <a:pt x="3232" y="175"/>
                    <a:pt x="3222" y="206"/>
                    <a:pt x="3212" y="251"/>
                  </a:cubicBezTo>
                  <a:cubicBezTo>
                    <a:pt x="3206" y="277"/>
                    <a:pt x="3200" y="305"/>
                    <a:pt x="3195" y="336"/>
                  </a:cubicBezTo>
                  <a:cubicBezTo>
                    <a:pt x="3189" y="367"/>
                    <a:pt x="3186" y="398"/>
                    <a:pt x="3184" y="428"/>
                  </a:cubicBezTo>
                  <a:cubicBezTo>
                    <a:pt x="3188" y="428"/>
                    <a:pt x="3191" y="428"/>
                    <a:pt x="3195" y="428"/>
                  </a:cubicBezTo>
                  <a:cubicBezTo>
                    <a:pt x="3199" y="428"/>
                    <a:pt x="3202" y="428"/>
                    <a:pt x="3206" y="428"/>
                  </a:cubicBezTo>
                  <a:cubicBezTo>
                    <a:pt x="3224" y="429"/>
                    <a:pt x="3239" y="421"/>
                    <a:pt x="3248" y="403"/>
                  </a:cubicBezTo>
                  <a:cubicBezTo>
                    <a:pt x="3257" y="386"/>
                    <a:pt x="3267" y="354"/>
                    <a:pt x="3277" y="309"/>
                  </a:cubicBezTo>
                  <a:cubicBezTo>
                    <a:pt x="3283" y="284"/>
                    <a:pt x="3289" y="255"/>
                    <a:pt x="3294" y="224"/>
                  </a:cubicBezTo>
                  <a:cubicBezTo>
                    <a:pt x="3299" y="193"/>
                    <a:pt x="3302" y="162"/>
                    <a:pt x="3304" y="132"/>
                  </a:cubicBezTo>
                  <a:cubicBezTo>
                    <a:pt x="3301" y="132"/>
                    <a:pt x="3298" y="132"/>
                    <a:pt x="3294" y="132"/>
                  </a:cubicBezTo>
                  <a:cubicBezTo>
                    <a:pt x="3291" y="131"/>
                    <a:pt x="3287" y="131"/>
                    <a:pt x="3283" y="131"/>
                  </a:cubicBezTo>
                  <a:close/>
                  <a:moveTo>
                    <a:pt x="631" y="131"/>
                  </a:moveTo>
                  <a:cubicBezTo>
                    <a:pt x="613" y="131"/>
                    <a:pt x="599" y="139"/>
                    <a:pt x="589" y="157"/>
                  </a:cubicBezTo>
                  <a:cubicBezTo>
                    <a:pt x="580" y="175"/>
                    <a:pt x="570" y="206"/>
                    <a:pt x="560" y="251"/>
                  </a:cubicBezTo>
                  <a:cubicBezTo>
                    <a:pt x="554" y="277"/>
                    <a:pt x="548" y="305"/>
                    <a:pt x="543" y="336"/>
                  </a:cubicBezTo>
                  <a:cubicBezTo>
                    <a:pt x="537" y="367"/>
                    <a:pt x="534" y="398"/>
                    <a:pt x="532" y="428"/>
                  </a:cubicBezTo>
                  <a:cubicBezTo>
                    <a:pt x="536" y="428"/>
                    <a:pt x="539" y="428"/>
                    <a:pt x="543" y="428"/>
                  </a:cubicBezTo>
                  <a:cubicBezTo>
                    <a:pt x="547" y="428"/>
                    <a:pt x="550" y="428"/>
                    <a:pt x="554" y="428"/>
                  </a:cubicBezTo>
                  <a:cubicBezTo>
                    <a:pt x="572" y="429"/>
                    <a:pt x="587" y="421"/>
                    <a:pt x="596" y="403"/>
                  </a:cubicBezTo>
                  <a:cubicBezTo>
                    <a:pt x="605" y="386"/>
                    <a:pt x="615" y="354"/>
                    <a:pt x="625" y="309"/>
                  </a:cubicBezTo>
                  <a:cubicBezTo>
                    <a:pt x="631" y="284"/>
                    <a:pt x="637" y="255"/>
                    <a:pt x="642" y="224"/>
                  </a:cubicBezTo>
                  <a:cubicBezTo>
                    <a:pt x="647" y="193"/>
                    <a:pt x="650" y="162"/>
                    <a:pt x="652" y="132"/>
                  </a:cubicBezTo>
                  <a:cubicBezTo>
                    <a:pt x="649" y="132"/>
                    <a:pt x="646" y="132"/>
                    <a:pt x="642" y="132"/>
                  </a:cubicBezTo>
                  <a:cubicBezTo>
                    <a:pt x="639" y="131"/>
                    <a:pt x="635" y="131"/>
                    <a:pt x="631" y="131"/>
                  </a:cubicBezTo>
                  <a:close/>
                  <a:moveTo>
                    <a:pt x="15416" y="16"/>
                  </a:moveTo>
                  <a:lnTo>
                    <a:pt x="15525" y="16"/>
                  </a:lnTo>
                  <a:lnTo>
                    <a:pt x="15507" y="115"/>
                  </a:lnTo>
                  <a:lnTo>
                    <a:pt x="15457" y="211"/>
                  </a:lnTo>
                  <a:lnTo>
                    <a:pt x="15379" y="211"/>
                  </a:lnTo>
                  <a:lnTo>
                    <a:pt x="15416" y="16"/>
                  </a:lnTo>
                  <a:close/>
                  <a:moveTo>
                    <a:pt x="15055" y="16"/>
                  </a:moveTo>
                  <a:lnTo>
                    <a:pt x="15380" y="16"/>
                  </a:lnTo>
                  <a:lnTo>
                    <a:pt x="15347" y="145"/>
                  </a:lnTo>
                  <a:lnTo>
                    <a:pt x="15267" y="145"/>
                  </a:lnTo>
                  <a:lnTo>
                    <a:pt x="15193" y="544"/>
                  </a:lnTo>
                  <a:lnTo>
                    <a:pt x="15048" y="544"/>
                  </a:lnTo>
                  <a:lnTo>
                    <a:pt x="15121" y="145"/>
                  </a:lnTo>
                  <a:lnTo>
                    <a:pt x="15032" y="145"/>
                  </a:lnTo>
                  <a:lnTo>
                    <a:pt x="15055" y="16"/>
                  </a:lnTo>
                  <a:close/>
                  <a:moveTo>
                    <a:pt x="14756" y="16"/>
                  </a:moveTo>
                  <a:lnTo>
                    <a:pt x="15029" y="16"/>
                  </a:lnTo>
                  <a:lnTo>
                    <a:pt x="14996" y="145"/>
                  </a:lnTo>
                  <a:lnTo>
                    <a:pt x="14877" y="145"/>
                  </a:lnTo>
                  <a:lnTo>
                    <a:pt x="14865" y="217"/>
                  </a:lnTo>
                  <a:lnTo>
                    <a:pt x="14982" y="217"/>
                  </a:lnTo>
                  <a:lnTo>
                    <a:pt x="14960" y="338"/>
                  </a:lnTo>
                  <a:lnTo>
                    <a:pt x="14842" y="338"/>
                  </a:lnTo>
                  <a:lnTo>
                    <a:pt x="14829" y="414"/>
                  </a:lnTo>
                  <a:lnTo>
                    <a:pt x="14964" y="414"/>
                  </a:lnTo>
                  <a:lnTo>
                    <a:pt x="14929" y="544"/>
                  </a:lnTo>
                  <a:lnTo>
                    <a:pt x="14659" y="544"/>
                  </a:lnTo>
                  <a:lnTo>
                    <a:pt x="14756" y="16"/>
                  </a:lnTo>
                  <a:close/>
                  <a:moveTo>
                    <a:pt x="14466" y="16"/>
                  </a:moveTo>
                  <a:lnTo>
                    <a:pt x="14611" y="16"/>
                  </a:lnTo>
                  <a:lnTo>
                    <a:pt x="14539" y="414"/>
                  </a:lnTo>
                  <a:lnTo>
                    <a:pt x="14646" y="414"/>
                  </a:lnTo>
                  <a:lnTo>
                    <a:pt x="14611" y="544"/>
                  </a:lnTo>
                  <a:lnTo>
                    <a:pt x="14369" y="544"/>
                  </a:lnTo>
                  <a:lnTo>
                    <a:pt x="14466" y="16"/>
                  </a:lnTo>
                  <a:close/>
                  <a:moveTo>
                    <a:pt x="12762" y="16"/>
                  </a:moveTo>
                  <a:lnTo>
                    <a:pt x="12871" y="16"/>
                  </a:lnTo>
                  <a:lnTo>
                    <a:pt x="12853" y="115"/>
                  </a:lnTo>
                  <a:lnTo>
                    <a:pt x="12803" y="211"/>
                  </a:lnTo>
                  <a:lnTo>
                    <a:pt x="12725" y="211"/>
                  </a:lnTo>
                  <a:lnTo>
                    <a:pt x="12762" y="16"/>
                  </a:lnTo>
                  <a:close/>
                  <a:moveTo>
                    <a:pt x="12401" y="16"/>
                  </a:moveTo>
                  <a:lnTo>
                    <a:pt x="12726" y="16"/>
                  </a:lnTo>
                  <a:lnTo>
                    <a:pt x="12693" y="145"/>
                  </a:lnTo>
                  <a:lnTo>
                    <a:pt x="12613" y="145"/>
                  </a:lnTo>
                  <a:lnTo>
                    <a:pt x="12539" y="544"/>
                  </a:lnTo>
                  <a:lnTo>
                    <a:pt x="12394" y="544"/>
                  </a:lnTo>
                  <a:lnTo>
                    <a:pt x="12467" y="145"/>
                  </a:lnTo>
                  <a:lnTo>
                    <a:pt x="12378" y="145"/>
                  </a:lnTo>
                  <a:lnTo>
                    <a:pt x="12401" y="16"/>
                  </a:lnTo>
                  <a:close/>
                  <a:moveTo>
                    <a:pt x="12102" y="16"/>
                  </a:moveTo>
                  <a:lnTo>
                    <a:pt x="12375" y="16"/>
                  </a:lnTo>
                  <a:lnTo>
                    <a:pt x="12342" y="145"/>
                  </a:lnTo>
                  <a:lnTo>
                    <a:pt x="12223" y="145"/>
                  </a:lnTo>
                  <a:lnTo>
                    <a:pt x="12211" y="217"/>
                  </a:lnTo>
                  <a:lnTo>
                    <a:pt x="12328" y="217"/>
                  </a:lnTo>
                  <a:lnTo>
                    <a:pt x="12306" y="338"/>
                  </a:lnTo>
                  <a:lnTo>
                    <a:pt x="12188" y="338"/>
                  </a:lnTo>
                  <a:lnTo>
                    <a:pt x="12175" y="414"/>
                  </a:lnTo>
                  <a:lnTo>
                    <a:pt x="12310" y="414"/>
                  </a:lnTo>
                  <a:lnTo>
                    <a:pt x="12275" y="544"/>
                  </a:lnTo>
                  <a:lnTo>
                    <a:pt x="12005" y="544"/>
                  </a:lnTo>
                  <a:lnTo>
                    <a:pt x="12102" y="16"/>
                  </a:lnTo>
                  <a:close/>
                  <a:moveTo>
                    <a:pt x="11812" y="16"/>
                  </a:moveTo>
                  <a:lnTo>
                    <a:pt x="11957" y="16"/>
                  </a:lnTo>
                  <a:lnTo>
                    <a:pt x="11885" y="414"/>
                  </a:lnTo>
                  <a:lnTo>
                    <a:pt x="11992" y="414"/>
                  </a:lnTo>
                  <a:lnTo>
                    <a:pt x="11957" y="544"/>
                  </a:lnTo>
                  <a:lnTo>
                    <a:pt x="11715" y="544"/>
                  </a:lnTo>
                  <a:lnTo>
                    <a:pt x="11812" y="16"/>
                  </a:lnTo>
                  <a:close/>
                  <a:moveTo>
                    <a:pt x="10110" y="16"/>
                  </a:moveTo>
                  <a:lnTo>
                    <a:pt x="10219" y="16"/>
                  </a:lnTo>
                  <a:lnTo>
                    <a:pt x="10201" y="115"/>
                  </a:lnTo>
                  <a:lnTo>
                    <a:pt x="10151" y="211"/>
                  </a:lnTo>
                  <a:lnTo>
                    <a:pt x="10073" y="211"/>
                  </a:lnTo>
                  <a:lnTo>
                    <a:pt x="10110" y="16"/>
                  </a:lnTo>
                  <a:close/>
                  <a:moveTo>
                    <a:pt x="9749" y="16"/>
                  </a:moveTo>
                  <a:lnTo>
                    <a:pt x="10074" y="16"/>
                  </a:lnTo>
                  <a:lnTo>
                    <a:pt x="10041" y="145"/>
                  </a:lnTo>
                  <a:lnTo>
                    <a:pt x="9961" y="145"/>
                  </a:lnTo>
                  <a:lnTo>
                    <a:pt x="9887" y="544"/>
                  </a:lnTo>
                  <a:lnTo>
                    <a:pt x="9742" y="544"/>
                  </a:lnTo>
                  <a:lnTo>
                    <a:pt x="9815" y="145"/>
                  </a:lnTo>
                  <a:lnTo>
                    <a:pt x="9726" y="145"/>
                  </a:lnTo>
                  <a:lnTo>
                    <a:pt x="9749" y="16"/>
                  </a:lnTo>
                  <a:close/>
                  <a:moveTo>
                    <a:pt x="9450" y="16"/>
                  </a:moveTo>
                  <a:lnTo>
                    <a:pt x="9723" y="16"/>
                  </a:lnTo>
                  <a:lnTo>
                    <a:pt x="9690" y="145"/>
                  </a:lnTo>
                  <a:lnTo>
                    <a:pt x="9571" y="145"/>
                  </a:lnTo>
                  <a:lnTo>
                    <a:pt x="9559" y="217"/>
                  </a:lnTo>
                  <a:lnTo>
                    <a:pt x="9676" y="217"/>
                  </a:lnTo>
                  <a:lnTo>
                    <a:pt x="9654" y="338"/>
                  </a:lnTo>
                  <a:lnTo>
                    <a:pt x="9536" y="338"/>
                  </a:lnTo>
                  <a:lnTo>
                    <a:pt x="9523" y="414"/>
                  </a:lnTo>
                  <a:lnTo>
                    <a:pt x="9658" y="414"/>
                  </a:lnTo>
                  <a:lnTo>
                    <a:pt x="9623" y="544"/>
                  </a:lnTo>
                  <a:lnTo>
                    <a:pt x="9353" y="544"/>
                  </a:lnTo>
                  <a:lnTo>
                    <a:pt x="9450" y="16"/>
                  </a:lnTo>
                  <a:close/>
                  <a:moveTo>
                    <a:pt x="9160" y="16"/>
                  </a:moveTo>
                  <a:lnTo>
                    <a:pt x="9305" y="16"/>
                  </a:lnTo>
                  <a:lnTo>
                    <a:pt x="9233" y="414"/>
                  </a:lnTo>
                  <a:lnTo>
                    <a:pt x="9340" y="414"/>
                  </a:lnTo>
                  <a:lnTo>
                    <a:pt x="9305" y="544"/>
                  </a:lnTo>
                  <a:lnTo>
                    <a:pt x="9063" y="544"/>
                  </a:lnTo>
                  <a:lnTo>
                    <a:pt x="9160" y="16"/>
                  </a:lnTo>
                  <a:close/>
                  <a:moveTo>
                    <a:pt x="7456" y="16"/>
                  </a:moveTo>
                  <a:lnTo>
                    <a:pt x="7565" y="16"/>
                  </a:lnTo>
                  <a:lnTo>
                    <a:pt x="7547" y="115"/>
                  </a:lnTo>
                  <a:lnTo>
                    <a:pt x="7497" y="211"/>
                  </a:lnTo>
                  <a:lnTo>
                    <a:pt x="7419" y="211"/>
                  </a:lnTo>
                  <a:lnTo>
                    <a:pt x="7456" y="16"/>
                  </a:lnTo>
                  <a:close/>
                  <a:moveTo>
                    <a:pt x="7095" y="16"/>
                  </a:moveTo>
                  <a:lnTo>
                    <a:pt x="7420" y="16"/>
                  </a:lnTo>
                  <a:lnTo>
                    <a:pt x="7387" y="145"/>
                  </a:lnTo>
                  <a:lnTo>
                    <a:pt x="7307" y="145"/>
                  </a:lnTo>
                  <a:lnTo>
                    <a:pt x="7233" y="544"/>
                  </a:lnTo>
                  <a:lnTo>
                    <a:pt x="7088" y="544"/>
                  </a:lnTo>
                  <a:lnTo>
                    <a:pt x="7161" y="145"/>
                  </a:lnTo>
                  <a:lnTo>
                    <a:pt x="7072" y="145"/>
                  </a:lnTo>
                  <a:lnTo>
                    <a:pt x="7095" y="16"/>
                  </a:lnTo>
                  <a:close/>
                  <a:moveTo>
                    <a:pt x="6796" y="16"/>
                  </a:moveTo>
                  <a:lnTo>
                    <a:pt x="7069" y="16"/>
                  </a:lnTo>
                  <a:lnTo>
                    <a:pt x="7036" y="145"/>
                  </a:lnTo>
                  <a:lnTo>
                    <a:pt x="6917" y="145"/>
                  </a:lnTo>
                  <a:lnTo>
                    <a:pt x="6905" y="217"/>
                  </a:lnTo>
                  <a:lnTo>
                    <a:pt x="7022" y="217"/>
                  </a:lnTo>
                  <a:lnTo>
                    <a:pt x="7000" y="338"/>
                  </a:lnTo>
                  <a:lnTo>
                    <a:pt x="6882" y="338"/>
                  </a:lnTo>
                  <a:lnTo>
                    <a:pt x="6869" y="414"/>
                  </a:lnTo>
                  <a:lnTo>
                    <a:pt x="7004" y="414"/>
                  </a:lnTo>
                  <a:lnTo>
                    <a:pt x="6969" y="544"/>
                  </a:lnTo>
                  <a:lnTo>
                    <a:pt x="6699" y="544"/>
                  </a:lnTo>
                  <a:lnTo>
                    <a:pt x="6796" y="16"/>
                  </a:lnTo>
                  <a:close/>
                  <a:moveTo>
                    <a:pt x="6506" y="16"/>
                  </a:moveTo>
                  <a:lnTo>
                    <a:pt x="6651" y="16"/>
                  </a:lnTo>
                  <a:lnTo>
                    <a:pt x="6579" y="414"/>
                  </a:lnTo>
                  <a:lnTo>
                    <a:pt x="6686" y="414"/>
                  </a:lnTo>
                  <a:lnTo>
                    <a:pt x="6651" y="544"/>
                  </a:lnTo>
                  <a:lnTo>
                    <a:pt x="6409" y="544"/>
                  </a:lnTo>
                  <a:lnTo>
                    <a:pt x="6506" y="16"/>
                  </a:lnTo>
                  <a:close/>
                  <a:moveTo>
                    <a:pt x="4804" y="16"/>
                  </a:moveTo>
                  <a:lnTo>
                    <a:pt x="4913" y="16"/>
                  </a:lnTo>
                  <a:lnTo>
                    <a:pt x="4895" y="115"/>
                  </a:lnTo>
                  <a:lnTo>
                    <a:pt x="4845" y="211"/>
                  </a:lnTo>
                  <a:lnTo>
                    <a:pt x="4767" y="211"/>
                  </a:lnTo>
                  <a:lnTo>
                    <a:pt x="4804" y="16"/>
                  </a:lnTo>
                  <a:close/>
                  <a:moveTo>
                    <a:pt x="4443" y="16"/>
                  </a:moveTo>
                  <a:lnTo>
                    <a:pt x="4768" y="16"/>
                  </a:lnTo>
                  <a:lnTo>
                    <a:pt x="4735" y="145"/>
                  </a:lnTo>
                  <a:lnTo>
                    <a:pt x="4655" y="145"/>
                  </a:lnTo>
                  <a:lnTo>
                    <a:pt x="4581" y="544"/>
                  </a:lnTo>
                  <a:lnTo>
                    <a:pt x="4436" y="544"/>
                  </a:lnTo>
                  <a:lnTo>
                    <a:pt x="4509" y="145"/>
                  </a:lnTo>
                  <a:lnTo>
                    <a:pt x="4420" y="145"/>
                  </a:lnTo>
                  <a:lnTo>
                    <a:pt x="4443" y="16"/>
                  </a:lnTo>
                  <a:close/>
                  <a:moveTo>
                    <a:pt x="4144" y="16"/>
                  </a:moveTo>
                  <a:lnTo>
                    <a:pt x="4417" y="16"/>
                  </a:lnTo>
                  <a:lnTo>
                    <a:pt x="4384" y="145"/>
                  </a:lnTo>
                  <a:lnTo>
                    <a:pt x="4265" y="145"/>
                  </a:lnTo>
                  <a:lnTo>
                    <a:pt x="4253" y="217"/>
                  </a:lnTo>
                  <a:lnTo>
                    <a:pt x="4370" y="217"/>
                  </a:lnTo>
                  <a:lnTo>
                    <a:pt x="4348" y="338"/>
                  </a:lnTo>
                  <a:lnTo>
                    <a:pt x="4230" y="338"/>
                  </a:lnTo>
                  <a:lnTo>
                    <a:pt x="4217" y="414"/>
                  </a:lnTo>
                  <a:lnTo>
                    <a:pt x="4352" y="414"/>
                  </a:lnTo>
                  <a:lnTo>
                    <a:pt x="4317" y="544"/>
                  </a:lnTo>
                  <a:lnTo>
                    <a:pt x="4047" y="544"/>
                  </a:lnTo>
                  <a:lnTo>
                    <a:pt x="4144" y="16"/>
                  </a:lnTo>
                  <a:close/>
                  <a:moveTo>
                    <a:pt x="3854" y="16"/>
                  </a:moveTo>
                  <a:lnTo>
                    <a:pt x="3999" y="16"/>
                  </a:lnTo>
                  <a:lnTo>
                    <a:pt x="3927" y="414"/>
                  </a:lnTo>
                  <a:lnTo>
                    <a:pt x="4034" y="414"/>
                  </a:lnTo>
                  <a:lnTo>
                    <a:pt x="3999" y="544"/>
                  </a:lnTo>
                  <a:lnTo>
                    <a:pt x="3757" y="544"/>
                  </a:lnTo>
                  <a:lnTo>
                    <a:pt x="3854" y="16"/>
                  </a:lnTo>
                  <a:close/>
                  <a:moveTo>
                    <a:pt x="2152" y="16"/>
                  </a:moveTo>
                  <a:lnTo>
                    <a:pt x="2261" y="16"/>
                  </a:lnTo>
                  <a:lnTo>
                    <a:pt x="2243" y="115"/>
                  </a:lnTo>
                  <a:lnTo>
                    <a:pt x="2193" y="211"/>
                  </a:lnTo>
                  <a:lnTo>
                    <a:pt x="2115" y="211"/>
                  </a:lnTo>
                  <a:lnTo>
                    <a:pt x="2152" y="16"/>
                  </a:lnTo>
                  <a:close/>
                  <a:moveTo>
                    <a:pt x="1791" y="16"/>
                  </a:moveTo>
                  <a:lnTo>
                    <a:pt x="2116" y="16"/>
                  </a:lnTo>
                  <a:lnTo>
                    <a:pt x="2083" y="145"/>
                  </a:lnTo>
                  <a:lnTo>
                    <a:pt x="2003" y="145"/>
                  </a:lnTo>
                  <a:lnTo>
                    <a:pt x="1929" y="544"/>
                  </a:lnTo>
                  <a:lnTo>
                    <a:pt x="1784" y="544"/>
                  </a:lnTo>
                  <a:lnTo>
                    <a:pt x="1857" y="145"/>
                  </a:lnTo>
                  <a:lnTo>
                    <a:pt x="1768" y="145"/>
                  </a:lnTo>
                  <a:lnTo>
                    <a:pt x="1791" y="16"/>
                  </a:lnTo>
                  <a:close/>
                  <a:moveTo>
                    <a:pt x="1492" y="16"/>
                  </a:moveTo>
                  <a:lnTo>
                    <a:pt x="1765" y="16"/>
                  </a:lnTo>
                  <a:lnTo>
                    <a:pt x="1732" y="145"/>
                  </a:lnTo>
                  <a:lnTo>
                    <a:pt x="1613" y="145"/>
                  </a:lnTo>
                  <a:lnTo>
                    <a:pt x="1601" y="217"/>
                  </a:lnTo>
                  <a:lnTo>
                    <a:pt x="1718" y="217"/>
                  </a:lnTo>
                  <a:lnTo>
                    <a:pt x="1696" y="338"/>
                  </a:lnTo>
                  <a:lnTo>
                    <a:pt x="1578" y="338"/>
                  </a:lnTo>
                  <a:lnTo>
                    <a:pt x="1565" y="414"/>
                  </a:lnTo>
                  <a:lnTo>
                    <a:pt x="1700" y="414"/>
                  </a:lnTo>
                  <a:lnTo>
                    <a:pt x="1665" y="544"/>
                  </a:lnTo>
                  <a:lnTo>
                    <a:pt x="1395" y="544"/>
                  </a:lnTo>
                  <a:lnTo>
                    <a:pt x="1492" y="16"/>
                  </a:lnTo>
                  <a:close/>
                  <a:moveTo>
                    <a:pt x="1202" y="16"/>
                  </a:moveTo>
                  <a:lnTo>
                    <a:pt x="1347" y="16"/>
                  </a:lnTo>
                  <a:lnTo>
                    <a:pt x="1275" y="414"/>
                  </a:lnTo>
                  <a:lnTo>
                    <a:pt x="1382" y="414"/>
                  </a:lnTo>
                  <a:lnTo>
                    <a:pt x="1347" y="544"/>
                  </a:lnTo>
                  <a:lnTo>
                    <a:pt x="1105" y="544"/>
                  </a:lnTo>
                  <a:lnTo>
                    <a:pt x="1202" y="16"/>
                  </a:lnTo>
                  <a:close/>
                  <a:moveTo>
                    <a:pt x="16567" y="7"/>
                  </a:moveTo>
                  <a:cubicBezTo>
                    <a:pt x="16622" y="7"/>
                    <a:pt x="16659" y="21"/>
                    <a:pt x="16681" y="47"/>
                  </a:cubicBezTo>
                  <a:cubicBezTo>
                    <a:pt x="16702" y="73"/>
                    <a:pt x="16712" y="108"/>
                    <a:pt x="16711" y="151"/>
                  </a:cubicBezTo>
                  <a:cubicBezTo>
                    <a:pt x="16711" y="175"/>
                    <a:pt x="16709" y="200"/>
                    <a:pt x="16705" y="227"/>
                  </a:cubicBezTo>
                  <a:cubicBezTo>
                    <a:pt x="16701" y="253"/>
                    <a:pt x="16695" y="281"/>
                    <a:pt x="16689" y="310"/>
                  </a:cubicBezTo>
                  <a:cubicBezTo>
                    <a:pt x="16673" y="395"/>
                    <a:pt x="16648" y="457"/>
                    <a:pt x="16613" y="496"/>
                  </a:cubicBezTo>
                  <a:cubicBezTo>
                    <a:pt x="16577" y="535"/>
                    <a:pt x="16524" y="554"/>
                    <a:pt x="16454" y="554"/>
                  </a:cubicBezTo>
                  <a:cubicBezTo>
                    <a:pt x="16399" y="553"/>
                    <a:pt x="16362" y="540"/>
                    <a:pt x="16340" y="514"/>
                  </a:cubicBezTo>
                  <a:cubicBezTo>
                    <a:pt x="16319" y="487"/>
                    <a:pt x="16309" y="453"/>
                    <a:pt x="16310" y="409"/>
                  </a:cubicBezTo>
                  <a:cubicBezTo>
                    <a:pt x="16310" y="385"/>
                    <a:pt x="16313" y="360"/>
                    <a:pt x="16317" y="334"/>
                  </a:cubicBezTo>
                  <a:cubicBezTo>
                    <a:pt x="16321" y="307"/>
                    <a:pt x="16326" y="280"/>
                    <a:pt x="16333" y="251"/>
                  </a:cubicBezTo>
                  <a:cubicBezTo>
                    <a:pt x="16344" y="194"/>
                    <a:pt x="16358" y="148"/>
                    <a:pt x="16377" y="112"/>
                  </a:cubicBezTo>
                  <a:cubicBezTo>
                    <a:pt x="16395" y="76"/>
                    <a:pt x="16420" y="49"/>
                    <a:pt x="16450" y="32"/>
                  </a:cubicBezTo>
                  <a:cubicBezTo>
                    <a:pt x="16481" y="15"/>
                    <a:pt x="16520" y="7"/>
                    <a:pt x="16567" y="7"/>
                  </a:cubicBezTo>
                  <a:close/>
                  <a:moveTo>
                    <a:pt x="16178" y="7"/>
                  </a:moveTo>
                  <a:cubicBezTo>
                    <a:pt x="16207" y="7"/>
                    <a:pt x="16235" y="9"/>
                    <a:pt x="16261" y="13"/>
                  </a:cubicBezTo>
                  <a:cubicBezTo>
                    <a:pt x="16287" y="17"/>
                    <a:pt x="16306" y="21"/>
                    <a:pt x="16317" y="26"/>
                  </a:cubicBezTo>
                  <a:lnTo>
                    <a:pt x="16285" y="153"/>
                  </a:lnTo>
                  <a:cubicBezTo>
                    <a:pt x="16272" y="149"/>
                    <a:pt x="16256" y="146"/>
                    <a:pt x="16238" y="143"/>
                  </a:cubicBezTo>
                  <a:cubicBezTo>
                    <a:pt x="16220" y="140"/>
                    <a:pt x="16199" y="138"/>
                    <a:pt x="16176" y="138"/>
                  </a:cubicBezTo>
                  <a:cubicBezTo>
                    <a:pt x="16148" y="137"/>
                    <a:pt x="16129" y="144"/>
                    <a:pt x="16117" y="160"/>
                  </a:cubicBezTo>
                  <a:cubicBezTo>
                    <a:pt x="16106" y="176"/>
                    <a:pt x="16095" y="207"/>
                    <a:pt x="16085" y="252"/>
                  </a:cubicBezTo>
                  <a:cubicBezTo>
                    <a:pt x="16081" y="268"/>
                    <a:pt x="16078" y="288"/>
                    <a:pt x="16074" y="309"/>
                  </a:cubicBezTo>
                  <a:cubicBezTo>
                    <a:pt x="16070" y="331"/>
                    <a:pt x="16067" y="353"/>
                    <a:pt x="16065" y="374"/>
                  </a:cubicBezTo>
                  <a:cubicBezTo>
                    <a:pt x="16063" y="395"/>
                    <a:pt x="16061" y="413"/>
                    <a:pt x="16061" y="428"/>
                  </a:cubicBezTo>
                  <a:cubicBezTo>
                    <a:pt x="16064" y="429"/>
                    <a:pt x="16068" y="429"/>
                    <a:pt x="16071" y="429"/>
                  </a:cubicBezTo>
                  <a:cubicBezTo>
                    <a:pt x="16074" y="429"/>
                    <a:pt x="16077" y="429"/>
                    <a:pt x="16081" y="429"/>
                  </a:cubicBezTo>
                  <a:cubicBezTo>
                    <a:pt x="16090" y="429"/>
                    <a:pt x="16099" y="429"/>
                    <a:pt x="16108" y="428"/>
                  </a:cubicBezTo>
                  <a:cubicBezTo>
                    <a:pt x="16117" y="427"/>
                    <a:pt x="16126" y="426"/>
                    <a:pt x="16134" y="424"/>
                  </a:cubicBezTo>
                  <a:lnTo>
                    <a:pt x="16148" y="346"/>
                  </a:lnTo>
                  <a:lnTo>
                    <a:pt x="16107" y="346"/>
                  </a:lnTo>
                  <a:lnTo>
                    <a:pt x="16127" y="235"/>
                  </a:lnTo>
                  <a:lnTo>
                    <a:pt x="16291" y="235"/>
                  </a:lnTo>
                  <a:lnTo>
                    <a:pt x="16237" y="526"/>
                  </a:lnTo>
                  <a:cubicBezTo>
                    <a:pt x="16219" y="534"/>
                    <a:pt x="16193" y="541"/>
                    <a:pt x="16160" y="546"/>
                  </a:cubicBezTo>
                  <a:cubicBezTo>
                    <a:pt x="16127" y="551"/>
                    <a:pt x="16095" y="554"/>
                    <a:pt x="16062" y="554"/>
                  </a:cubicBezTo>
                  <a:cubicBezTo>
                    <a:pt x="16023" y="554"/>
                    <a:pt x="15993" y="548"/>
                    <a:pt x="15972" y="536"/>
                  </a:cubicBezTo>
                  <a:cubicBezTo>
                    <a:pt x="15951" y="524"/>
                    <a:pt x="15937" y="507"/>
                    <a:pt x="15929" y="485"/>
                  </a:cubicBezTo>
                  <a:cubicBezTo>
                    <a:pt x="15921" y="464"/>
                    <a:pt x="15918" y="439"/>
                    <a:pt x="15918" y="410"/>
                  </a:cubicBezTo>
                  <a:cubicBezTo>
                    <a:pt x="15918" y="386"/>
                    <a:pt x="15920" y="361"/>
                    <a:pt x="15924" y="334"/>
                  </a:cubicBezTo>
                  <a:cubicBezTo>
                    <a:pt x="15929" y="307"/>
                    <a:pt x="15934" y="280"/>
                    <a:pt x="15940" y="251"/>
                  </a:cubicBezTo>
                  <a:cubicBezTo>
                    <a:pt x="15956" y="166"/>
                    <a:pt x="15982" y="104"/>
                    <a:pt x="16018" y="65"/>
                  </a:cubicBezTo>
                  <a:cubicBezTo>
                    <a:pt x="16054" y="26"/>
                    <a:pt x="16108" y="6"/>
                    <a:pt x="16178" y="7"/>
                  </a:cubicBezTo>
                  <a:close/>
                  <a:moveTo>
                    <a:pt x="15716" y="7"/>
                  </a:moveTo>
                  <a:cubicBezTo>
                    <a:pt x="15747" y="7"/>
                    <a:pt x="15772" y="9"/>
                    <a:pt x="15791" y="13"/>
                  </a:cubicBezTo>
                  <a:cubicBezTo>
                    <a:pt x="15811" y="17"/>
                    <a:pt x="15825" y="21"/>
                    <a:pt x="15834" y="25"/>
                  </a:cubicBezTo>
                  <a:lnTo>
                    <a:pt x="15804" y="151"/>
                  </a:lnTo>
                  <a:cubicBezTo>
                    <a:pt x="15792" y="147"/>
                    <a:pt x="15780" y="143"/>
                    <a:pt x="15768" y="141"/>
                  </a:cubicBezTo>
                  <a:cubicBezTo>
                    <a:pt x="15757" y="139"/>
                    <a:pt x="15744" y="138"/>
                    <a:pt x="15731" y="138"/>
                  </a:cubicBezTo>
                  <a:cubicBezTo>
                    <a:pt x="15718" y="138"/>
                    <a:pt x="15708" y="140"/>
                    <a:pt x="15701" y="145"/>
                  </a:cubicBezTo>
                  <a:cubicBezTo>
                    <a:pt x="15694" y="150"/>
                    <a:pt x="15691" y="158"/>
                    <a:pt x="15691" y="169"/>
                  </a:cubicBezTo>
                  <a:cubicBezTo>
                    <a:pt x="15691" y="177"/>
                    <a:pt x="15692" y="186"/>
                    <a:pt x="15695" y="194"/>
                  </a:cubicBezTo>
                  <a:cubicBezTo>
                    <a:pt x="15698" y="203"/>
                    <a:pt x="15703" y="215"/>
                    <a:pt x="15709" y="230"/>
                  </a:cubicBezTo>
                  <a:lnTo>
                    <a:pt x="15735" y="291"/>
                  </a:lnTo>
                  <a:cubicBezTo>
                    <a:pt x="15742" y="306"/>
                    <a:pt x="15748" y="323"/>
                    <a:pt x="15754" y="341"/>
                  </a:cubicBezTo>
                  <a:cubicBezTo>
                    <a:pt x="15759" y="359"/>
                    <a:pt x="15763" y="377"/>
                    <a:pt x="15763" y="396"/>
                  </a:cubicBezTo>
                  <a:cubicBezTo>
                    <a:pt x="15762" y="451"/>
                    <a:pt x="15747" y="491"/>
                    <a:pt x="15718" y="516"/>
                  </a:cubicBezTo>
                  <a:cubicBezTo>
                    <a:pt x="15689" y="542"/>
                    <a:pt x="15652" y="554"/>
                    <a:pt x="15605" y="554"/>
                  </a:cubicBezTo>
                  <a:cubicBezTo>
                    <a:pt x="15572" y="553"/>
                    <a:pt x="15545" y="551"/>
                    <a:pt x="15524" y="547"/>
                  </a:cubicBezTo>
                  <a:cubicBezTo>
                    <a:pt x="15503" y="543"/>
                    <a:pt x="15488" y="539"/>
                    <a:pt x="15479" y="535"/>
                  </a:cubicBezTo>
                  <a:lnTo>
                    <a:pt x="15489" y="402"/>
                  </a:lnTo>
                  <a:cubicBezTo>
                    <a:pt x="15499" y="406"/>
                    <a:pt x="15512" y="410"/>
                    <a:pt x="15531" y="414"/>
                  </a:cubicBezTo>
                  <a:cubicBezTo>
                    <a:pt x="15550" y="418"/>
                    <a:pt x="15571" y="420"/>
                    <a:pt x="15595" y="420"/>
                  </a:cubicBezTo>
                  <a:cubicBezTo>
                    <a:pt x="15598" y="420"/>
                    <a:pt x="15601" y="420"/>
                    <a:pt x="15603" y="420"/>
                  </a:cubicBezTo>
                  <a:cubicBezTo>
                    <a:pt x="15606" y="420"/>
                    <a:pt x="15609" y="420"/>
                    <a:pt x="15612" y="420"/>
                  </a:cubicBezTo>
                  <a:cubicBezTo>
                    <a:pt x="15613" y="416"/>
                    <a:pt x="15614" y="412"/>
                    <a:pt x="15615" y="407"/>
                  </a:cubicBezTo>
                  <a:cubicBezTo>
                    <a:pt x="15616" y="403"/>
                    <a:pt x="15617" y="398"/>
                    <a:pt x="15617" y="393"/>
                  </a:cubicBezTo>
                  <a:cubicBezTo>
                    <a:pt x="15616" y="384"/>
                    <a:pt x="15615" y="375"/>
                    <a:pt x="15611" y="366"/>
                  </a:cubicBezTo>
                  <a:cubicBezTo>
                    <a:pt x="15607" y="358"/>
                    <a:pt x="15603" y="348"/>
                    <a:pt x="15597" y="336"/>
                  </a:cubicBezTo>
                  <a:lnTo>
                    <a:pt x="15570" y="276"/>
                  </a:lnTo>
                  <a:cubicBezTo>
                    <a:pt x="15562" y="259"/>
                    <a:pt x="15556" y="241"/>
                    <a:pt x="15551" y="223"/>
                  </a:cubicBezTo>
                  <a:cubicBezTo>
                    <a:pt x="15546" y="205"/>
                    <a:pt x="15544" y="188"/>
                    <a:pt x="15544" y="171"/>
                  </a:cubicBezTo>
                  <a:cubicBezTo>
                    <a:pt x="15545" y="116"/>
                    <a:pt x="15560" y="75"/>
                    <a:pt x="15591" y="48"/>
                  </a:cubicBezTo>
                  <a:cubicBezTo>
                    <a:pt x="15622" y="20"/>
                    <a:pt x="15664" y="7"/>
                    <a:pt x="15716" y="7"/>
                  </a:cubicBezTo>
                  <a:close/>
                  <a:moveTo>
                    <a:pt x="13913" y="7"/>
                  </a:moveTo>
                  <a:cubicBezTo>
                    <a:pt x="13968" y="7"/>
                    <a:pt x="14005" y="21"/>
                    <a:pt x="14027" y="47"/>
                  </a:cubicBezTo>
                  <a:cubicBezTo>
                    <a:pt x="14048" y="73"/>
                    <a:pt x="14058" y="108"/>
                    <a:pt x="14057" y="151"/>
                  </a:cubicBezTo>
                  <a:cubicBezTo>
                    <a:pt x="14057" y="175"/>
                    <a:pt x="14055" y="200"/>
                    <a:pt x="14051" y="227"/>
                  </a:cubicBezTo>
                  <a:cubicBezTo>
                    <a:pt x="14047" y="253"/>
                    <a:pt x="14041" y="281"/>
                    <a:pt x="14035" y="310"/>
                  </a:cubicBezTo>
                  <a:cubicBezTo>
                    <a:pt x="14019" y="395"/>
                    <a:pt x="13994" y="457"/>
                    <a:pt x="13959" y="496"/>
                  </a:cubicBezTo>
                  <a:cubicBezTo>
                    <a:pt x="13923" y="535"/>
                    <a:pt x="13870" y="554"/>
                    <a:pt x="13800" y="554"/>
                  </a:cubicBezTo>
                  <a:cubicBezTo>
                    <a:pt x="13745" y="553"/>
                    <a:pt x="13708" y="540"/>
                    <a:pt x="13686" y="514"/>
                  </a:cubicBezTo>
                  <a:cubicBezTo>
                    <a:pt x="13665" y="487"/>
                    <a:pt x="13655" y="453"/>
                    <a:pt x="13656" y="409"/>
                  </a:cubicBezTo>
                  <a:cubicBezTo>
                    <a:pt x="13656" y="385"/>
                    <a:pt x="13659" y="360"/>
                    <a:pt x="13663" y="334"/>
                  </a:cubicBezTo>
                  <a:cubicBezTo>
                    <a:pt x="13667" y="307"/>
                    <a:pt x="13672" y="280"/>
                    <a:pt x="13679" y="251"/>
                  </a:cubicBezTo>
                  <a:cubicBezTo>
                    <a:pt x="13690" y="194"/>
                    <a:pt x="13704" y="148"/>
                    <a:pt x="13723" y="112"/>
                  </a:cubicBezTo>
                  <a:cubicBezTo>
                    <a:pt x="13741" y="76"/>
                    <a:pt x="13766" y="49"/>
                    <a:pt x="13796" y="32"/>
                  </a:cubicBezTo>
                  <a:cubicBezTo>
                    <a:pt x="13827" y="15"/>
                    <a:pt x="13866" y="7"/>
                    <a:pt x="13913" y="7"/>
                  </a:cubicBezTo>
                  <a:close/>
                  <a:moveTo>
                    <a:pt x="13524" y="7"/>
                  </a:moveTo>
                  <a:cubicBezTo>
                    <a:pt x="13553" y="7"/>
                    <a:pt x="13581" y="9"/>
                    <a:pt x="13607" y="13"/>
                  </a:cubicBezTo>
                  <a:cubicBezTo>
                    <a:pt x="13633" y="17"/>
                    <a:pt x="13652" y="21"/>
                    <a:pt x="13663" y="26"/>
                  </a:cubicBezTo>
                  <a:lnTo>
                    <a:pt x="13631" y="153"/>
                  </a:lnTo>
                  <a:cubicBezTo>
                    <a:pt x="13618" y="149"/>
                    <a:pt x="13602" y="146"/>
                    <a:pt x="13584" y="143"/>
                  </a:cubicBezTo>
                  <a:cubicBezTo>
                    <a:pt x="13566" y="140"/>
                    <a:pt x="13545" y="138"/>
                    <a:pt x="13522" y="138"/>
                  </a:cubicBezTo>
                  <a:cubicBezTo>
                    <a:pt x="13494" y="137"/>
                    <a:pt x="13475" y="144"/>
                    <a:pt x="13463" y="160"/>
                  </a:cubicBezTo>
                  <a:cubicBezTo>
                    <a:pt x="13452" y="176"/>
                    <a:pt x="13441" y="207"/>
                    <a:pt x="13431" y="252"/>
                  </a:cubicBezTo>
                  <a:cubicBezTo>
                    <a:pt x="13427" y="268"/>
                    <a:pt x="13424" y="288"/>
                    <a:pt x="13420" y="309"/>
                  </a:cubicBezTo>
                  <a:cubicBezTo>
                    <a:pt x="13416" y="331"/>
                    <a:pt x="13413" y="353"/>
                    <a:pt x="13411" y="374"/>
                  </a:cubicBezTo>
                  <a:cubicBezTo>
                    <a:pt x="13409" y="395"/>
                    <a:pt x="13407" y="413"/>
                    <a:pt x="13407" y="428"/>
                  </a:cubicBezTo>
                  <a:cubicBezTo>
                    <a:pt x="13410" y="429"/>
                    <a:pt x="13414" y="429"/>
                    <a:pt x="13417" y="429"/>
                  </a:cubicBezTo>
                  <a:cubicBezTo>
                    <a:pt x="13420" y="429"/>
                    <a:pt x="13423" y="429"/>
                    <a:pt x="13427" y="429"/>
                  </a:cubicBezTo>
                  <a:cubicBezTo>
                    <a:pt x="13436" y="429"/>
                    <a:pt x="13445" y="429"/>
                    <a:pt x="13454" y="428"/>
                  </a:cubicBezTo>
                  <a:cubicBezTo>
                    <a:pt x="13463" y="427"/>
                    <a:pt x="13472" y="426"/>
                    <a:pt x="13480" y="424"/>
                  </a:cubicBezTo>
                  <a:lnTo>
                    <a:pt x="13494" y="346"/>
                  </a:lnTo>
                  <a:lnTo>
                    <a:pt x="13453" y="346"/>
                  </a:lnTo>
                  <a:lnTo>
                    <a:pt x="13473" y="235"/>
                  </a:lnTo>
                  <a:lnTo>
                    <a:pt x="13637" y="235"/>
                  </a:lnTo>
                  <a:lnTo>
                    <a:pt x="13583" y="526"/>
                  </a:lnTo>
                  <a:cubicBezTo>
                    <a:pt x="13565" y="534"/>
                    <a:pt x="13539" y="541"/>
                    <a:pt x="13506" y="546"/>
                  </a:cubicBezTo>
                  <a:cubicBezTo>
                    <a:pt x="13473" y="551"/>
                    <a:pt x="13441" y="554"/>
                    <a:pt x="13408" y="554"/>
                  </a:cubicBezTo>
                  <a:cubicBezTo>
                    <a:pt x="13369" y="554"/>
                    <a:pt x="13339" y="548"/>
                    <a:pt x="13318" y="536"/>
                  </a:cubicBezTo>
                  <a:cubicBezTo>
                    <a:pt x="13297" y="524"/>
                    <a:pt x="13283" y="507"/>
                    <a:pt x="13275" y="485"/>
                  </a:cubicBezTo>
                  <a:cubicBezTo>
                    <a:pt x="13267" y="464"/>
                    <a:pt x="13264" y="439"/>
                    <a:pt x="13264" y="410"/>
                  </a:cubicBezTo>
                  <a:cubicBezTo>
                    <a:pt x="13264" y="386"/>
                    <a:pt x="13266" y="361"/>
                    <a:pt x="13270" y="334"/>
                  </a:cubicBezTo>
                  <a:cubicBezTo>
                    <a:pt x="13275" y="307"/>
                    <a:pt x="13280" y="280"/>
                    <a:pt x="13286" y="251"/>
                  </a:cubicBezTo>
                  <a:cubicBezTo>
                    <a:pt x="13302" y="166"/>
                    <a:pt x="13328" y="104"/>
                    <a:pt x="13364" y="65"/>
                  </a:cubicBezTo>
                  <a:cubicBezTo>
                    <a:pt x="13400" y="26"/>
                    <a:pt x="13454" y="6"/>
                    <a:pt x="13524" y="7"/>
                  </a:cubicBezTo>
                  <a:close/>
                  <a:moveTo>
                    <a:pt x="13062" y="7"/>
                  </a:moveTo>
                  <a:cubicBezTo>
                    <a:pt x="13093" y="7"/>
                    <a:pt x="13118" y="9"/>
                    <a:pt x="13137" y="13"/>
                  </a:cubicBezTo>
                  <a:cubicBezTo>
                    <a:pt x="13157" y="17"/>
                    <a:pt x="13171" y="21"/>
                    <a:pt x="13180" y="25"/>
                  </a:cubicBezTo>
                  <a:lnTo>
                    <a:pt x="13150" y="151"/>
                  </a:lnTo>
                  <a:cubicBezTo>
                    <a:pt x="13138" y="147"/>
                    <a:pt x="13126" y="143"/>
                    <a:pt x="13114" y="141"/>
                  </a:cubicBezTo>
                  <a:cubicBezTo>
                    <a:pt x="13103" y="139"/>
                    <a:pt x="13090" y="138"/>
                    <a:pt x="13077" y="138"/>
                  </a:cubicBezTo>
                  <a:cubicBezTo>
                    <a:pt x="13064" y="138"/>
                    <a:pt x="13054" y="140"/>
                    <a:pt x="13047" y="145"/>
                  </a:cubicBezTo>
                  <a:cubicBezTo>
                    <a:pt x="13040" y="150"/>
                    <a:pt x="13037" y="158"/>
                    <a:pt x="13037" y="169"/>
                  </a:cubicBezTo>
                  <a:cubicBezTo>
                    <a:pt x="13037" y="177"/>
                    <a:pt x="13038" y="186"/>
                    <a:pt x="13041" y="194"/>
                  </a:cubicBezTo>
                  <a:cubicBezTo>
                    <a:pt x="13044" y="203"/>
                    <a:pt x="13049" y="215"/>
                    <a:pt x="13055" y="230"/>
                  </a:cubicBezTo>
                  <a:lnTo>
                    <a:pt x="13081" y="291"/>
                  </a:lnTo>
                  <a:cubicBezTo>
                    <a:pt x="13088" y="306"/>
                    <a:pt x="13094" y="323"/>
                    <a:pt x="13100" y="341"/>
                  </a:cubicBezTo>
                  <a:cubicBezTo>
                    <a:pt x="13105" y="359"/>
                    <a:pt x="13109" y="377"/>
                    <a:pt x="13109" y="396"/>
                  </a:cubicBezTo>
                  <a:cubicBezTo>
                    <a:pt x="13108" y="451"/>
                    <a:pt x="13093" y="491"/>
                    <a:pt x="13064" y="516"/>
                  </a:cubicBezTo>
                  <a:cubicBezTo>
                    <a:pt x="13035" y="542"/>
                    <a:pt x="12998" y="554"/>
                    <a:pt x="12951" y="554"/>
                  </a:cubicBezTo>
                  <a:cubicBezTo>
                    <a:pt x="12918" y="553"/>
                    <a:pt x="12891" y="551"/>
                    <a:pt x="12870" y="547"/>
                  </a:cubicBezTo>
                  <a:cubicBezTo>
                    <a:pt x="12849" y="543"/>
                    <a:pt x="12834" y="539"/>
                    <a:pt x="12825" y="535"/>
                  </a:cubicBezTo>
                  <a:lnTo>
                    <a:pt x="12835" y="402"/>
                  </a:lnTo>
                  <a:cubicBezTo>
                    <a:pt x="12845" y="406"/>
                    <a:pt x="12858" y="410"/>
                    <a:pt x="12877" y="414"/>
                  </a:cubicBezTo>
                  <a:cubicBezTo>
                    <a:pt x="12896" y="418"/>
                    <a:pt x="12917" y="420"/>
                    <a:pt x="12941" y="420"/>
                  </a:cubicBezTo>
                  <a:cubicBezTo>
                    <a:pt x="12944" y="420"/>
                    <a:pt x="12947" y="420"/>
                    <a:pt x="12949" y="420"/>
                  </a:cubicBezTo>
                  <a:cubicBezTo>
                    <a:pt x="12952" y="420"/>
                    <a:pt x="12955" y="420"/>
                    <a:pt x="12958" y="420"/>
                  </a:cubicBezTo>
                  <a:cubicBezTo>
                    <a:pt x="12959" y="416"/>
                    <a:pt x="12960" y="412"/>
                    <a:pt x="12961" y="407"/>
                  </a:cubicBezTo>
                  <a:cubicBezTo>
                    <a:pt x="12962" y="403"/>
                    <a:pt x="12963" y="398"/>
                    <a:pt x="12963" y="393"/>
                  </a:cubicBezTo>
                  <a:cubicBezTo>
                    <a:pt x="12962" y="384"/>
                    <a:pt x="12961" y="375"/>
                    <a:pt x="12957" y="366"/>
                  </a:cubicBezTo>
                  <a:cubicBezTo>
                    <a:pt x="12953" y="358"/>
                    <a:pt x="12949" y="348"/>
                    <a:pt x="12943" y="336"/>
                  </a:cubicBezTo>
                  <a:lnTo>
                    <a:pt x="12916" y="276"/>
                  </a:lnTo>
                  <a:cubicBezTo>
                    <a:pt x="12908" y="259"/>
                    <a:pt x="12902" y="241"/>
                    <a:pt x="12897" y="223"/>
                  </a:cubicBezTo>
                  <a:cubicBezTo>
                    <a:pt x="12892" y="205"/>
                    <a:pt x="12890" y="188"/>
                    <a:pt x="12890" y="171"/>
                  </a:cubicBezTo>
                  <a:cubicBezTo>
                    <a:pt x="12891" y="116"/>
                    <a:pt x="12906" y="75"/>
                    <a:pt x="12937" y="48"/>
                  </a:cubicBezTo>
                  <a:cubicBezTo>
                    <a:pt x="12968" y="20"/>
                    <a:pt x="13010" y="7"/>
                    <a:pt x="13062" y="7"/>
                  </a:cubicBezTo>
                  <a:close/>
                  <a:moveTo>
                    <a:pt x="11261" y="7"/>
                  </a:moveTo>
                  <a:cubicBezTo>
                    <a:pt x="11316" y="7"/>
                    <a:pt x="11353" y="21"/>
                    <a:pt x="11375" y="47"/>
                  </a:cubicBezTo>
                  <a:cubicBezTo>
                    <a:pt x="11396" y="73"/>
                    <a:pt x="11406" y="108"/>
                    <a:pt x="11405" y="151"/>
                  </a:cubicBezTo>
                  <a:cubicBezTo>
                    <a:pt x="11405" y="175"/>
                    <a:pt x="11403" y="200"/>
                    <a:pt x="11399" y="227"/>
                  </a:cubicBezTo>
                  <a:cubicBezTo>
                    <a:pt x="11395" y="253"/>
                    <a:pt x="11389" y="281"/>
                    <a:pt x="11383" y="310"/>
                  </a:cubicBezTo>
                  <a:cubicBezTo>
                    <a:pt x="11367" y="395"/>
                    <a:pt x="11342" y="457"/>
                    <a:pt x="11307" y="496"/>
                  </a:cubicBezTo>
                  <a:cubicBezTo>
                    <a:pt x="11271" y="535"/>
                    <a:pt x="11218" y="554"/>
                    <a:pt x="11148" y="554"/>
                  </a:cubicBezTo>
                  <a:cubicBezTo>
                    <a:pt x="11093" y="553"/>
                    <a:pt x="11056" y="540"/>
                    <a:pt x="11034" y="514"/>
                  </a:cubicBezTo>
                  <a:cubicBezTo>
                    <a:pt x="11013" y="487"/>
                    <a:pt x="11003" y="453"/>
                    <a:pt x="11004" y="409"/>
                  </a:cubicBezTo>
                  <a:cubicBezTo>
                    <a:pt x="11004" y="385"/>
                    <a:pt x="11007" y="360"/>
                    <a:pt x="11011" y="334"/>
                  </a:cubicBezTo>
                  <a:cubicBezTo>
                    <a:pt x="11015" y="307"/>
                    <a:pt x="11020" y="280"/>
                    <a:pt x="11027" y="251"/>
                  </a:cubicBezTo>
                  <a:cubicBezTo>
                    <a:pt x="11038" y="194"/>
                    <a:pt x="11052" y="148"/>
                    <a:pt x="11071" y="112"/>
                  </a:cubicBezTo>
                  <a:cubicBezTo>
                    <a:pt x="11089" y="76"/>
                    <a:pt x="11114" y="49"/>
                    <a:pt x="11144" y="32"/>
                  </a:cubicBezTo>
                  <a:cubicBezTo>
                    <a:pt x="11175" y="15"/>
                    <a:pt x="11214" y="7"/>
                    <a:pt x="11261" y="7"/>
                  </a:cubicBezTo>
                  <a:close/>
                  <a:moveTo>
                    <a:pt x="10872" y="7"/>
                  </a:moveTo>
                  <a:cubicBezTo>
                    <a:pt x="10901" y="7"/>
                    <a:pt x="10929" y="9"/>
                    <a:pt x="10955" y="13"/>
                  </a:cubicBezTo>
                  <a:cubicBezTo>
                    <a:pt x="10981" y="17"/>
                    <a:pt x="11000" y="21"/>
                    <a:pt x="11011" y="26"/>
                  </a:cubicBezTo>
                  <a:lnTo>
                    <a:pt x="10979" y="153"/>
                  </a:lnTo>
                  <a:cubicBezTo>
                    <a:pt x="10966" y="149"/>
                    <a:pt x="10950" y="146"/>
                    <a:pt x="10932" y="143"/>
                  </a:cubicBezTo>
                  <a:cubicBezTo>
                    <a:pt x="10914" y="140"/>
                    <a:pt x="10893" y="138"/>
                    <a:pt x="10870" y="138"/>
                  </a:cubicBezTo>
                  <a:cubicBezTo>
                    <a:pt x="10842" y="137"/>
                    <a:pt x="10823" y="144"/>
                    <a:pt x="10811" y="160"/>
                  </a:cubicBezTo>
                  <a:cubicBezTo>
                    <a:pt x="10800" y="176"/>
                    <a:pt x="10789" y="207"/>
                    <a:pt x="10779" y="252"/>
                  </a:cubicBezTo>
                  <a:cubicBezTo>
                    <a:pt x="10775" y="268"/>
                    <a:pt x="10772" y="288"/>
                    <a:pt x="10768" y="309"/>
                  </a:cubicBezTo>
                  <a:cubicBezTo>
                    <a:pt x="10764" y="331"/>
                    <a:pt x="10761" y="353"/>
                    <a:pt x="10759" y="374"/>
                  </a:cubicBezTo>
                  <a:cubicBezTo>
                    <a:pt x="10757" y="395"/>
                    <a:pt x="10755" y="413"/>
                    <a:pt x="10755" y="428"/>
                  </a:cubicBezTo>
                  <a:cubicBezTo>
                    <a:pt x="10758" y="429"/>
                    <a:pt x="10762" y="429"/>
                    <a:pt x="10765" y="429"/>
                  </a:cubicBezTo>
                  <a:cubicBezTo>
                    <a:pt x="10768" y="429"/>
                    <a:pt x="10771" y="429"/>
                    <a:pt x="10775" y="429"/>
                  </a:cubicBezTo>
                  <a:cubicBezTo>
                    <a:pt x="10784" y="429"/>
                    <a:pt x="10793" y="429"/>
                    <a:pt x="10802" y="428"/>
                  </a:cubicBezTo>
                  <a:cubicBezTo>
                    <a:pt x="10811" y="427"/>
                    <a:pt x="10820" y="426"/>
                    <a:pt x="10828" y="424"/>
                  </a:cubicBezTo>
                  <a:lnTo>
                    <a:pt x="10842" y="346"/>
                  </a:lnTo>
                  <a:lnTo>
                    <a:pt x="10801" y="346"/>
                  </a:lnTo>
                  <a:lnTo>
                    <a:pt x="10821" y="235"/>
                  </a:lnTo>
                  <a:lnTo>
                    <a:pt x="10985" y="235"/>
                  </a:lnTo>
                  <a:lnTo>
                    <a:pt x="10931" y="526"/>
                  </a:lnTo>
                  <a:cubicBezTo>
                    <a:pt x="10913" y="534"/>
                    <a:pt x="10887" y="541"/>
                    <a:pt x="10854" y="546"/>
                  </a:cubicBezTo>
                  <a:cubicBezTo>
                    <a:pt x="10821" y="551"/>
                    <a:pt x="10789" y="554"/>
                    <a:pt x="10756" y="554"/>
                  </a:cubicBezTo>
                  <a:cubicBezTo>
                    <a:pt x="10717" y="554"/>
                    <a:pt x="10687" y="548"/>
                    <a:pt x="10666" y="536"/>
                  </a:cubicBezTo>
                  <a:cubicBezTo>
                    <a:pt x="10645" y="524"/>
                    <a:pt x="10631" y="507"/>
                    <a:pt x="10623" y="485"/>
                  </a:cubicBezTo>
                  <a:cubicBezTo>
                    <a:pt x="10615" y="464"/>
                    <a:pt x="10612" y="439"/>
                    <a:pt x="10612" y="410"/>
                  </a:cubicBezTo>
                  <a:cubicBezTo>
                    <a:pt x="10612" y="386"/>
                    <a:pt x="10614" y="361"/>
                    <a:pt x="10618" y="334"/>
                  </a:cubicBezTo>
                  <a:cubicBezTo>
                    <a:pt x="10623" y="307"/>
                    <a:pt x="10628" y="280"/>
                    <a:pt x="10634" y="251"/>
                  </a:cubicBezTo>
                  <a:cubicBezTo>
                    <a:pt x="10650" y="166"/>
                    <a:pt x="10676" y="104"/>
                    <a:pt x="10712" y="65"/>
                  </a:cubicBezTo>
                  <a:cubicBezTo>
                    <a:pt x="10748" y="26"/>
                    <a:pt x="10802" y="6"/>
                    <a:pt x="10872" y="7"/>
                  </a:cubicBezTo>
                  <a:close/>
                  <a:moveTo>
                    <a:pt x="10410" y="7"/>
                  </a:moveTo>
                  <a:cubicBezTo>
                    <a:pt x="10441" y="7"/>
                    <a:pt x="10466" y="9"/>
                    <a:pt x="10485" y="13"/>
                  </a:cubicBezTo>
                  <a:cubicBezTo>
                    <a:pt x="10505" y="17"/>
                    <a:pt x="10519" y="21"/>
                    <a:pt x="10528" y="25"/>
                  </a:cubicBezTo>
                  <a:lnTo>
                    <a:pt x="10498" y="151"/>
                  </a:lnTo>
                  <a:cubicBezTo>
                    <a:pt x="10486" y="147"/>
                    <a:pt x="10474" y="143"/>
                    <a:pt x="10462" y="141"/>
                  </a:cubicBezTo>
                  <a:cubicBezTo>
                    <a:pt x="10451" y="139"/>
                    <a:pt x="10438" y="138"/>
                    <a:pt x="10425" y="138"/>
                  </a:cubicBezTo>
                  <a:cubicBezTo>
                    <a:pt x="10412" y="138"/>
                    <a:pt x="10402" y="140"/>
                    <a:pt x="10395" y="145"/>
                  </a:cubicBezTo>
                  <a:cubicBezTo>
                    <a:pt x="10388" y="150"/>
                    <a:pt x="10385" y="158"/>
                    <a:pt x="10385" y="169"/>
                  </a:cubicBezTo>
                  <a:cubicBezTo>
                    <a:pt x="10385" y="177"/>
                    <a:pt x="10386" y="186"/>
                    <a:pt x="10389" y="194"/>
                  </a:cubicBezTo>
                  <a:cubicBezTo>
                    <a:pt x="10392" y="203"/>
                    <a:pt x="10397" y="215"/>
                    <a:pt x="10403" y="230"/>
                  </a:cubicBezTo>
                  <a:lnTo>
                    <a:pt x="10429" y="291"/>
                  </a:lnTo>
                  <a:cubicBezTo>
                    <a:pt x="10436" y="306"/>
                    <a:pt x="10442" y="323"/>
                    <a:pt x="10448" y="341"/>
                  </a:cubicBezTo>
                  <a:cubicBezTo>
                    <a:pt x="10453" y="359"/>
                    <a:pt x="10457" y="377"/>
                    <a:pt x="10457" y="396"/>
                  </a:cubicBezTo>
                  <a:cubicBezTo>
                    <a:pt x="10456" y="451"/>
                    <a:pt x="10441" y="491"/>
                    <a:pt x="10412" y="516"/>
                  </a:cubicBezTo>
                  <a:cubicBezTo>
                    <a:pt x="10383" y="542"/>
                    <a:pt x="10346" y="554"/>
                    <a:pt x="10299" y="554"/>
                  </a:cubicBezTo>
                  <a:cubicBezTo>
                    <a:pt x="10266" y="553"/>
                    <a:pt x="10239" y="551"/>
                    <a:pt x="10218" y="547"/>
                  </a:cubicBezTo>
                  <a:cubicBezTo>
                    <a:pt x="10197" y="543"/>
                    <a:pt x="10182" y="539"/>
                    <a:pt x="10173" y="535"/>
                  </a:cubicBezTo>
                  <a:lnTo>
                    <a:pt x="10183" y="402"/>
                  </a:lnTo>
                  <a:cubicBezTo>
                    <a:pt x="10193" y="406"/>
                    <a:pt x="10206" y="410"/>
                    <a:pt x="10225" y="414"/>
                  </a:cubicBezTo>
                  <a:cubicBezTo>
                    <a:pt x="10244" y="418"/>
                    <a:pt x="10265" y="420"/>
                    <a:pt x="10289" y="420"/>
                  </a:cubicBezTo>
                  <a:cubicBezTo>
                    <a:pt x="10292" y="420"/>
                    <a:pt x="10295" y="420"/>
                    <a:pt x="10297" y="420"/>
                  </a:cubicBezTo>
                  <a:cubicBezTo>
                    <a:pt x="10300" y="420"/>
                    <a:pt x="10303" y="420"/>
                    <a:pt x="10306" y="420"/>
                  </a:cubicBezTo>
                  <a:cubicBezTo>
                    <a:pt x="10307" y="416"/>
                    <a:pt x="10308" y="412"/>
                    <a:pt x="10309" y="407"/>
                  </a:cubicBezTo>
                  <a:cubicBezTo>
                    <a:pt x="10310" y="403"/>
                    <a:pt x="10311" y="398"/>
                    <a:pt x="10311" y="393"/>
                  </a:cubicBezTo>
                  <a:cubicBezTo>
                    <a:pt x="10310" y="384"/>
                    <a:pt x="10309" y="375"/>
                    <a:pt x="10305" y="366"/>
                  </a:cubicBezTo>
                  <a:cubicBezTo>
                    <a:pt x="10301" y="358"/>
                    <a:pt x="10297" y="348"/>
                    <a:pt x="10291" y="336"/>
                  </a:cubicBezTo>
                  <a:lnTo>
                    <a:pt x="10264" y="276"/>
                  </a:lnTo>
                  <a:cubicBezTo>
                    <a:pt x="10256" y="259"/>
                    <a:pt x="10250" y="241"/>
                    <a:pt x="10245" y="223"/>
                  </a:cubicBezTo>
                  <a:cubicBezTo>
                    <a:pt x="10240" y="205"/>
                    <a:pt x="10238" y="188"/>
                    <a:pt x="10238" y="171"/>
                  </a:cubicBezTo>
                  <a:cubicBezTo>
                    <a:pt x="10239" y="116"/>
                    <a:pt x="10254" y="75"/>
                    <a:pt x="10285" y="48"/>
                  </a:cubicBezTo>
                  <a:cubicBezTo>
                    <a:pt x="10316" y="20"/>
                    <a:pt x="10358" y="7"/>
                    <a:pt x="10410" y="7"/>
                  </a:cubicBezTo>
                  <a:close/>
                  <a:moveTo>
                    <a:pt x="8607" y="7"/>
                  </a:moveTo>
                  <a:cubicBezTo>
                    <a:pt x="8662" y="7"/>
                    <a:pt x="8699" y="21"/>
                    <a:pt x="8721" y="47"/>
                  </a:cubicBezTo>
                  <a:cubicBezTo>
                    <a:pt x="8742" y="73"/>
                    <a:pt x="8752" y="108"/>
                    <a:pt x="8751" y="151"/>
                  </a:cubicBezTo>
                  <a:cubicBezTo>
                    <a:pt x="8751" y="175"/>
                    <a:pt x="8749" y="200"/>
                    <a:pt x="8745" y="227"/>
                  </a:cubicBezTo>
                  <a:cubicBezTo>
                    <a:pt x="8741" y="253"/>
                    <a:pt x="8735" y="281"/>
                    <a:pt x="8729" y="310"/>
                  </a:cubicBezTo>
                  <a:cubicBezTo>
                    <a:pt x="8713" y="395"/>
                    <a:pt x="8688" y="457"/>
                    <a:pt x="8653" y="496"/>
                  </a:cubicBezTo>
                  <a:cubicBezTo>
                    <a:pt x="8617" y="535"/>
                    <a:pt x="8564" y="554"/>
                    <a:pt x="8494" y="554"/>
                  </a:cubicBezTo>
                  <a:cubicBezTo>
                    <a:pt x="8439" y="553"/>
                    <a:pt x="8402" y="540"/>
                    <a:pt x="8380" y="514"/>
                  </a:cubicBezTo>
                  <a:cubicBezTo>
                    <a:pt x="8359" y="487"/>
                    <a:pt x="8349" y="453"/>
                    <a:pt x="8350" y="409"/>
                  </a:cubicBezTo>
                  <a:cubicBezTo>
                    <a:pt x="8350" y="385"/>
                    <a:pt x="8353" y="360"/>
                    <a:pt x="8357" y="334"/>
                  </a:cubicBezTo>
                  <a:cubicBezTo>
                    <a:pt x="8361" y="307"/>
                    <a:pt x="8366" y="280"/>
                    <a:pt x="8373" y="251"/>
                  </a:cubicBezTo>
                  <a:cubicBezTo>
                    <a:pt x="8384" y="194"/>
                    <a:pt x="8398" y="148"/>
                    <a:pt x="8417" y="112"/>
                  </a:cubicBezTo>
                  <a:cubicBezTo>
                    <a:pt x="8435" y="76"/>
                    <a:pt x="8460" y="49"/>
                    <a:pt x="8490" y="32"/>
                  </a:cubicBezTo>
                  <a:cubicBezTo>
                    <a:pt x="8521" y="15"/>
                    <a:pt x="8560" y="7"/>
                    <a:pt x="8607" y="7"/>
                  </a:cubicBezTo>
                  <a:close/>
                  <a:moveTo>
                    <a:pt x="8218" y="7"/>
                  </a:moveTo>
                  <a:cubicBezTo>
                    <a:pt x="8247" y="7"/>
                    <a:pt x="8275" y="9"/>
                    <a:pt x="8301" y="13"/>
                  </a:cubicBezTo>
                  <a:cubicBezTo>
                    <a:pt x="8327" y="17"/>
                    <a:pt x="8346" y="21"/>
                    <a:pt x="8357" y="26"/>
                  </a:cubicBezTo>
                  <a:lnTo>
                    <a:pt x="8325" y="153"/>
                  </a:lnTo>
                  <a:cubicBezTo>
                    <a:pt x="8312" y="149"/>
                    <a:pt x="8296" y="146"/>
                    <a:pt x="8278" y="143"/>
                  </a:cubicBezTo>
                  <a:cubicBezTo>
                    <a:pt x="8260" y="140"/>
                    <a:pt x="8239" y="138"/>
                    <a:pt x="8216" y="138"/>
                  </a:cubicBezTo>
                  <a:cubicBezTo>
                    <a:pt x="8188" y="137"/>
                    <a:pt x="8169" y="144"/>
                    <a:pt x="8157" y="160"/>
                  </a:cubicBezTo>
                  <a:cubicBezTo>
                    <a:pt x="8146" y="176"/>
                    <a:pt x="8135" y="207"/>
                    <a:pt x="8125" y="252"/>
                  </a:cubicBezTo>
                  <a:cubicBezTo>
                    <a:pt x="8121" y="268"/>
                    <a:pt x="8118" y="288"/>
                    <a:pt x="8114" y="309"/>
                  </a:cubicBezTo>
                  <a:cubicBezTo>
                    <a:pt x="8110" y="331"/>
                    <a:pt x="8107" y="353"/>
                    <a:pt x="8105" y="374"/>
                  </a:cubicBezTo>
                  <a:cubicBezTo>
                    <a:pt x="8103" y="395"/>
                    <a:pt x="8101" y="413"/>
                    <a:pt x="8101" y="428"/>
                  </a:cubicBezTo>
                  <a:cubicBezTo>
                    <a:pt x="8104" y="429"/>
                    <a:pt x="8108" y="429"/>
                    <a:pt x="8111" y="429"/>
                  </a:cubicBezTo>
                  <a:cubicBezTo>
                    <a:pt x="8114" y="429"/>
                    <a:pt x="8117" y="429"/>
                    <a:pt x="8121" y="429"/>
                  </a:cubicBezTo>
                  <a:cubicBezTo>
                    <a:pt x="8130" y="429"/>
                    <a:pt x="8139" y="429"/>
                    <a:pt x="8148" y="428"/>
                  </a:cubicBezTo>
                  <a:cubicBezTo>
                    <a:pt x="8157" y="427"/>
                    <a:pt x="8166" y="426"/>
                    <a:pt x="8174" y="424"/>
                  </a:cubicBezTo>
                  <a:lnTo>
                    <a:pt x="8188" y="346"/>
                  </a:lnTo>
                  <a:lnTo>
                    <a:pt x="8147" y="346"/>
                  </a:lnTo>
                  <a:lnTo>
                    <a:pt x="8167" y="235"/>
                  </a:lnTo>
                  <a:lnTo>
                    <a:pt x="8331" y="235"/>
                  </a:lnTo>
                  <a:lnTo>
                    <a:pt x="8277" y="526"/>
                  </a:lnTo>
                  <a:cubicBezTo>
                    <a:pt x="8259" y="534"/>
                    <a:pt x="8233" y="541"/>
                    <a:pt x="8200" y="546"/>
                  </a:cubicBezTo>
                  <a:cubicBezTo>
                    <a:pt x="8167" y="551"/>
                    <a:pt x="8135" y="554"/>
                    <a:pt x="8102" y="554"/>
                  </a:cubicBezTo>
                  <a:cubicBezTo>
                    <a:pt x="8063" y="554"/>
                    <a:pt x="8033" y="548"/>
                    <a:pt x="8012" y="536"/>
                  </a:cubicBezTo>
                  <a:cubicBezTo>
                    <a:pt x="7991" y="524"/>
                    <a:pt x="7977" y="507"/>
                    <a:pt x="7969" y="485"/>
                  </a:cubicBezTo>
                  <a:cubicBezTo>
                    <a:pt x="7961" y="464"/>
                    <a:pt x="7958" y="439"/>
                    <a:pt x="7958" y="410"/>
                  </a:cubicBezTo>
                  <a:cubicBezTo>
                    <a:pt x="7958" y="386"/>
                    <a:pt x="7960" y="361"/>
                    <a:pt x="7964" y="334"/>
                  </a:cubicBezTo>
                  <a:cubicBezTo>
                    <a:pt x="7969" y="307"/>
                    <a:pt x="7974" y="280"/>
                    <a:pt x="7980" y="251"/>
                  </a:cubicBezTo>
                  <a:cubicBezTo>
                    <a:pt x="7996" y="166"/>
                    <a:pt x="8022" y="104"/>
                    <a:pt x="8058" y="65"/>
                  </a:cubicBezTo>
                  <a:cubicBezTo>
                    <a:pt x="8094" y="26"/>
                    <a:pt x="8148" y="6"/>
                    <a:pt x="8218" y="7"/>
                  </a:cubicBezTo>
                  <a:close/>
                  <a:moveTo>
                    <a:pt x="7756" y="7"/>
                  </a:moveTo>
                  <a:cubicBezTo>
                    <a:pt x="7787" y="7"/>
                    <a:pt x="7812" y="9"/>
                    <a:pt x="7831" y="13"/>
                  </a:cubicBezTo>
                  <a:cubicBezTo>
                    <a:pt x="7851" y="17"/>
                    <a:pt x="7865" y="21"/>
                    <a:pt x="7874" y="25"/>
                  </a:cubicBezTo>
                  <a:lnTo>
                    <a:pt x="7844" y="151"/>
                  </a:lnTo>
                  <a:cubicBezTo>
                    <a:pt x="7832" y="147"/>
                    <a:pt x="7820" y="143"/>
                    <a:pt x="7808" y="141"/>
                  </a:cubicBezTo>
                  <a:cubicBezTo>
                    <a:pt x="7797" y="139"/>
                    <a:pt x="7784" y="138"/>
                    <a:pt x="7771" y="138"/>
                  </a:cubicBezTo>
                  <a:cubicBezTo>
                    <a:pt x="7758" y="138"/>
                    <a:pt x="7748" y="140"/>
                    <a:pt x="7741" y="145"/>
                  </a:cubicBezTo>
                  <a:cubicBezTo>
                    <a:pt x="7734" y="150"/>
                    <a:pt x="7731" y="158"/>
                    <a:pt x="7731" y="169"/>
                  </a:cubicBezTo>
                  <a:cubicBezTo>
                    <a:pt x="7731" y="177"/>
                    <a:pt x="7732" y="186"/>
                    <a:pt x="7735" y="194"/>
                  </a:cubicBezTo>
                  <a:cubicBezTo>
                    <a:pt x="7738" y="203"/>
                    <a:pt x="7743" y="215"/>
                    <a:pt x="7749" y="230"/>
                  </a:cubicBezTo>
                  <a:lnTo>
                    <a:pt x="7775" y="291"/>
                  </a:lnTo>
                  <a:cubicBezTo>
                    <a:pt x="7782" y="306"/>
                    <a:pt x="7788" y="323"/>
                    <a:pt x="7794" y="341"/>
                  </a:cubicBezTo>
                  <a:cubicBezTo>
                    <a:pt x="7799" y="359"/>
                    <a:pt x="7803" y="377"/>
                    <a:pt x="7803" y="396"/>
                  </a:cubicBezTo>
                  <a:cubicBezTo>
                    <a:pt x="7802" y="451"/>
                    <a:pt x="7787" y="491"/>
                    <a:pt x="7758" y="516"/>
                  </a:cubicBezTo>
                  <a:cubicBezTo>
                    <a:pt x="7729" y="542"/>
                    <a:pt x="7692" y="554"/>
                    <a:pt x="7645" y="554"/>
                  </a:cubicBezTo>
                  <a:cubicBezTo>
                    <a:pt x="7612" y="553"/>
                    <a:pt x="7585" y="551"/>
                    <a:pt x="7564" y="547"/>
                  </a:cubicBezTo>
                  <a:cubicBezTo>
                    <a:pt x="7543" y="543"/>
                    <a:pt x="7528" y="539"/>
                    <a:pt x="7519" y="535"/>
                  </a:cubicBezTo>
                  <a:lnTo>
                    <a:pt x="7529" y="402"/>
                  </a:lnTo>
                  <a:cubicBezTo>
                    <a:pt x="7539" y="406"/>
                    <a:pt x="7552" y="410"/>
                    <a:pt x="7571" y="414"/>
                  </a:cubicBezTo>
                  <a:cubicBezTo>
                    <a:pt x="7590" y="418"/>
                    <a:pt x="7611" y="420"/>
                    <a:pt x="7635" y="420"/>
                  </a:cubicBezTo>
                  <a:cubicBezTo>
                    <a:pt x="7638" y="420"/>
                    <a:pt x="7641" y="420"/>
                    <a:pt x="7643" y="420"/>
                  </a:cubicBezTo>
                  <a:cubicBezTo>
                    <a:pt x="7646" y="420"/>
                    <a:pt x="7649" y="420"/>
                    <a:pt x="7652" y="420"/>
                  </a:cubicBezTo>
                  <a:cubicBezTo>
                    <a:pt x="7653" y="416"/>
                    <a:pt x="7654" y="412"/>
                    <a:pt x="7655" y="407"/>
                  </a:cubicBezTo>
                  <a:cubicBezTo>
                    <a:pt x="7656" y="403"/>
                    <a:pt x="7657" y="398"/>
                    <a:pt x="7657" y="393"/>
                  </a:cubicBezTo>
                  <a:cubicBezTo>
                    <a:pt x="7656" y="384"/>
                    <a:pt x="7655" y="375"/>
                    <a:pt x="7651" y="366"/>
                  </a:cubicBezTo>
                  <a:cubicBezTo>
                    <a:pt x="7647" y="358"/>
                    <a:pt x="7643" y="348"/>
                    <a:pt x="7637" y="336"/>
                  </a:cubicBezTo>
                  <a:lnTo>
                    <a:pt x="7610" y="276"/>
                  </a:lnTo>
                  <a:cubicBezTo>
                    <a:pt x="7602" y="259"/>
                    <a:pt x="7596" y="241"/>
                    <a:pt x="7591" y="223"/>
                  </a:cubicBezTo>
                  <a:cubicBezTo>
                    <a:pt x="7586" y="205"/>
                    <a:pt x="7584" y="188"/>
                    <a:pt x="7584" y="171"/>
                  </a:cubicBezTo>
                  <a:cubicBezTo>
                    <a:pt x="7585" y="116"/>
                    <a:pt x="7600" y="75"/>
                    <a:pt x="7631" y="48"/>
                  </a:cubicBezTo>
                  <a:cubicBezTo>
                    <a:pt x="7662" y="20"/>
                    <a:pt x="7704" y="7"/>
                    <a:pt x="7756" y="7"/>
                  </a:cubicBezTo>
                  <a:close/>
                  <a:moveTo>
                    <a:pt x="5955" y="7"/>
                  </a:moveTo>
                  <a:cubicBezTo>
                    <a:pt x="6010" y="7"/>
                    <a:pt x="6047" y="21"/>
                    <a:pt x="6069" y="47"/>
                  </a:cubicBezTo>
                  <a:cubicBezTo>
                    <a:pt x="6090" y="73"/>
                    <a:pt x="6100" y="108"/>
                    <a:pt x="6099" y="151"/>
                  </a:cubicBezTo>
                  <a:cubicBezTo>
                    <a:pt x="6099" y="175"/>
                    <a:pt x="6097" y="200"/>
                    <a:pt x="6093" y="227"/>
                  </a:cubicBezTo>
                  <a:cubicBezTo>
                    <a:pt x="6089" y="253"/>
                    <a:pt x="6083" y="281"/>
                    <a:pt x="6077" y="310"/>
                  </a:cubicBezTo>
                  <a:cubicBezTo>
                    <a:pt x="6061" y="395"/>
                    <a:pt x="6036" y="457"/>
                    <a:pt x="6001" y="496"/>
                  </a:cubicBezTo>
                  <a:cubicBezTo>
                    <a:pt x="5965" y="535"/>
                    <a:pt x="5912" y="554"/>
                    <a:pt x="5842" y="554"/>
                  </a:cubicBezTo>
                  <a:cubicBezTo>
                    <a:pt x="5787" y="553"/>
                    <a:pt x="5750" y="540"/>
                    <a:pt x="5728" y="514"/>
                  </a:cubicBezTo>
                  <a:cubicBezTo>
                    <a:pt x="5707" y="487"/>
                    <a:pt x="5697" y="453"/>
                    <a:pt x="5698" y="409"/>
                  </a:cubicBezTo>
                  <a:cubicBezTo>
                    <a:pt x="5698" y="385"/>
                    <a:pt x="5701" y="360"/>
                    <a:pt x="5705" y="334"/>
                  </a:cubicBezTo>
                  <a:cubicBezTo>
                    <a:pt x="5709" y="307"/>
                    <a:pt x="5714" y="280"/>
                    <a:pt x="5721" y="251"/>
                  </a:cubicBezTo>
                  <a:cubicBezTo>
                    <a:pt x="5732" y="194"/>
                    <a:pt x="5746" y="148"/>
                    <a:pt x="5765" y="112"/>
                  </a:cubicBezTo>
                  <a:cubicBezTo>
                    <a:pt x="5783" y="76"/>
                    <a:pt x="5808" y="49"/>
                    <a:pt x="5838" y="32"/>
                  </a:cubicBezTo>
                  <a:cubicBezTo>
                    <a:pt x="5869" y="15"/>
                    <a:pt x="5908" y="7"/>
                    <a:pt x="5955" y="7"/>
                  </a:cubicBezTo>
                  <a:close/>
                  <a:moveTo>
                    <a:pt x="5566" y="7"/>
                  </a:moveTo>
                  <a:cubicBezTo>
                    <a:pt x="5595" y="7"/>
                    <a:pt x="5623" y="9"/>
                    <a:pt x="5649" y="13"/>
                  </a:cubicBezTo>
                  <a:cubicBezTo>
                    <a:pt x="5675" y="17"/>
                    <a:pt x="5694" y="21"/>
                    <a:pt x="5705" y="26"/>
                  </a:cubicBezTo>
                  <a:lnTo>
                    <a:pt x="5673" y="153"/>
                  </a:lnTo>
                  <a:cubicBezTo>
                    <a:pt x="5660" y="149"/>
                    <a:pt x="5644" y="146"/>
                    <a:pt x="5626" y="143"/>
                  </a:cubicBezTo>
                  <a:cubicBezTo>
                    <a:pt x="5608" y="140"/>
                    <a:pt x="5587" y="138"/>
                    <a:pt x="5564" y="138"/>
                  </a:cubicBezTo>
                  <a:cubicBezTo>
                    <a:pt x="5536" y="137"/>
                    <a:pt x="5517" y="144"/>
                    <a:pt x="5505" y="160"/>
                  </a:cubicBezTo>
                  <a:cubicBezTo>
                    <a:pt x="5494" y="176"/>
                    <a:pt x="5483" y="207"/>
                    <a:pt x="5473" y="252"/>
                  </a:cubicBezTo>
                  <a:cubicBezTo>
                    <a:pt x="5469" y="268"/>
                    <a:pt x="5466" y="288"/>
                    <a:pt x="5462" y="309"/>
                  </a:cubicBezTo>
                  <a:cubicBezTo>
                    <a:pt x="5458" y="331"/>
                    <a:pt x="5455" y="353"/>
                    <a:pt x="5453" y="374"/>
                  </a:cubicBezTo>
                  <a:cubicBezTo>
                    <a:pt x="5451" y="395"/>
                    <a:pt x="5449" y="413"/>
                    <a:pt x="5449" y="428"/>
                  </a:cubicBezTo>
                  <a:cubicBezTo>
                    <a:pt x="5452" y="429"/>
                    <a:pt x="5456" y="429"/>
                    <a:pt x="5459" y="429"/>
                  </a:cubicBezTo>
                  <a:cubicBezTo>
                    <a:pt x="5462" y="429"/>
                    <a:pt x="5465" y="429"/>
                    <a:pt x="5469" y="429"/>
                  </a:cubicBezTo>
                  <a:cubicBezTo>
                    <a:pt x="5478" y="429"/>
                    <a:pt x="5487" y="429"/>
                    <a:pt x="5496" y="428"/>
                  </a:cubicBezTo>
                  <a:cubicBezTo>
                    <a:pt x="5505" y="427"/>
                    <a:pt x="5514" y="426"/>
                    <a:pt x="5522" y="424"/>
                  </a:cubicBezTo>
                  <a:lnTo>
                    <a:pt x="5536" y="346"/>
                  </a:lnTo>
                  <a:lnTo>
                    <a:pt x="5495" y="346"/>
                  </a:lnTo>
                  <a:lnTo>
                    <a:pt x="5515" y="235"/>
                  </a:lnTo>
                  <a:lnTo>
                    <a:pt x="5679" y="235"/>
                  </a:lnTo>
                  <a:lnTo>
                    <a:pt x="5625" y="526"/>
                  </a:lnTo>
                  <a:cubicBezTo>
                    <a:pt x="5607" y="534"/>
                    <a:pt x="5581" y="541"/>
                    <a:pt x="5548" y="546"/>
                  </a:cubicBezTo>
                  <a:cubicBezTo>
                    <a:pt x="5515" y="551"/>
                    <a:pt x="5483" y="554"/>
                    <a:pt x="5450" y="554"/>
                  </a:cubicBezTo>
                  <a:cubicBezTo>
                    <a:pt x="5411" y="554"/>
                    <a:pt x="5381" y="548"/>
                    <a:pt x="5360" y="536"/>
                  </a:cubicBezTo>
                  <a:cubicBezTo>
                    <a:pt x="5339" y="524"/>
                    <a:pt x="5325" y="507"/>
                    <a:pt x="5317" y="485"/>
                  </a:cubicBezTo>
                  <a:cubicBezTo>
                    <a:pt x="5309" y="464"/>
                    <a:pt x="5306" y="439"/>
                    <a:pt x="5306" y="410"/>
                  </a:cubicBezTo>
                  <a:cubicBezTo>
                    <a:pt x="5306" y="386"/>
                    <a:pt x="5308" y="361"/>
                    <a:pt x="5312" y="334"/>
                  </a:cubicBezTo>
                  <a:cubicBezTo>
                    <a:pt x="5317" y="307"/>
                    <a:pt x="5322" y="280"/>
                    <a:pt x="5328" y="251"/>
                  </a:cubicBezTo>
                  <a:cubicBezTo>
                    <a:pt x="5344" y="166"/>
                    <a:pt x="5370" y="104"/>
                    <a:pt x="5406" y="65"/>
                  </a:cubicBezTo>
                  <a:cubicBezTo>
                    <a:pt x="5442" y="26"/>
                    <a:pt x="5496" y="6"/>
                    <a:pt x="5566" y="7"/>
                  </a:cubicBezTo>
                  <a:close/>
                  <a:moveTo>
                    <a:pt x="5104" y="7"/>
                  </a:moveTo>
                  <a:cubicBezTo>
                    <a:pt x="5135" y="7"/>
                    <a:pt x="5160" y="9"/>
                    <a:pt x="5179" y="13"/>
                  </a:cubicBezTo>
                  <a:cubicBezTo>
                    <a:pt x="5199" y="17"/>
                    <a:pt x="5213" y="21"/>
                    <a:pt x="5222" y="25"/>
                  </a:cubicBezTo>
                  <a:lnTo>
                    <a:pt x="5192" y="151"/>
                  </a:lnTo>
                  <a:cubicBezTo>
                    <a:pt x="5180" y="147"/>
                    <a:pt x="5168" y="143"/>
                    <a:pt x="5156" y="141"/>
                  </a:cubicBezTo>
                  <a:cubicBezTo>
                    <a:pt x="5145" y="139"/>
                    <a:pt x="5132" y="138"/>
                    <a:pt x="5119" y="138"/>
                  </a:cubicBezTo>
                  <a:cubicBezTo>
                    <a:pt x="5106" y="138"/>
                    <a:pt x="5096" y="140"/>
                    <a:pt x="5089" y="145"/>
                  </a:cubicBezTo>
                  <a:cubicBezTo>
                    <a:pt x="5082" y="150"/>
                    <a:pt x="5079" y="158"/>
                    <a:pt x="5079" y="169"/>
                  </a:cubicBezTo>
                  <a:cubicBezTo>
                    <a:pt x="5079" y="177"/>
                    <a:pt x="5080" y="186"/>
                    <a:pt x="5083" y="194"/>
                  </a:cubicBezTo>
                  <a:cubicBezTo>
                    <a:pt x="5086" y="203"/>
                    <a:pt x="5091" y="215"/>
                    <a:pt x="5097" y="230"/>
                  </a:cubicBezTo>
                  <a:lnTo>
                    <a:pt x="5123" y="291"/>
                  </a:lnTo>
                  <a:cubicBezTo>
                    <a:pt x="5130" y="306"/>
                    <a:pt x="5136" y="323"/>
                    <a:pt x="5142" y="341"/>
                  </a:cubicBezTo>
                  <a:cubicBezTo>
                    <a:pt x="5147" y="359"/>
                    <a:pt x="5151" y="377"/>
                    <a:pt x="5151" y="396"/>
                  </a:cubicBezTo>
                  <a:cubicBezTo>
                    <a:pt x="5150" y="451"/>
                    <a:pt x="5135" y="491"/>
                    <a:pt x="5106" y="516"/>
                  </a:cubicBezTo>
                  <a:cubicBezTo>
                    <a:pt x="5077" y="542"/>
                    <a:pt x="5040" y="554"/>
                    <a:pt x="4993" y="554"/>
                  </a:cubicBezTo>
                  <a:cubicBezTo>
                    <a:pt x="4960" y="553"/>
                    <a:pt x="4933" y="551"/>
                    <a:pt x="4912" y="547"/>
                  </a:cubicBezTo>
                  <a:cubicBezTo>
                    <a:pt x="4891" y="543"/>
                    <a:pt x="4876" y="539"/>
                    <a:pt x="4867" y="535"/>
                  </a:cubicBezTo>
                  <a:lnTo>
                    <a:pt x="4877" y="402"/>
                  </a:lnTo>
                  <a:cubicBezTo>
                    <a:pt x="4887" y="406"/>
                    <a:pt x="4900" y="410"/>
                    <a:pt x="4919" y="414"/>
                  </a:cubicBezTo>
                  <a:cubicBezTo>
                    <a:pt x="4938" y="418"/>
                    <a:pt x="4959" y="420"/>
                    <a:pt x="4983" y="420"/>
                  </a:cubicBezTo>
                  <a:cubicBezTo>
                    <a:pt x="4986" y="420"/>
                    <a:pt x="4989" y="420"/>
                    <a:pt x="4991" y="420"/>
                  </a:cubicBezTo>
                  <a:cubicBezTo>
                    <a:pt x="4994" y="420"/>
                    <a:pt x="4997" y="420"/>
                    <a:pt x="5000" y="420"/>
                  </a:cubicBezTo>
                  <a:cubicBezTo>
                    <a:pt x="5001" y="416"/>
                    <a:pt x="5002" y="412"/>
                    <a:pt x="5003" y="407"/>
                  </a:cubicBezTo>
                  <a:cubicBezTo>
                    <a:pt x="5004" y="403"/>
                    <a:pt x="5005" y="398"/>
                    <a:pt x="5005" y="393"/>
                  </a:cubicBezTo>
                  <a:cubicBezTo>
                    <a:pt x="5004" y="384"/>
                    <a:pt x="5003" y="375"/>
                    <a:pt x="4999" y="366"/>
                  </a:cubicBezTo>
                  <a:cubicBezTo>
                    <a:pt x="4995" y="358"/>
                    <a:pt x="4991" y="348"/>
                    <a:pt x="4985" y="336"/>
                  </a:cubicBezTo>
                  <a:lnTo>
                    <a:pt x="4958" y="276"/>
                  </a:lnTo>
                  <a:cubicBezTo>
                    <a:pt x="4950" y="259"/>
                    <a:pt x="4944" y="241"/>
                    <a:pt x="4939" y="223"/>
                  </a:cubicBezTo>
                  <a:cubicBezTo>
                    <a:pt x="4934" y="205"/>
                    <a:pt x="4932" y="188"/>
                    <a:pt x="4932" y="171"/>
                  </a:cubicBezTo>
                  <a:cubicBezTo>
                    <a:pt x="4933" y="116"/>
                    <a:pt x="4948" y="75"/>
                    <a:pt x="4979" y="48"/>
                  </a:cubicBezTo>
                  <a:cubicBezTo>
                    <a:pt x="5010" y="20"/>
                    <a:pt x="5052" y="7"/>
                    <a:pt x="5104" y="7"/>
                  </a:cubicBezTo>
                  <a:close/>
                  <a:moveTo>
                    <a:pt x="3301" y="7"/>
                  </a:moveTo>
                  <a:cubicBezTo>
                    <a:pt x="3356" y="7"/>
                    <a:pt x="3393" y="21"/>
                    <a:pt x="3415" y="47"/>
                  </a:cubicBezTo>
                  <a:cubicBezTo>
                    <a:pt x="3436" y="73"/>
                    <a:pt x="3446" y="108"/>
                    <a:pt x="3445" y="151"/>
                  </a:cubicBezTo>
                  <a:cubicBezTo>
                    <a:pt x="3445" y="175"/>
                    <a:pt x="3443" y="200"/>
                    <a:pt x="3439" y="227"/>
                  </a:cubicBezTo>
                  <a:cubicBezTo>
                    <a:pt x="3435" y="253"/>
                    <a:pt x="3429" y="281"/>
                    <a:pt x="3423" y="310"/>
                  </a:cubicBezTo>
                  <a:cubicBezTo>
                    <a:pt x="3407" y="395"/>
                    <a:pt x="3382" y="457"/>
                    <a:pt x="3347" y="496"/>
                  </a:cubicBezTo>
                  <a:cubicBezTo>
                    <a:pt x="3311" y="535"/>
                    <a:pt x="3258" y="554"/>
                    <a:pt x="3188" y="554"/>
                  </a:cubicBezTo>
                  <a:cubicBezTo>
                    <a:pt x="3133" y="553"/>
                    <a:pt x="3096" y="540"/>
                    <a:pt x="3074" y="514"/>
                  </a:cubicBezTo>
                  <a:cubicBezTo>
                    <a:pt x="3053" y="487"/>
                    <a:pt x="3043" y="453"/>
                    <a:pt x="3044" y="409"/>
                  </a:cubicBezTo>
                  <a:cubicBezTo>
                    <a:pt x="3044" y="385"/>
                    <a:pt x="3047" y="360"/>
                    <a:pt x="3051" y="334"/>
                  </a:cubicBezTo>
                  <a:cubicBezTo>
                    <a:pt x="3055" y="307"/>
                    <a:pt x="3060" y="280"/>
                    <a:pt x="3067" y="251"/>
                  </a:cubicBezTo>
                  <a:cubicBezTo>
                    <a:pt x="3078" y="194"/>
                    <a:pt x="3092" y="148"/>
                    <a:pt x="3111" y="112"/>
                  </a:cubicBezTo>
                  <a:cubicBezTo>
                    <a:pt x="3129" y="76"/>
                    <a:pt x="3154" y="49"/>
                    <a:pt x="3184" y="32"/>
                  </a:cubicBezTo>
                  <a:cubicBezTo>
                    <a:pt x="3215" y="15"/>
                    <a:pt x="3254" y="7"/>
                    <a:pt x="3301" y="7"/>
                  </a:cubicBezTo>
                  <a:close/>
                  <a:moveTo>
                    <a:pt x="2912" y="7"/>
                  </a:moveTo>
                  <a:cubicBezTo>
                    <a:pt x="2941" y="7"/>
                    <a:pt x="2969" y="9"/>
                    <a:pt x="2995" y="13"/>
                  </a:cubicBezTo>
                  <a:cubicBezTo>
                    <a:pt x="3021" y="17"/>
                    <a:pt x="3040" y="21"/>
                    <a:pt x="3051" y="26"/>
                  </a:cubicBezTo>
                  <a:lnTo>
                    <a:pt x="3019" y="153"/>
                  </a:lnTo>
                  <a:cubicBezTo>
                    <a:pt x="3006" y="149"/>
                    <a:pt x="2990" y="146"/>
                    <a:pt x="2972" y="143"/>
                  </a:cubicBezTo>
                  <a:cubicBezTo>
                    <a:pt x="2954" y="140"/>
                    <a:pt x="2933" y="138"/>
                    <a:pt x="2910" y="138"/>
                  </a:cubicBezTo>
                  <a:cubicBezTo>
                    <a:pt x="2882" y="137"/>
                    <a:pt x="2863" y="144"/>
                    <a:pt x="2851" y="160"/>
                  </a:cubicBezTo>
                  <a:cubicBezTo>
                    <a:pt x="2840" y="176"/>
                    <a:pt x="2829" y="207"/>
                    <a:pt x="2819" y="252"/>
                  </a:cubicBezTo>
                  <a:cubicBezTo>
                    <a:pt x="2815" y="268"/>
                    <a:pt x="2812" y="288"/>
                    <a:pt x="2808" y="309"/>
                  </a:cubicBezTo>
                  <a:cubicBezTo>
                    <a:pt x="2804" y="331"/>
                    <a:pt x="2801" y="353"/>
                    <a:pt x="2799" y="374"/>
                  </a:cubicBezTo>
                  <a:cubicBezTo>
                    <a:pt x="2797" y="395"/>
                    <a:pt x="2795" y="413"/>
                    <a:pt x="2795" y="428"/>
                  </a:cubicBezTo>
                  <a:cubicBezTo>
                    <a:pt x="2798" y="429"/>
                    <a:pt x="2802" y="429"/>
                    <a:pt x="2805" y="429"/>
                  </a:cubicBezTo>
                  <a:cubicBezTo>
                    <a:pt x="2808" y="429"/>
                    <a:pt x="2811" y="429"/>
                    <a:pt x="2815" y="429"/>
                  </a:cubicBezTo>
                  <a:cubicBezTo>
                    <a:pt x="2824" y="429"/>
                    <a:pt x="2833" y="429"/>
                    <a:pt x="2842" y="428"/>
                  </a:cubicBezTo>
                  <a:cubicBezTo>
                    <a:pt x="2851" y="427"/>
                    <a:pt x="2860" y="426"/>
                    <a:pt x="2868" y="424"/>
                  </a:cubicBezTo>
                  <a:lnTo>
                    <a:pt x="2882" y="346"/>
                  </a:lnTo>
                  <a:lnTo>
                    <a:pt x="2841" y="346"/>
                  </a:lnTo>
                  <a:lnTo>
                    <a:pt x="2861" y="235"/>
                  </a:lnTo>
                  <a:lnTo>
                    <a:pt x="3025" y="235"/>
                  </a:lnTo>
                  <a:lnTo>
                    <a:pt x="2971" y="526"/>
                  </a:lnTo>
                  <a:cubicBezTo>
                    <a:pt x="2953" y="534"/>
                    <a:pt x="2927" y="541"/>
                    <a:pt x="2894" y="546"/>
                  </a:cubicBezTo>
                  <a:cubicBezTo>
                    <a:pt x="2861" y="551"/>
                    <a:pt x="2829" y="554"/>
                    <a:pt x="2796" y="554"/>
                  </a:cubicBezTo>
                  <a:cubicBezTo>
                    <a:pt x="2757" y="554"/>
                    <a:pt x="2727" y="548"/>
                    <a:pt x="2706" y="536"/>
                  </a:cubicBezTo>
                  <a:cubicBezTo>
                    <a:pt x="2685" y="524"/>
                    <a:pt x="2671" y="507"/>
                    <a:pt x="2663" y="485"/>
                  </a:cubicBezTo>
                  <a:cubicBezTo>
                    <a:pt x="2655" y="464"/>
                    <a:pt x="2652" y="439"/>
                    <a:pt x="2652" y="410"/>
                  </a:cubicBezTo>
                  <a:cubicBezTo>
                    <a:pt x="2652" y="386"/>
                    <a:pt x="2654" y="361"/>
                    <a:pt x="2658" y="334"/>
                  </a:cubicBezTo>
                  <a:cubicBezTo>
                    <a:pt x="2663" y="307"/>
                    <a:pt x="2668" y="280"/>
                    <a:pt x="2674" y="251"/>
                  </a:cubicBezTo>
                  <a:cubicBezTo>
                    <a:pt x="2690" y="166"/>
                    <a:pt x="2716" y="104"/>
                    <a:pt x="2752" y="65"/>
                  </a:cubicBezTo>
                  <a:cubicBezTo>
                    <a:pt x="2788" y="26"/>
                    <a:pt x="2842" y="6"/>
                    <a:pt x="2912" y="7"/>
                  </a:cubicBezTo>
                  <a:close/>
                  <a:moveTo>
                    <a:pt x="2452" y="7"/>
                  </a:moveTo>
                  <a:cubicBezTo>
                    <a:pt x="2483" y="7"/>
                    <a:pt x="2508" y="9"/>
                    <a:pt x="2527" y="13"/>
                  </a:cubicBezTo>
                  <a:cubicBezTo>
                    <a:pt x="2547" y="17"/>
                    <a:pt x="2561" y="21"/>
                    <a:pt x="2570" y="25"/>
                  </a:cubicBezTo>
                  <a:lnTo>
                    <a:pt x="2540" y="151"/>
                  </a:lnTo>
                  <a:cubicBezTo>
                    <a:pt x="2528" y="147"/>
                    <a:pt x="2516" y="143"/>
                    <a:pt x="2504" y="141"/>
                  </a:cubicBezTo>
                  <a:cubicBezTo>
                    <a:pt x="2493" y="139"/>
                    <a:pt x="2480" y="138"/>
                    <a:pt x="2467" y="138"/>
                  </a:cubicBezTo>
                  <a:cubicBezTo>
                    <a:pt x="2454" y="138"/>
                    <a:pt x="2444" y="140"/>
                    <a:pt x="2437" y="145"/>
                  </a:cubicBezTo>
                  <a:cubicBezTo>
                    <a:pt x="2430" y="150"/>
                    <a:pt x="2427" y="158"/>
                    <a:pt x="2427" y="169"/>
                  </a:cubicBezTo>
                  <a:cubicBezTo>
                    <a:pt x="2427" y="177"/>
                    <a:pt x="2428" y="186"/>
                    <a:pt x="2431" y="194"/>
                  </a:cubicBezTo>
                  <a:cubicBezTo>
                    <a:pt x="2434" y="203"/>
                    <a:pt x="2439" y="215"/>
                    <a:pt x="2445" y="230"/>
                  </a:cubicBezTo>
                  <a:lnTo>
                    <a:pt x="2471" y="291"/>
                  </a:lnTo>
                  <a:cubicBezTo>
                    <a:pt x="2478" y="306"/>
                    <a:pt x="2484" y="323"/>
                    <a:pt x="2490" y="341"/>
                  </a:cubicBezTo>
                  <a:cubicBezTo>
                    <a:pt x="2495" y="359"/>
                    <a:pt x="2499" y="377"/>
                    <a:pt x="2499" y="396"/>
                  </a:cubicBezTo>
                  <a:cubicBezTo>
                    <a:pt x="2498" y="451"/>
                    <a:pt x="2483" y="491"/>
                    <a:pt x="2454" y="516"/>
                  </a:cubicBezTo>
                  <a:cubicBezTo>
                    <a:pt x="2425" y="542"/>
                    <a:pt x="2388" y="554"/>
                    <a:pt x="2341" y="554"/>
                  </a:cubicBezTo>
                  <a:cubicBezTo>
                    <a:pt x="2308" y="553"/>
                    <a:pt x="2281" y="551"/>
                    <a:pt x="2260" y="547"/>
                  </a:cubicBezTo>
                  <a:cubicBezTo>
                    <a:pt x="2239" y="543"/>
                    <a:pt x="2224" y="539"/>
                    <a:pt x="2215" y="535"/>
                  </a:cubicBezTo>
                  <a:lnTo>
                    <a:pt x="2225" y="402"/>
                  </a:lnTo>
                  <a:cubicBezTo>
                    <a:pt x="2235" y="406"/>
                    <a:pt x="2248" y="410"/>
                    <a:pt x="2267" y="414"/>
                  </a:cubicBezTo>
                  <a:cubicBezTo>
                    <a:pt x="2286" y="418"/>
                    <a:pt x="2307" y="420"/>
                    <a:pt x="2331" y="420"/>
                  </a:cubicBezTo>
                  <a:cubicBezTo>
                    <a:pt x="2334" y="420"/>
                    <a:pt x="2337" y="420"/>
                    <a:pt x="2339" y="420"/>
                  </a:cubicBezTo>
                  <a:cubicBezTo>
                    <a:pt x="2342" y="420"/>
                    <a:pt x="2345" y="420"/>
                    <a:pt x="2348" y="420"/>
                  </a:cubicBezTo>
                  <a:cubicBezTo>
                    <a:pt x="2349" y="416"/>
                    <a:pt x="2350" y="412"/>
                    <a:pt x="2351" y="407"/>
                  </a:cubicBezTo>
                  <a:cubicBezTo>
                    <a:pt x="2352" y="403"/>
                    <a:pt x="2353" y="398"/>
                    <a:pt x="2353" y="393"/>
                  </a:cubicBezTo>
                  <a:cubicBezTo>
                    <a:pt x="2352" y="384"/>
                    <a:pt x="2351" y="375"/>
                    <a:pt x="2347" y="366"/>
                  </a:cubicBezTo>
                  <a:cubicBezTo>
                    <a:pt x="2343" y="358"/>
                    <a:pt x="2339" y="348"/>
                    <a:pt x="2333" y="336"/>
                  </a:cubicBezTo>
                  <a:lnTo>
                    <a:pt x="2306" y="276"/>
                  </a:lnTo>
                  <a:cubicBezTo>
                    <a:pt x="2298" y="259"/>
                    <a:pt x="2292" y="241"/>
                    <a:pt x="2287" y="223"/>
                  </a:cubicBezTo>
                  <a:cubicBezTo>
                    <a:pt x="2282" y="205"/>
                    <a:pt x="2280" y="188"/>
                    <a:pt x="2280" y="171"/>
                  </a:cubicBezTo>
                  <a:cubicBezTo>
                    <a:pt x="2281" y="116"/>
                    <a:pt x="2296" y="75"/>
                    <a:pt x="2327" y="48"/>
                  </a:cubicBezTo>
                  <a:cubicBezTo>
                    <a:pt x="2358" y="20"/>
                    <a:pt x="2400" y="7"/>
                    <a:pt x="2452" y="7"/>
                  </a:cubicBezTo>
                  <a:close/>
                  <a:moveTo>
                    <a:pt x="649" y="7"/>
                  </a:moveTo>
                  <a:cubicBezTo>
                    <a:pt x="704" y="7"/>
                    <a:pt x="741" y="21"/>
                    <a:pt x="763" y="47"/>
                  </a:cubicBezTo>
                  <a:cubicBezTo>
                    <a:pt x="784" y="73"/>
                    <a:pt x="794" y="108"/>
                    <a:pt x="793" y="151"/>
                  </a:cubicBezTo>
                  <a:cubicBezTo>
                    <a:pt x="793" y="175"/>
                    <a:pt x="791" y="200"/>
                    <a:pt x="787" y="227"/>
                  </a:cubicBezTo>
                  <a:cubicBezTo>
                    <a:pt x="783" y="253"/>
                    <a:pt x="777" y="281"/>
                    <a:pt x="771" y="310"/>
                  </a:cubicBezTo>
                  <a:cubicBezTo>
                    <a:pt x="755" y="395"/>
                    <a:pt x="730" y="457"/>
                    <a:pt x="695" y="496"/>
                  </a:cubicBezTo>
                  <a:cubicBezTo>
                    <a:pt x="659" y="535"/>
                    <a:pt x="606" y="554"/>
                    <a:pt x="536" y="554"/>
                  </a:cubicBezTo>
                  <a:cubicBezTo>
                    <a:pt x="481" y="553"/>
                    <a:pt x="444" y="540"/>
                    <a:pt x="422" y="514"/>
                  </a:cubicBezTo>
                  <a:cubicBezTo>
                    <a:pt x="401" y="487"/>
                    <a:pt x="391" y="453"/>
                    <a:pt x="392" y="409"/>
                  </a:cubicBezTo>
                  <a:cubicBezTo>
                    <a:pt x="392" y="385"/>
                    <a:pt x="395" y="360"/>
                    <a:pt x="399" y="334"/>
                  </a:cubicBezTo>
                  <a:cubicBezTo>
                    <a:pt x="403" y="307"/>
                    <a:pt x="408" y="280"/>
                    <a:pt x="415" y="251"/>
                  </a:cubicBezTo>
                  <a:cubicBezTo>
                    <a:pt x="426" y="194"/>
                    <a:pt x="440" y="148"/>
                    <a:pt x="459" y="112"/>
                  </a:cubicBezTo>
                  <a:cubicBezTo>
                    <a:pt x="477" y="76"/>
                    <a:pt x="502" y="49"/>
                    <a:pt x="532" y="32"/>
                  </a:cubicBezTo>
                  <a:cubicBezTo>
                    <a:pt x="563" y="15"/>
                    <a:pt x="602" y="7"/>
                    <a:pt x="649" y="7"/>
                  </a:cubicBezTo>
                  <a:close/>
                  <a:moveTo>
                    <a:pt x="260" y="7"/>
                  </a:moveTo>
                  <a:cubicBezTo>
                    <a:pt x="289" y="7"/>
                    <a:pt x="317" y="9"/>
                    <a:pt x="343" y="13"/>
                  </a:cubicBezTo>
                  <a:cubicBezTo>
                    <a:pt x="369" y="17"/>
                    <a:pt x="388" y="21"/>
                    <a:pt x="399" y="26"/>
                  </a:cubicBezTo>
                  <a:lnTo>
                    <a:pt x="367" y="153"/>
                  </a:lnTo>
                  <a:cubicBezTo>
                    <a:pt x="354" y="149"/>
                    <a:pt x="338" y="146"/>
                    <a:pt x="320" y="143"/>
                  </a:cubicBezTo>
                  <a:cubicBezTo>
                    <a:pt x="302" y="140"/>
                    <a:pt x="281" y="138"/>
                    <a:pt x="258" y="138"/>
                  </a:cubicBezTo>
                  <a:cubicBezTo>
                    <a:pt x="230" y="137"/>
                    <a:pt x="211" y="144"/>
                    <a:pt x="199" y="160"/>
                  </a:cubicBezTo>
                  <a:cubicBezTo>
                    <a:pt x="188" y="176"/>
                    <a:pt x="177" y="207"/>
                    <a:pt x="167" y="252"/>
                  </a:cubicBezTo>
                  <a:cubicBezTo>
                    <a:pt x="163" y="268"/>
                    <a:pt x="160" y="288"/>
                    <a:pt x="156" y="309"/>
                  </a:cubicBezTo>
                  <a:cubicBezTo>
                    <a:pt x="152" y="331"/>
                    <a:pt x="149" y="353"/>
                    <a:pt x="147" y="374"/>
                  </a:cubicBezTo>
                  <a:cubicBezTo>
                    <a:pt x="145" y="395"/>
                    <a:pt x="143" y="413"/>
                    <a:pt x="143" y="428"/>
                  </a:cubicBezTo>
                  <a:cubicBezTo>
                    <a:pt x="146" y="429"/>
                    <a:pt x="150" y="429"/>
                    <a:pt x="153" y="429"/>
                  </a:cubicBezTo>
                  <a:cubicBezTo>
                    <a:pt x="156" y="429"/>
                    <a:pt x="159" y="429"/>
                    <a:pt x="163" y="429"/>
                  </a:cubicBezTo>
                  <a:cubicBezTo>
                    <a:pt x="172" y="429"/>
                    <a:pt x="181" y="429"/>
                    <a:pt x="190" y="428"/>
                  </a:cubicBezTo>
                  <a:cubicBezTo>
                    <a:pt x="199" y="427"/>
                    <a:pt x="208" y="426"/>
                    <a:pt x="216" y="424"/>
                  </a:cubicBezTo>
                  <a:lnTo>
                    <a:pt x="230" y="346"/>
                  </a:lnTo>
                  <a:lnTo>
                    <a:pt x="189" y="346"/>
                  </a:lnTo>
                  <a:lnTo>
                    <a:pt x="209" y="235"/>
                  </a:lnTo>
                  <a:lnTo>
                    <a:pt x="373" y="235"/>
                  </a:lnTo>
                  <a:lnTo>
                    <a:pt x="319" y="526"/>
                  </a:lnTo>
                  <a:cubicBezTo>
                    <a:pt x="301" y="534"/>
                    <a:pt x="275" y="541"/>
                    <a:pt x="242" y="546"/>
                  </a:cubicBezTo>
                  <a:cubicBezTo>
                    <a:pt x="209" y="551"/>
                    <a:pt x="177" y="554"/>
                    <a:pt x="144" y="554"/>
                  </a:cubicBezTo>
                  <a:cubicBezTo>
                    <a:pt x="105" y="554"/>
                    <a:pt x="75" y="548"/>
                    <a:pt x="54" y="536"/>
                  </a:cubicBezTo>
                  <a:cubicBezTo>
                    <a:pt x="33" y="524"/>
                    <a:pt x="19" y="507"/>
                    <a:pt x="11" y="485"/>
                  </a:cubicBezTo>
                  <a:cubicBezTo>
                    <a:pt x="3" y="464"/>
                    <a:pt x="0" y="439"/>
                    <a:pt x="0" y="410"/>
                  </a:cubicBezTo>
                  <a:cubicBezTo>
                    <a:pt x="0" y="386"/>
                    <a:pt x="2" y="361"/>
                    <a:pt x="6" y="334"/>
                  </a:cubicBezTo>
                  <a:cubicBezTo>
                    <a:pt x="11" y="307"/>
                    <a:pt x="16" y="280"/>
                    <a:pt x="22" y="251"/>
                  </a:cubicBezTo>
                  <a:cubicBezTo>
                    <a:pt x="38" y="166"/>
                    <a:pt x="64" y="104"/>
                    <a:pt x="100" y="65"/>
                  </a:cubicBezTo>
                  <a:cubicBezTo>
                    <a:pt x="136" y="26"/>
                    <a:pt x="190" y="6"/>
                    <a:pt x="260" y="7"/>
                  </a:cubicBezTo>
                  <a:close/>
                  <a:moveTo>
                    <a:pt x="16953" y="0"/>
                  </a:moveTo>
                  <a:lnTo>
                    <a:pt x="16863" y="374"/>
                  </a:lnTo>
                  <a:lnTo>
                    <a:pt x="16744" y="374"/>
                  </a:lnTo>
                  <a:lnTo>
                    <a:pt x="16796" y="16"/>
                  </a:lnTo>
                  <a:lnTo>
                    <a:pt x="16953" y="0"/>
                  </a:lnTo>
                  <a:close/>
                  <a:moveTo>
                    <a:pt x="14299" y="0"/>
                  </a:moveTo>
                  <a:lnTo>
                    <a:pt x="14209" y="374"/>
                  </a:lnTo>
                  <a:lnTo>
                    <a:pt x="14090" y="374"/>
                  </a:lnTo>
                  <a:lnTo>
                    <a:pt x="14142" y="16"/>
                  </a:lnTo>
                  <a:lnTo>
                    <a:pt x="14299" y="0"/>
                  </a:lnTo>
                  <a:close/>
                  <a:moveTo>
                    <a:pt x="11647" y="0"/>
                  </a:moveTo>
                  <a:lnTo>
                    <a:pt x="11557" y="374"/>
                  </a:lnTo>
                  <a:lnTo>
                    <a:pt x="11438" y="374"/>
                  </a:lnTo>
                  <a:lnTo>
                    <a:pt x="11490" y="16"/>
                  </a:lnTo>
                  <a:lnTo>
                    <a:pt x="11647" y="0"/>
                  </a:lnTo>
                  <a:close/>
                  <a:moveTo>
                    <a:pt x="8993" y="0"/>
                  </a:moveTo>
                  <a:lnTo>
                    <a:pt x="8903" y="374"/>
                  </a:lnTo>
                  <a:lnTo>
                    <a:pt x="8784" y="374"/>
                  </a:lnTo>
                  <a:lnTo>
                    <a:pt x="8836" y="16"/>
                  </a:lnTo>
                  <a:lnTo>
                    <a:pt x="8993" y="0"/>
                  </a:lnTo>
                  <a:close/>
                  <a:moveTo>
                    <a:pt x="6341" y="0"/>
                  </a:moveTo>
                  <a:lnTo>
                    <a:pt x="6251" y="374"/>
                  </a:lnTo>
                  <a:lnTo>
                    <a:pt x="6132" y="374"/>
                  </a:lnTo>
                  <a:lnTo>
                    <a:pt x="6184" y="16"/>
                  </a:lnTo>
                  <a:lnTo>
                    <a:pt x="6341" y="0"/>
                  </a:lnTo>
                  <a:close/>
                  <a:moveTo>
                    <a:pt x="3687" y="0"/>
                  </a:moveTo>
                  <a:lnTo>
                    <a:pt x="3597" y="374"/>
                  </a:lnTo>
                  <a:lnTo>
                    <a:pt x="3478" y="374"/>
                  </a:lnTo>
                  <a:lnTo>
                    <a:pt x="3530" y="16"/>
                  </a:lnTo>
                  <a:lnTo>
                    <a:pt x="3687" y="0"/>
                  </a:lnTo>
                  <a:close/>
                  <a:moveTo>
                    <a:pt x="1035" y="0"/>
                  </a:moveTo>
                  <a:lnTo>
                    <a:pt x="945" y="374"/>
                  </a:lnTo>
                  <a:lnTo>
                    <a:pt x="826" y="374"/>
                  </a:lnTo>
                  <a:lnTo>
                    <a:pt x="878" y="16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FF536100-1BA6-281D-AF44-6B2A00644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31" y="1218453"/>
              <a:ext cx="12802442" cy="408031"/>
            </a:xfrm>
            <a:custGeom>
              <a:avLst/>
              <a:gdLst>
                <a:gd name="T0" fmla="*/ 10293 w 17383"/>
                <a:gd name="T1" fmla="*/ 544 h 554"/>
                <a:gd name="T2" fmla="*/ 2472 w 17383"/>
                <a:gd name="T3" fmla="*/ 544 h 554"/>
                <a:gd name="T4" fmla="*/ 15455 w 17383"/>
                <a:gd name="T5" fmla="*/ 132 h 554"/>
                <a:gd name="T6" fmla="*/ 12792 w 17383"/>
                <a:gd name="T7" fmla="*/ 131 h 554"/>
                <a:gd name="T8" fmla="*/ 7486 w 17383"/>
                <a:gd name="T9" fmla="*/ 131 h 554"/>
                <a:gd name="T10" fmla="*/ 4790 w 17383"/>
                <a:gd name="T11" fmla="*/ 157 h 554"/>
                <a:gd name="T12" fmla="*/ 2109 w 17383"/>
                <a:gd name="T13" fmla="*/ 251 h 554"/>
                <a:gd name="T14" fmla="*/ 17006 w 17383"/>
                <a:gd name="T15" fmla="*/ 211 h 554"/>
                <a:gd name="T16" fmla="*/ 16545 w 17383"/>
                <a:gd name="T17" fmla="*/ 145 h 554"/>
                <a:gd name="T18" fmla="*/ 16195 w 17383"/>
                <a:gd name="T19" fmla="*/ 414 h 554"/>
                <a:gd name="T20" fmla="*/ 14088 w 17383"/>
                <a:gd name="T21" fmla="*/ 544 h 554"/>
                <a:gd name="T22" fmla="*/ 13859 w 17383"/>
                <a:gd name="T23" fmla="*/ 414 h 554"/>
                <a:gd name="T24" fmla="*/ 11700 w 17383"/>
                <a:gd name="T25" fmla="*/ 211 h 554"/>
                <a:gd name="T26" fmla="*/ 11239 w 17383"/>
                <a:gd name="T27" fmla="*/ 145 h 554"/>
                <a:gd name="T28" fmla="*/ 10889 w 17383"/>
                <a:gd name="T29" fmla="*/ 414 h 554"/>
                <a:gd name="T30" fmla="*/ 8782 w 17383"/>
                <a:gd name="T31" fmla="*/ 544 h 554"/>
                <a:gd name="T32" fmla="*/ 8553 w 17383"/>
                <a:gd name="T33" fmla="*/ 414 h 554"/>
                <a:gd name="T34" fmla="*/ 6394 w 17383"/>
                <a:gd name="T35" fmla="*/ 211 h 554"/>
                <a:gd name="T36" fmla="*/ 5933 w 17383"/>
                <a:gd name="T37" fmla="*/ 145 h 554"/>
                <a:gd name="T38" fmla="*/ 5583 w 17383"/>
                <a:gd name="T39" fmla="*/ 414 h 554"/>
                <a:gd name="T40" fmla="*/ 3476 w 17383"/>
                <a:gd name="T41" fmla="*/ 544 h 554"/>
                <a:gd name="T42" fmla="*/ 3247 w 17383"/>
                <a:gd name="T43" fmla="*/ 414 h 554"/>
                <a:gd name="T44" fmla="*/ 1088 w 17383"/>
                <a:gd name="T45" fmla="*/ 211 h 554"/>
                <a:gd name="T46" fmla="*/ 627 w 17383"/>
                <a:gd name="T47" fmla="*/ 145 h 554"/>
                <a:gd name="T48" fmla="*/ 277 w 17383"/>
                <a:gd name="T49" fmla="*/ 414 h 554"/>
                <a:gd name="T50" fmla="*/ 17284 w 17383"/>
                <a:gd name="T51" fmla="*/ 291 h 554"/>
                <a:gd name="T52" fmla="*/ 17160 w 17383"/>
                <a:gd name="T53" fmla="*/ 366 h 554"/>
                <a:gd name="T54" fmla="*/ 15235 w 17383"/>
                <a:gd name="T55" fmla="*/ 514 h 554"/>
                <a:gd name="T56" fmla="*/ 14980 w 17383"/>
                <a:gd name="T57" fmla="*/ 252 h 554"/>
                <a:gd name="T58" fmla="*/ 14957 w 17383"/>
                <a:gd name="T59" fmla="*/ 554 h 554"/>
                <a:gd name="T60" fmla="*/ 14596 w 17383"/>
                <a:gd name="T61" fmla="*/ 145 h 554"/>
                <a:gd name="T62" fmla="*/ 14498 w 17383"/>
                <a:gd name="T63" fmla="*/ 420 h 554"/>
                <a:gd name="T64" fmla="*/ 12948 w 17383"/>
                <a:gd name="T65" fmla="*/ 227 h 554"/>
                <a:gd name="T66" fmla="*/ 12528 w 17383"/>
                <a:gd name="T67" fmla="*/ 153 h 554"/>
                <a:gd name="T68" fmla="*/ 12370 w 17383"/>
                <a:gd name="T69" fmla="*/ 235 h 554"/>
                <a:gd name="T70" fmla="*/ 12077 w 17383"/>
                <a:gd name="T71" fmla="*/ 25 h 554"/>
                <a:gd name="T72" fmla="*/ 11722 w 17383"/>
                <a:gd name="T73" fmla="*/ 535 h 554"/>
                <a:gd name="T74" fmla="*/ 11959 w 17383"/>
                <a:gd name="T75" fmla="*/ 7 h 554"/>
                <a:gd name="T76" fmla="*/ 10156 w 17383"/>
                <a:gd name="T77" fmla="*/ 7 h 554"/>
                <a:gd name="T78" fmla="*/ 9697 w 17383"/>
                <a:gd name="T79" fmla="*/ 428 h 554"/>
                <a:gd name="T80" fmla="*/ 9607 w 17383"/>
                <a:gd name="T81" fmla="*/ 65 h 554"/>
                <a:gd name="T82" fmla="*/ 9352 w 17383"/>
                <a:gd name="T83" fmla="*/ 396 h 554"/>
                <a:gd name="T84" fmla="*/ 9159 w 17383"/>
                <a:gd name="T85" fmla="*/ 276 h 554"/>
                <a:gd name="T86" fmla="*/ 7254 w 17383"/>
                <a:gd name="T87" fmla="*/ 334 h 554"/>
                <a:gd name="T88" fmla="*/ 7002 w 17383"/>
                <a:gd name="T89" fmla="*/ 374 h 554"/>
                <a:gd name="T90" fmla="*/ 6866 w 17383"/>
                <a:gd name="T91" fmla="*/ 485 h 554"/>
                <a:gd name="T92" fmla="*/ 6632 w 17383"/>
                <a:gd name="T93" fmla="*/ 194 h 554"/>
                <a:gd name="T94" fmla="*/ 6552 w 17383"/>
                <a:gd name="T95" fmla="*/ 407 h 554"/>
                <a:gd name="T96" fmla="*/ 4896 w 17383"/>
                <a:gd name="T97" fmla="*/ 496 h 554"/>
                <a:gd name="T98" fmla="*/ 4459 w 17383"/>
                <a:gd name="T99" fmla="*/ 138 h 554"/>
                <a:gd name="T100" fmla="*/ 4520 w 17383"/>
                <a:gd name="T101" fmla="*/ 526 h 554"/>
                <a:gd name="T102" fmla="*/ 4051 w 17383"/>
                <a:gd name="T103" fmla="*/ 141 h 554"/>
                <a:gd name="T104" fmla="*/ 3814 w 17383"/>
                <a:gd name="T105" fmla="*/ 414 h 554"/>
                <a:gd name="T106" fmla="*/ 2312 w 17383"/>
                <a:gd name="T107" fmla="*/ 47 h 554"/>
                <a:gd name="T108" fmla="*/ 1892 w 17383"/>
                <a:gd name="T109" fmla="*/ 13 h 554"/>
                <a:gd name="T110" fmla="*/ 1779 w 17383"/>
                <a:gd name="T111" fmla="*/ 346 h 554"/>
                <a:gd name="T112" fmla="*/ 1347 w 17383"/>
                <a:gd name="T113" fmla="*/ 7 h 554"/>
                <a:gd name="T114" fmla="*/ 1236 w 17383"/>
                <a:gd name="T115" fmla="*/ 554 h 554"/>
                <a:gd name="T116" fmla="*/ 1175 w 17383"/>
                <a:gd name="T117" fmla="*/ 171 h 554"/>
                <a:gd name="T118" fmla="*/ 10452 w 17383"/>
                <a:gd name="T119" fmla="*/ 374 h 554"/>
                <a:gd name="T120" fmla="*/ 2584 w 1738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83" h="554">
                  <a:moveTo>
                    <a:pt x="15623" y="419"/>
                  </a:moveTo>
                  <a:lnTo>
                    <a:pt x="15759" y="419"/>
                  </a:lnTo>
                  <a:lnTo>
                    <a:pt x="15736" y="544"/>
                  </a:lnTo>
                  <a:lnTo>
                    <a:pt x="15599" y="544"/>
                  </a:lnTo>
                  <a:lnTo>
                    <a:pt x="15623" y="419"/>
                  </a:lnTo>
                  <a:close/>
                  <a:moveTo>
                    <a:pt x="12971" y="419"/>
                  </a:moveTo>
                  <a:lnTo>
                    <a:pt x="13107" y="419"/>
                  </a:lnTo>
                  <a:lnTo>
                    <a:pt x="13084" y="544"/>
                  </a:lnTo>
                  <a:lnTo>
                    <a:pt x="12947" y="544"/>
                  </a:lnTo>
                  <a:lnTo>
                    <a:pt x="12971" y="419"/>
                  </a:lnTo>
                  <a:close/>
                  <a:moveTo>
                    <a:pt x="10317" y="419"/>
                  </a:moveTo>
                  <a:lnTo>
                    <a:pt x="10453" y="419"/>
                  </a:lnTo>
                  <a:lnTo>
                    <a:pt x="10430" y="544"/>
                  </a:lnTo>
                  <a:lnTo>
                    <a:pt x="10293" y="544"/>
                  </a:lnTo>
                  <a:lnTo>
                    <a:pt x="10317" y="419"/>
                  </a:lnTo>
                  <a:close/>
                  <a:moveTo>
                    <a:pt x="7665" y="419"/>
                  </a:moveTo>
                  <a:lnTo>
                    <a:pt x="7801" y="419"/>
                  </a:lnTo>
                  <a:lnTo>
                    <a:pt x="7778" y="544"/>
                  </a:lnTo>
                  <a:lnTo>
                    <a:pt x="7641" y="544"/>
                  </a:lnTo>
                  <a:lnTo>
                    <a:pt x="7665" y="419"/>
                  </a:lnTo>
                  <a:close/>
                  <a:moveTo>
                    <a:pt x="5011" y="419"/>
                  </a:moveTo>
                  <a:lnTo>
                    <a:pt x="5147" y="419"/>
                  </a:lnTo>
                  <a:lnTo>
                    <a:pt x="5124" y="544"/>
                  </a:lnTo>
                  <a:lnTo>
                    <a:pt x="4987" y="544"/>
                  </a:lnTo>
                  <a:lnTo>
                    <a:pt x="5011" y="419"/>
                  </a:lnTo>
                  <a:close/>
                  <a:moveTo>
                    <a:pt x="2359" y="419"/>
                  </a:moveTo>
                  <a:lnTo>
                    <a:pt x="2495" y="419"/>
                  </a:lnTo>
                  <a:lnTo>
                    <a:pt x="2472" y="544"/>
                  </a:lnTo>
                  <a:lnTo>
                    <a:pt x="2335" y="544"/>
                  </a:lnTo>
                  <a:lnTo>
                    <a:pt x="2359" y="419"/>
                  </a:lnTo>
                  <a:close/>
                  <a:moveTo>
                    <a:pt x="15444" y="131"/>
                  </a:moveTo>
                  <a:cubicBezTo>
                    <a:pt x="15426" y="131"/>
                    <a:pt x="15412" y="139"/>
                    <a:pt x="15402" y="157"/>
                  </a:cubicBezTo>
                  <a:cubicBezTo>
                    <a:pt x="15393" y="175"/>
                    <a:pt x="15383" y="206"/>
                    <a:pt x="15373" y="251"/>
                  </a:cubicBezTo>
                  <a:cubicBezTo>
                    <a:pt x="15367" y="277"/>
                    <a:pt x="15361" y="305"/>
                    <a:pt x="15356" y="336"/>
                  </a:cubicBezTo>
                  <a:cubicBezTo>
                    <a:pt x="15350" y="367"/>
                    <a:pt x="15347" y="398"/>
                    <a:pt x="15345" y="428"/>
                  </a:cubicBezTo>
                  <a:cubicBezTo>
                    <a:pt x="15349" y="428"/>
                    <a:pt x="15352" y="428"/>
                    <a:pt x="15356" y="428"/>
                  </a:cubicBezTo>
                  <a:cubicBezTo>
                    <a:pt x="15360" y="428"/>
                    <a:pt x="15363" y="428"/>
                    <a:pt x="15367" y="428"/>
                  </a:cubicBezTo>
                  <a:cubicBezTo>
                    <a:pt x="15385" y="429"/>
                    <a:pt x="15400" y="421"/>
                    <a:pt x="15409" y="403"/>
                  </a:cubicBezTo>
                  <a:cubicBezTo>
                    <a:pt x="15418" y="386"/>
                    <a:pt x="15428" y="354"/>
                    <a:pt x="15438" y="309"/>
                  </a:cubicBezTo>
                  <a:cubicBezTo>
                    <a:pt x="15444" y="284"/>
                    <a:pt x="15450" y="255"/>
                    <a:pt x="15455" y="224"/>
                  </a:cubicBezTo>
                  <a:cubicBezTo>
                    <a:pt x="15460" y="193"/>
                    <a:pt x="15463" y="162"/>
                    <a:pt x="15465" y="132"/>
                  </a:cubicBezTo>
                  <a:cubicBezTo>
                    <a:pt x="15462" y="132"/>
                    <a:pt x="15459" y="132"/>
                    <a:pt x="15455" y="132"/>
                  </a:cubicBezTo>
                  <a:cubicBezTo>
                    <a:pt x="15452" y="131"/>
                    <a:pt x="15448" y="131"/>
                    <a:pt x="15444" y="131"/>
                  </a:cubicBezTo>
                  <a:close/>
                  <a:moveTo>
                    <a:pt x="12792" y="131"/>
                  </a:moveTo>
                  <a:cubicBezTo>
                    <a:pt x="12774" y="131"/>
                    <a:pt x="12760" y="139"/>
                    <a:pt x="12750" y="157"/>
                  </a:cubicBezTo>
                  <a:cubicBezTo>
                    <a:pt x="12741" y="175"/>
                    <a:pt x="12731" y="206"/>
                    <a:pt x="12721" y="251"/>
                  </a:cubicBezTo>
                  <a:cubicBezTo>
                    <a:pt x="12715" y="277"/>
                    <a:pt x="12709" y="305"/>
                    <a:pt x="12704" y="336"/>
                  </a:cubicBezTo>
                  <a:cubicBezTo>
                    <a:pt x="12698" y="367"/>
                    <a:pt x="12695" y="398"/>
                    <a:pt x="12693" y="428"/>
                  </a:cubicBezTo>
                  <a:cubicBezTo>
                    <a:pt x="12697" y="428"/>
                    <a:pt x="12700" y="428"/>
                    <a:pt x="12704" y="428"/>
                  </a:cubicBezTo>
                  <a:cubicBezTo>
                    <a:pt x="12708" y="428"/>
                    <a:pt x="12711" y="428"/>
                    <a:pt x="12715" y="428"/>
                  </a:cubicBezTo>
                  <a:cubicBezTo>
                    <a:pt x="12733" y="429"/>
                    <a:pt x="12748" y="421"/>
                    <a:pt x="12757" y="403"/>
                  </a:cubicBezTo>
                  <a:cubicBezTo>
                    <a:pt x="12766" y="386"/>
                    <a:pt x="12776" y="354"/>
                    <a:pt x="12786" y="309"/>
                  </a:cubicBezTo>
                  <a:cubicBezTo>
                    <a:pt x="12792" y="284"/>
                    <a:pt x="12798" y="255"/>
                    <a:pt x="12803" y="224"/>
                  </a:cubicBezTo>
                  <a:cubicBezTo>
                    <a:pt x="12808" y="193"/>
                    <a:pt x="12811" y="162"/>
                    <a:pt x="12813" y="132"/>
                  </a:cubicBezTo>
                  <a:cubicBezTo>
                    <a:pt x="12810" y="132"/>
                    <a:pt x="12807" y="132"/>
                    <a:pt x="12803" y="132"/>
                  </a:cubicBezTo>
                  <a:cubicBezTo>
                    <a:pt x="12800" y="131"/>
                    <a:pt x="12796" y="131"/>
                    <a:pt x="12792" y="131"/>
                  </a:cubicBezTo>
                  <a:close/>
                  <a:moveTo>
                    <a:pt x="10138" y="131"/>
                  </a:moveTo>
                  <a:cubicBezTo>
                    <a:pt x="10120" y="131"/>
                    <a:pt x="10106" y="139"/>
                    <a:pt x="10096" y="157"/>
                  </a:cubicBezTo>
                  <a:cubicBezTo>
                    <a:pt x="10087" y="175"/>
                    <a:pt x="10077" y="206"/>
                    <a:pt x="10067" y="251"/>
                  </a:cubicBezTo>
                  <a:cubicBezTo>
                    <a:pt x="10061" y="277"/>
                    <a:pt x="10055" y="305"/>
                    <a:pt x="10050" y="336"/>
                  </a:cubicBezTo>
                  <a:cubicBezTo>
                    <a:pt x="10044" y="367"/>
                    <a:pt x="10041" y="398"/>
                    <a:pt x="10039" y="428"/>
                  </a:cubicBezTo>
                  <a:cubicBezTo>
                    <a:pt x="10043" y="428"/>
                    <a:pt x="10046" y="428"/>
                    <a:pt x="10050" y="428"/>
                  </a:cubicBezTo>
                  <a:cubicBezTo>
                    <a:pt x="10054" y="428"/>
                    <a:pt x="10057" y="428"/>
                    <a:pt x="10061" y="428"/>
                  </a:cubicBezTo>
                  <a:cubicBezTo>
                    <a:pt x="10079" y="429"/>
                    <a:pt x="10094" y="421"/>
                    <a:pt x="10103" y="403"/>
                  </a:cubicBezTo>
                  <a:cubicBezTo>
                    <a:pt x="10112" y="386"/>
                    <a:pt x="10122" y="354"/>
                    <a:pt x="10132" y="309"/>
                  </a:cubicBezTo>
                  <a:cubicBezTo>
                    <a:pt x="10138" y="284"/>
                    <a:pt x="10144" y="255"/>
                    <a:pt x="10149" y="224"/>
                  </a:cubicBezTo>
                  <a:cubicBezTo>
                    <a:pt x="10154" y="193"/>
                    <a:pt x="10157" y="162"/>
                    <a:pt x="10159" y="132"/>
                  </a:cubicBezTo>
                  <a:cubicBezTo>
                    <a:pt x="10156" y="132"/>
                    <a:pt x="10153" y="132"/>
                    <a:pt x="10149" y="132"/>
                  </a:cubicBezTo>
                  <a:cubicBezTo>
                    <a:pt x="10146" y="131"/>
                    <a:pt x="10142" y="131"/>
                    <a:pt x="10138" y="131"/>
                  </a:cubicBezTo>
                  <a:close/>
                  <a:moveTo>
                    <a:pt x="7486" y="131"/>
                  </a:moveTo>
                  <a:cubicBezTo>
                    <a:pt x="7468" y="131"/>
                    <a:pt x="7454" y="139"/>
                    <a:pt x="7444" y="157"/>
                  </a:cubicBezTo>
                  <a:cubicBezTo>
                    <a:pt x="7435" y="175"/>
                    <a:pt x="7425" y="206"/>
                    <a:pt x="7415" y="251"/>
                  </a:cubicBezTo>
                  <a:cubicBezTo>
                    <a:pt x="7409" y="277"/>
                    <a:pt x="7403" y="305"/>
                    <a:pt x="7398" y="336"/>
                  </a:cubicBezTo>
                  <a:cubicBezTo>
                    <a:pt x="7392" y="367"/>
                    <a:pt x="7389" y="398"/>
                    <a:pt x="7387" y="428"/>
                  </a:cubicBezTo>
                  <a:cubicBezTo>
                    <a:pt x="7391" y="428"/>
                    <a:pt x="7394" y="428"/>
                    <a:pt x="7398" y="428"/>
                  </a:cubicBezTo>
                  <a:cubicBezTo>
                    <a:pt x="7402" y="428"/>
                    <a:pt x="7405" y="428"/>
                    <a:pt x="7409" y="428"/>
                  </a:cubicBezTo>
                  <a:cubicBezTo>
                    <a:pt x="7427" y="429"/>
                    <a:pt x="7442" y="421"/>
                    <a:pt x="7451" y="403"/>
                  </a:cubicBezTo>
                  <a:cubicBezTo>
                    <a:pt x="7460" y="386"/>
                    <a:pt x="7470" y="354"/>
                    <a:pt x="7480" y="309"/>
                  </a:cubicBezTo>
                  <a:cubicBezTo>
                    <a:pt x="7486" y="284"/>
                    <a:pt x="7492" y="255"/>
                    <a:pt x="7497" y="224"/>
                  </a:cubicBezTo>
                  <a:cubicBezTo>
                    <a:pt x="7502" y="193"/>
                    <a:pt x="7505" y="162"/>
                    <a:pt x="7507" y="132"/>
                  </a:cubicBezTo>
                  <a:cubicBezTo>
                    <a:pt x="7504" y="132"/>
                    <a:pt x="7501" y="132"/>
                    <a:pt x="7497" y="132"/>
                  </a:cubicBezTo>
                  <a:cubicBezTo>
                    <a:pt x="7494" y="131"/>
                    <a:pt x="7490" y="131"/>
                    <a:pt x="7486" y="131"/>
                  </a:cubicBezTo>
                  <a:close/>
                  <a:moveTo>
                    <a:pt x="4832" y="131"/>
                  </a:moveTo>
                  <a:cubicBezTo>
                    <a:pt x="4814" y="131"/>
                    <a:pt x="4800" y="139"/>
                    <a:pt x="4790" y="157"/>
                  </a:cubicBezTo>
                  <a:cubicBezTo>
                    <a:pt x="4781" y="175"/>
                    <a:pt x="4771" y="206"/>
                    <a:pt x="4761" y="251"/>
                  </a:cubicBezTo>
                  <a:cubicBezTo>
                    <a:pt x="4755" y="277"/>
                    <a:pt x="4749" y="305"/>
                    <a:pt x="4744" y="336"/>
                  </a:cubicBezTo>
                  <a:cubicBezTo>
                    <a:pt x="4738" y="367"/>
                    <a:pt x="4735" y="398"/>
                    <a:pt x="4733" y="428"/>
                  </a:cubicBezTo>
                  <a:cubicBezTo>
                    <a:pt x="4737" y="428"/>
                    <a:pt x="4740" y="428"/>
                    <a:pt x="4744" y="428"/>
                  </a:cubicBezTo>
                  <a:cubicBezTo>
                    <a:pt x="4748" y="428"/>
                    <a:pt x="4751" y="428"/>
                    <a:pt x="4755" y="428"/>
                  </a:cubicBezTo>
                  <a:cubicBezTo>
                    <a:pt x="4773" y="429"/>
                    <a:pt x="4788" y="421"/>
                    <a:pt x="4797" y="403"/>
                  </a:cubicBezTo>
                  <a:cubicBezTo>
                    <a:pt x="4806" y="386"/>
                    <a:pt x="4816" y="354"/>
                    <a:pt x="4826" y="309"/>
                  </a:cubicBezTo>
                  <a:cubicBezTo>
                    <a:pt x="4832" y="284"/>
                    <a:pt x="4838" y="255"/>
                    <a:pt x="4843" y="224"/>
                  </a:cubicBezTo>
                  <a:cubicBezTo>
                    <a:pt x="4848" y="193"/>
                    <a:pt x="4851" y="162"/>
                    <a:pt x="4853" y="132"/>
                  </a:cubicBezTo>
                  <a:cubicBezTo>
                    <a:pt x="4850" y="132"/>
                    <a:pt x="4847" y="132"/>
                    <a:pt x="4843" y="132"/>
                  </a:cubicBezTo>
                  <a:cubicBezTo>
                    <a:pt x="4840" y="131"/>
                    <a:pt x="4836" y="131"/>
                    <a:pt x="4832" y="131"/>
                  </a:cubicBezTo>
                  <a:close/>
                  <a:moveTo>
                    <a:pt x="2180" y="131"/>
                  </a:moveTo>
                  <a:cubicBezTo>
                    <a:pt x="2162" y="131"/>
                    <a:pt x="2148" y="139"/>
                    <a:pt x="2138" y="157"/>
                  </a:cubicBezTo>
                  <a:cubicBezTo>
                    <a:pt x="2129" y="175"/>
                    <a:pt x="2119" y="206"/>
                    <a:pt x="2109" y="251"/>
                  </a:cubicBezTo>
                  <a:cubicBezTo>
                    <a:pt x="2103" y="277"/>
                    <a:pt x="2097" y="305"/>
                    <a:pt x="2092" y="336"/>
                  </a:cubicBezTo>
                  <a:cubicBezTo>
                    <a:pt x="2086" y="367"/>
                    <a:pt x="2083" y="398"/>
                    <a:pt x="2081" y="428"/>
                  </a:cubicBezTo>
                  <a:cubicBezTo>
                    <a:pt x="2085" y="428"/>
                    <a:pt x="2088" y="428"/>
                    <a:pt x="2092" y="428"/>
                  </a:cubicBezTo>
                  <a:cubicBezTo>
                    <a:pt x="2096" y="428"/>
                    <a:pt x="2099" y="428"/>
                    <a:pt x="2103" y="428"/>
                  </a:cubicBezTo>
                  <a:cubicBezTo>
                    <a:pt x="2121" y="429"/>
                    <a:pt x="2136" y="421"/>
                    <a:pt x="2145" y="403"/>
                  </a:cubicBezTo>
                  <a:cubicBezTo>
                    <a:pt x="2154" y="386"/>
                    <a:pt x="2164" y="354"/>
                    <a:pt x="2174" y="309"/>
                  </a:cubicBezTo>
                  <a:cubicBezTo>
                    <a:pt x="2180" y="284"/>
                    <a:pt x="2186" y="255"/>
                    <a:pt x="2191" y="224"/>
                  </a:cubicBezTo>
                  <a:cubicBezTo>
                    <a:pt x="2196" y="193"/>
                    <a:pt x="2199" y="162"/>
                    <a:pt x="2201" y="132"/>
                  </a:cubicBezTo>
                  <a:cubicBezTo>
                    <a:pt x="2198" y="132"/>
                    <a:pt x="2195" y="132"/>
                    <a:pt x="2191" y="132"/>
                  </a:cubicBezTo>
                  <a:cubicBezTo>
                    <a:pt x="2188" y="131"/>
                    <a:pt x="2184" y="131"/>
                    <a:pt x="2180" y="131"/>
                  </a:cubicBezTo>
                  <a:close/>
                  <a:moveTo>
                    <a:pt x="16965" y="16"/>
                  </a:moveTo>
                  <a:lnTo>
                    <a:pt x="17074" y="16"/>
                  </a:lnTo>
                  <a:lnTo>
                    <a:pt x="17056" y="115"/>
                  </a:lnTo>
                  <a:lnTo>
                    <a:pt x="17006" y="211"/>
                  </a:lnTo>
                  <a:lnTo>
                    <a:pt x="16928" y="211"/>
                  </a:lnTo>
                  <a:lnTo>
                    <a:pt x="16965" y="16"/>
                  </a:lnTo>
                  <a:close/>
                  <a:moveTo>
                    <a:pt x="16604" y="16"/>
                  </a:moveTo>
                  <a:lnTo>
                    <a:pt x="16929" y="16"/>
                  </a:lnTo>
                  <a:lnTo>
                    <a:pt x="16896" y="145"/>
                  </a:lnTo>
                  <a:lnTo>
                    <a:pt x="16816" y="145"/>
                  </a:lnTo>
                  <a:lnTo>
                    <a:pt x="16742" y="544"/>
                  </a:lnTo>
                  <a:lnTo>
                    <a:pt x="16597" y="544"/>
                  </a:lnTo>
                  <a:lnTo>
                    <a:pt x="16670" y="145"/>
                  </a:lnTo>
                  <a:lnTo>
                    <a:pt x="16581" y="145"/>
                  </a:lnTo>
                  <a:lnTo>
                    <a:pt x="16604" y="16"/>
                  </a:lnTo>
                  <a:close/>
                  <a:moveTo>
                    <a:pt x="16305" y="16"/>
                  </a:moveTo>
                  <a:lnTo>
                    <a:pt x="16578" y="16"/>
                  </a:lnTo>
                  <a:lnTo>
                    <a:pt x="16545" y="145"/>
                  </a:lnTo>
                  <a:lnTo>
                    <a:pt x="16426" y="145"/>
                  </a:lnTo>
                  <a:lnTo>
                    <a:pt x="16414" y="217"/>
                  </a:lnTo>
                  <a:lnTo>
                    <a:pt x="16531" y="217"/>
                  </a:lnTo>
                  <a:lnTo>
                    <a:pt x="16509" y="338"/>
                  </a:lnTo>
                  <a:lnTo>
                    <a:pt x="16391" y="338"/>
                  </a:lnTo>
                  <a:lnTo>
                    <a:pt x="16378" y="414"/>
                  </a:lnTo>
                  <a:lnTo>
                    <a:pt x="16513" y="414"/>
                  </a:lnTo>
                  <a:lnTo>
                    <a:pt x="16478" y="544"/>
                  </a:lnTo>
                  <a:lnTo>
                    <a:pt x="16208" y="544"/>
                  </a:lnTo>
                  <a:lnTo>
                    <a:pt x="16305" y="16"/>
                  </a:lnTo>
                  <a:close/>
                  <a:moveTo>
                    <a:pt x="16015" y="16"/>
                  </a:moveTo>
                  <a:lnTo>
                    <a:pt x="16160" y="16"/>
                  </a:lnTo>
                  <a:lnTo>
                    <a:pt x="16088" y="414"/>
                  </a:lnTo>
                  <a:lnTo>
                    <a:pt x="16195" y="414"/>
                  </a:lnTo>
                  <a:lnTo>
                    <a:pt x="16160" y="544"/>
                  </a:lnTo>
                  <a:lnTo>
                    <a:pt x="15918" y="544"/>
                  </a:lnTo>
                  <a:lnTo>
                    <a:pt x="16015" y="16"/>
                  </a:lnTo>
                  <a:close/>
                  <a:moveTo>
                    <a:pt x="14311" y="16"/>
                  </a:moveTo>
                  <a:lnTo>
                    <a:pt x="14420" y="16"/>
                  </a:lnTo>
                  <a:lnTo>
                    <a:pt x="14402" y="115"/>
                  </a:lnTo>
                  <a:lnTo>
                    <a:pt x="14352" y="211"/>
                  </a:lnTo>
                  <a:lnTo>
                    <a:pt x="14274" y="211"/>
                  </a:lnTo>
                  <a:lnTo>
                    <a:pt x="14311" y="16"/>
                  </a:lnTo>
                  <a:close/>
                  <a:moveTo>
                    <a:pt x="13950" y="16"/>
                  </a:moveTo>
                  <a:lnTo>
                    <a:pt x="14275" y="16"/>
                  </a:lnTo>
                  <a:lnTo>
                    <a:pt x="14242" y="145"/>
                  </a:lnTo>
                  <a:lnTo>
                    <a:pt x="14162" y="145"/>
                  </a:lnTo>
                  <a:lnTo>
                    <a:pt x="14088" y="544"/>
                  </a:lnTo>
                  <a:lnTo>
                    <a:pt x="13943" y="544"/>
                  </a:lnTo>
                  <a:lnTo>
                    <a:pt x="14016" y="145"/>
                  </a:lnTo>
                  <a:lnTo>
                    <a:pt x="13927" y="145"/>
                  </a:lnTo>
                  <a:lnTo>
                    <a:pt x="13950" y="16"/>
                  </a:lnTo>
                  <a:close/>
                  <a:moveTo>
                    <a:pt x="13651" y="16"/>
                  </a:moveTo>
                  <a:lnTo>
                    <a:pt x="13924" y="16"/>
                  </a:lnTo>
                  <a:lnTo>
                    <a:pt x="13891" y="145"/>
                  </a:lnTo>
                  <a:lnTo>
                    <a:pt x="13772" y="145"/>
                  </a:lnTo>
                  <a:lnTo>
                    <a:pt x="13760" y="217"/>
                  </a:lnTo>
                  <a:lnTo>
                    <a:pt x="13877" y="217"/>
                  </a:lnTo>
                  <a:lnTo>
                    <a:pt x="13855" y="338"/>
                  </a:lnTo>
                  <a:lnTo>
                    <a:pt x="13737" y="338"/>
                  </a:lnTo>
                  <a:lnTo>
                    <a:pt x="13724" y="414"/>
                  </a:lnTo>
                  <a:lnTo>
                    <a:pt x="13859" y="414"/>
                  </a:lnTo>
                  <a:lnTo>
                    <a:pt x="13824" y="544"/>
                  </a:lnTo>
                  <a:lnTo>
                    <a:pt x="13554" y="544"/>
                  </a:lnTo>
                  <a:lnTo>
                    <a:pt x="13651" y="16"/>
                  </a:lnTo>
                  <a:close/>
                  <a:moveTo>
                    <a:pt x="13361" y="16"/>
                  </a:moveTo>
                  <a:lnTo>
                    <a:pt x="13506" y="16"/>
                  </a:lnTo>
                  <a:lnTo>
                    <a:pt x="13434" y="414"/>
                  </a:lnTo>
                  <a:lnTo>
                    <a:pt x="13541" y="414"/>
                  </a:lnTo>
                  <a:lnTo>
                    <a:pt x="13506" y="544"/>
                  </a:lnTo>
                  <a:lnTo>
                    <a:pt x="13264" y="544"/>
                  </a:lnTo>
                  <a:lnTo>
                    <a:pt x="13361" y="16"/>
                  </a:lnTo>
                  <a:close/>
                  <a:moveTo>
                    <a:pt x="11659" y="16"/>
                  </a:moveTo>
                  <a:lnTo>
                    <a:pt x="11768" y="16"/>
                  </a:lnTo>
                  <a:lnTo>
                    <a:pt x="11750" y="115"/>
                  </a:lnTo>
                  <a:lnTo>
                    <a:pt x="11700" y="211"/>
                  </a:lnTo>
                  <a:lnTo>
                    <a:pt x="11622" y="211"/>
                  </a:lnTo>
                  <a:lnTo>
                    <a:pt x="11659" y="16"/>
                  </a:lnTo>
                  <a:close/>
                  <a:moveTo>
                    <a:pt x="11298" y="16"/>
                  </a:moveTo>
                  <a:lnTo>
                    <a:pt x="11623" y="16"/>
                  </a:lnTo>
                  <a:lnTo>
                    <a:pt x="11590" y="145"/>
                  </a:lnTo>
                  <a:lnTo>
                    <a:pt x="11510" y="145"/>
                  </a:lnTo>
                  <a:lnTo>
                    <a:pt x="11436" y="544"/>
                  </a:lnTo>
                  <a:lnTo>
                    <a:pt x="11291" y="544"/>
                  </a:lnTo>
                  <a:lnTo>
                    <a:pt x="11364" y="145"/>
                  </a:lnTo>
                  <a:lnTo>
                    <a:pt x="11275" y="145"/>
                  </a:lnTo>
                  <a:lnTo>
                    <a:pt x="11298" y="16"/>
                  </a:lnTo>
                  <a:close/>
                  <a:moveTo>
                    <a:pt x="10999" y="16"/>
                  </a:moveTo>
                  <a:lnTo>
                    <a:pt x="11272" y="16"/>
                  </a:lnTo>
                  <a:lnTo>
                    <a:pt x="11239" y="145"/>
                  </a:lnTo>
                  <a:lnTo>
                    <a:pt x="11120" y="145"/>
                  </a:lnTo>
                  <a:lnTo>
                    <a:pt x="11108" y="217"/>
                  </a:lnTo>
                  <a:lnTo>
                    <a:pt x="11225" y="217"/>
                  </a:lnTo>
                  <a:lnTo>
                    <a:pt x="11203" y="338"/>
                  </a:lnTo>
                  <a:lnTo>
                    <a:pt x="11085" y="338"/>
                  </a:lnTo>
                  <a:lnTo>
                    <a:pt x="11072" y="414"/>
                  </a:lnTo>
                  <a:lnTo>
                    <a:pt x="11207" y="414"/>
                  </a:lnTo>
                  <a:lnTo>
                    <a:pt x="11172" y="544"/>
                  </a:lnTo>
                  <a:lnTo>
                    <a:pt x="10902" y="544"/>
                  </a:lnTo>
                  <a:lnTo>
                    <a:pt x="10999" y="16"/>
                  </a:lnTo>
                  <a:close/>
                  <a:moveTo>
                    <a:pt x="10709" y="16"/>
                  </a:moveTo>
                  <a:lnTo>
                    <a:pt x="10854" y="16"/>
                  </a:lnTo>
                  <a:lnTo>
                    <a:pt x="10782" y="414"/>
                  </a:lnTo>
                  <a:lnTo>
                    <a:pt x="10889" y="414"/>
                  </a:lnTo>
                  <a:lnTo>
                    <a:pt x="10854" y="544"/>
                  </a:lnTo>
                  <a:lnTo>
                    <a:pt x="10612" y="544"/>
                  </a:lnTo>
                  <a:lnTo>
                    <a:pt x="10709" y="16"/>
                  </a:lnTo>
                  <a:close/>
                  <a:moveTo>
                    <a:pt x="9005" y="16"/>
                  </a:moveTo>
                  <a:lnTo>
                    <a:pt x="9114" y="16"/>
                  </a:lnTo>
                  <a:lnTo>
                    <a:pt x="9096" y="115"/>
                  </a:lnTo>
                  <a:lnTo>
                    <a:pt x="9046" y="211"/>
                  </a:lnTo>
                  <a:lnTo>
                    <a:pt x="8968" y="211"/>
                  </a:lnTo>
                  <a:lnTo>
                    <a:pt x="9005" y="16"/>
                  </a:lnTo>
                  <a:close/>
                  <a:moveTo>
                    <a:pt x="8644" y="16"/>
                  </a:moveTo>
                  <a:lnTo>
                    <a:pt x="8969" y="16"/>
                  </a:lnTo>
                  <a:lnTo>
                    <a:pt x="8936" y="145"/>
                  </a:lnTo>
                  <a:lnTo>
                    <a:pt x="8856" y="145"/>
                  </a:lnTo>
                  <a:lnTo>
                    <a:pt x="8782" y="544"/>
                  </a:lnTo>
                  <a:lnTo>
                    <a:pt x="8637" y="544"/>
                  </a:lnTo>
                  <a:lnTo>
                    <a:pt x="8710" y="145"/>
                  </a:lnTo>
                  <a:lnTo>
                    <a:pt x="8621" y="145"/>
                  </a:lnTo>
                  <a:lnTo>
                    <a:pt x="8644" y="16"/>
                  </a:lnTo>
                  <a:close/>
                  <a:moveTo>
                    <a:pt x="8345" y="16"/>
                  </a:moveTo>
                  <a:lnTo>
                    <a:pt x="8618" y="16"/>
                  </a:lnTo>
                  <a:lnTo>
                    <a:pt x="8585" y="145"/>
                  </a:lnTo>
                  <a:lnTo>
                    <a:pt x="8466" y="145"/>
                  </a:lnTo>
                  <a:lnTo>
                    <a:pt x="8454" y="217"/>
                  </a:lnTo>
                  <a:lnTo>
                    <a:pt x="8571" y="217"/>
                  </a:lnTo>
                  <a:lnTo>
                    <a:pt x="8549" y="338"/>
                  </a:lnTo>
                  <a:lnTo>
                    <a:pt x="8431" y="338"/>
                  </a:lnTo>
                  <a:lnTo>
                    <a:pt x="8418" y="414"/>
                  </a:lnTo>
                  <a:lnTo>
                    <a:pt x="8553" y="414"/>
                  </a:lnTo>
                  <a:lnTo>
                    <a:pt x="8518" y="544"/>
                  </a:lnTo>
                  <a:lnTo>
                    <a:pt x="8248" y="544"/>
                  </a:lnTo>
                  <a:lnTo>
                    <a:pt x="8345" y="16"/>
                  </a:lnTo>
                  <a:close/>
                  <a:moveTo>
                    <a:pt x="8055" y="16"/>
                  </a:moveTo>
                  <a:lnTo>
                    <a:pt x="8200" y="16"/>
                  </a:lnTo>
                  <a:lnTo>
                    <a:pt x="8128" y="414"/>
                  </a:lnTo>
                  <a:lnTo>
                    <a:pt x="8235" y="414"/>
                  </a:lnTo>
                  <a:lnTo>
                    <a:pt x="8200" y="544"/>
                  </a:lnTo>
                  <a:lnTo>
                    <a:pt x="7958" y="544"/>
                  </a:lnTo>
                  <a:lnTo>
                    <a:pt x="8055" y="16"/>
                  </a:lnTo>
                  <a:close/>
                  <a:moveTo>
                    <a:pt x="6353" y="16"/>
                  </a:moveTo>
                  <a:lnTo>
                    <a:pt x="6462" y="16"/>
                  </a:lnTo>
                  <a:lnTo>
                    <a:pt x="6444" y="115"/>
                  </a:lnTo>
                  <a:lnTo>
                    <a:pt x="6394" y="211"/>
                  </a:lnTo>
                  <a:lnTo>
                    <a:pt x="6316" y="211"/>
                  </a:lnTo>
                  <a:lnTo>
                    <a:pt x="6353" y="16"/>
                  </a:lnTo>
                  <a:close/>
                  <a:moveTo>
                    <a:pt x="5992" y="16"/>
                  </a:moveTo>
                  <a:lnTo>
                    <a:pt x="6317" y="16"/>
                  </a:lnTo>
                  <a:lnTo>
                    <a:pt x="6284" y="145"/>
                  </a:lnTo>
                  <a:lnTo>
                    <a:pt x="6204" y="145"/>
                  </a:lnTo>
                  <a:lnTo>
                    <a:pt x="6130" y="544"/>
                  </a:lnTo>
                  <a:lnTo>
                    <a:pt x="5985" y="544"/>
                  </a:lnTo>
                  <a:lnTo>
                    <a:pt x="6058" y="145"/>
                  </a:lnTo>
                  <a:lnTo>
                    <a:pt x="5969" y="145"/>
                  </a:lnTo>
                  <a:lnTo>
                    <a:pt x="5992" y="16"/>
                  </a:lnTo>
                  <a:close/>
                  <a:moveTo>
                    <a:pt x="5693" y="16"/>
                  </a:moveTo>
                  <a:lnTo>
                    <a:pt x="5966" y="16"/>
                  </a:lnTo>
                  <a:lnTo>
                    <a:pt x="5933" y="145"/>
                  </a:lnTo>
                  <a:lnTo>
                    <a:pt x="5814" y="145"/>
                  </a:lnTo>
                  <a:lnTo>
                    <a:pt x="5802" y="217"/>
                  </a:lnTo>
                  <a:lnTo>
                    <a:pt x="5919" y="217"/>
                  </a:lnTo>
                  <a:lnTo>
                    <a:pt x="5897" y="338"/>
                  </a:lnTo>
                  <a:lnTo>
                    <a:pt x="5779" y="338"/>
                  </a:lnTo>
                  <a:lnTo>
                    <a:pt x="5766" y="414"/>
                  </a:lnTo>
                  <a:lnTo>
                    <a:pt x="5901" y="414"/>
                  </a:lnTo>
                  <a:lnTo>
                    <a:pt x="5866" y="544"/>
                  </a:lnTo>
                  <a:lnTo>
                    <a:pt x="5596" y="544"/>
                  </a:lnTo>
                  <a:lnTo>
                    <a:pt x="5693" y="16"/>
                  </a:lnTo>
                  <a:close/>
                  <a:moveTo>
                    <a:pt x="5403" y="16"/>
                  </a:moveTo>
                  <a:lnTo>
                    <a:pt x="5548" y="16"/>
                  </a:lnTo>
                  <a:lnTo>
                    <a:pt x="5476" y="414"/>
                  </a:lnTo>
                  <a:lnTo>
                    <a:pt x="5583" y="414"/>
                  </a:lnTo>
                  <a:lnTo>
                    <a:pt x="5548" y="544"/>
                  </a:lnTo>
                  <a:lnTo>
                    <a:pt x="5306" y="544"/>
                  </a:lnTo>
                  <a:lnTo>
                    <a:pt x="5403" y="16"/>
                  </a:lnTo>
                  <a:close/>
                  <a:moveTo>
                    <a:pt x="3699" y="16"/>
                  </a:moveTo>
                  <a:lnTo>
                    <a:pt x="3808" y="16"/>
                  </a:lnTo>
                  <a:lnTo>
                    <a:pt x="3790" y="115"/>
                  </a:lnTo>
                  <a:lnTo>
                    <a:pt x="3740" y="211"/>
                  </a:lnTo>
                  <a:lnTo>
                    <a:pt x="3662" y="211"/>
                  </a:lnTo>
                  <a:lnTo>
                    <a:pt x="3699" y="16"/>
                  </a:lnTo>
                  <a:close/>
                  <a:moveTo>
                    <a:pt x="3338" y="16"/>
                  </a:moveTo>
                  <a:lnTo>
                    <a:pt x="3663" y="16"/>
                  </a:lnTo>
                  <a:lnTo>
                    <a:pt x="3630" y="145"/>
                  </a:lnTo>
                  <a:lnTo>
                    <a:pt x="3550" y="145"/>
                  </a:lnTo>
                  <a:lnTo>
                    <a:pt x="3476" y="544"/>
                  </a:lnTo>
                  <a:lnTo>
                    <a:pt x="3331" y="544"/>
                  </a:lnTo>
                  <a:lnTo>
                    <a:pt x="3404" y="145"/>
                  </a:lnTo>
                  <a:lnTo>
                    <a:pt x="3315" y="145"/>
                  </a:lnTo>
                  <a:lnTo>
                    <a:pt x="3338" y="16"/>
                  </a:lnTo>
                  <a:close/>
                  <a:moveTo>
                    <a:pt x="3039" y="16"/>
                  </a:moveTo>
                  <a:lnTo>
                    <a:pt x="3312" y="16"/>
                  </a:lnTo>
                  <a:lnTo>
                    <a:pt x="3279" y="145"/>
                  </a:lnTo>
                  <a:lnTo>
                    <a:pt x="3160" y="145"/>
                  </a:lnTo>
                  <a:lnTo>
                    <a:pt x="3148" y="217"/>
                  </a:lnTo>
                  <a:lnTo>
                    <a:pt x="3265" y="217"/>
                  </a:lnTo>
                  <a:lnTo>
                    <a:pt x="3243" y="338"/>
                  </a:lnTo>
                  <a:lnTo>
                    <a:pt x="3125" y="338"/>
                  </a:lnTo>
                  <a:lnTo>
                    <a:pt x="3112" y="414"/>
                  </a:lnTo>
                  <a:lnTo>
                    <a:pt x="3247" y="414"/>
                  </a:lnTo>
                  <a:lnTo>
                    <a:pt x="3212" y="544"/>
                  </a:lnTo>
                  <a:lnTo>
                    <a:pt x="2942" y="544"/>
                  </a:lnTo>
                  <a:lnTo>
                    <a:pt x="3039" y="16"/>
                  </a:lnTo>
                  <a:close/>
                  <a:moveTo>
                    <a:pt x="2749" y="16"/>
                  </a:moveTo>
                  <a:lnTo>
                    <a:pt x="2894" y="16"/>
                  </a:lnTo>
                  <a:lnTo>
                    <a:pt x="2822" y="414"/>
                  </a:lnTo>
                  <a:lnTo>
                    <a:pt x="2929" y="414"/>
                  </a:lnTo>
                  <a:lnTo>
                    <a:pt x="2894" y="544"/>
                  </a:lnTo>
                  <a:lnTo>
                    <a:pt x="2652" y="544"/>
                  </a:lnTo>
                  <a:lnTo>
                    <a:pt x="2749" y="16"/>
                  </a:lnTo>
                  <a:close/>
                  <a:moveTo>
                    <a:pt x="1047" y="16"/>
                  </a:moveTo>
                  <a:lnTo>
                    <a:pt x="1156" y="16"/>
                  </a:lnTo>
                  <a:lnTo>
                    <a:pt x="1138" y="115"/>
                  </a:lnTo>
                  <a:lnTo>
                    <a:pt x="1088" y="211"/>
                  </a:lnTo>
                  <a:lnTo>
                    <a:pt x="1010" y="211"/>
                  </a:lnTo>
                  <a:lnTo>
                    <a:pt x="1047" y="16"/>
                  </a:lnTo>
                  <a:close/>
                  <a:moveTo>
                    <a:pt x="686" y="16"/>
                  </a:moveTo>
                  <a:lnTo>
                    <a:pt x="1011" y="16"/>
                  </a:lnTo>
                  <a:lnTo>
                    <a:pt x="978" y="145"/>
                  </a:lnTo>
                  <a:lnTo>
                    <a:pt x="898" y="145"/>
                  </a:lnTo>
                  <a:lnTo>
                    <a:pt x="824" y="544"/>
                  </a:lnTo>
                  <a:lnTo>
                    <a:pt x="679" y="544"/>
                  </a:lnTo>
                  <a:lnTo>
                    <a:pt x="752" y="145"/>
                  </a:lnTo>
                  <a:lnTo>
                    <a:pt x="663" y="145"/>
                  </a:lnTo>
                  <a:lnTo>
                    <a:pt x="686" y="16"/>
                  </a:lnTo>
                  <a:close/>
                  <a:moveTo>
                    <a:pt x="387" y="16"/>
                  </a:moveTo>
                  <a:lnTo>
                    <a:pt x="660" y="16"/>
                  </a:lnTo>
                  <a:lnTo>
                    <a:pt x="627" y="145"/>
                  </a:lnTo>
                  <a:lnTo>
                    <a:pt x="508" y="145"/>
                  </a:lnTo>
                  <a:lnTo>
                    <a:pt x="496" y="217"/>
                  </a:lnTo>
                  <a:lnTo>
                    <a:pt x="613" y="217"/>
                  </a:lnTo>
                  <a:lnTo>
                    <a:pt x="591" y="338"/>
                  </a:lnTo>
                  <a:lnTo>
                    <a:pt x="473" y="338"/>
                  </a:lnTo>
                  <a:lnTo>
                    <a:pt x="460" y="414"/>
                  </a:lnTo>
                  <a:lnTo>
                    <a:pt x="595" y="414"/>
                  </a:lnTo>
                  <a:lnTo>
                    <a:pt x="560" y="544"/>
                  </a:lnTo>
                  <a:lnTo>
                    <a:pt x="290" y="544"/>
                  </a:lnTo>
                  <a:lnTo>
                    <a:pt x="387" y="16"/>
                  </a:lnTo>
                  <a:close/>
                  <a:moveTo>
                    <a:pt x="97" y="16"/>
                  </a:moveTo>
                  <a:lnTo>
                    <a:pt x="242" y="16"/>
                  </a:lnTo>
                  <a:lnTo>
                    <a:pt x="170" y="414"/>
                  </a:lnTo>
                  <a:lnTo>
                    <a:pt x="277" y="414"/>
                  </a:lnTo>
                  <a:lnTo>
                    <a:pt x="242" y="544"/>
                  </a:lnTo>
                  <a:lnTo>
                    <a:pt x="0" y="544"/>
                  </a:lnTo>
                  <a:lnTo>
                    <a:pt x="97" y="16"/>
                  </a:lnTo>
                  <a:close/>
                  <a:moveTo>
                    <a:pt x="17265" y="7"/>
                  </a:moveTo>
                  <a:cubicBezTo>
                    <a:pt x="17296" y="7"/>
                    <a:pt x="17321" y="9"/>
                    <a:pt x="17340" y="13"/>
                  </a:cubicBezTo>
                  <a:cubicBezTo>
                    <a:pt x="17360" y="17"/>
                    <a:pt x="17374" y="21"/>
                    <a:pt x="17383" y="25"/>
                  </a:cubicBezTo>
                  <a:lnTo>
                    <a:pt x="17353" y="151"/>
                  </a:lnTo>
                  <a:cubicBezTo>
                    <a:pt x="17341" y="147"/>
                    <a:pt x="17329" y="143"/>
                    <a:pt x="17317" y="141"/>
                  </a:cubicBezTo>
                  <a:cubicBezTo>
                    <a:pt x="17306" y="139"/>
                    <a:pt x="17293" y="138"/>
                    <a:pt x="17280" y="138"/>
                  </a:cubicBezTo>
                  <a:cubicBezTo>
                    <a:pt x="17267" y="138"/>
                    <a:pt x="17257" y="140"/>
                    <a:pt x="17250" y="145"/>
                  </a:cubicBezTo>
                  <a:cubicBezTo>
                    <a:pt x="17243" y="150"/>
                    <a:pt x="17240" y="158"/>
                    <a:pt x="17240" y="169"/>
                  </a:cubicBezTo>
                  <a:cubicBezTo>
                    <a:pt x="17240" y="177"/>
                    <a:pt x="17241" y="186"/>
                    <a:pt x="17244" y="194"/>
                  </a:cubicBezTo>
                  <a:cubicBezTo>
                    <a:pt x="17247" y="203"/>
                    <a:pt x="17252" y="215"/>
                    <a:pt x="17258" y="230"/>
                  </a:cubicBezTo>
                  <a:lnTo>
                    <a:pt x="17284" y="291"/>
                  </a:lnTo>
                  <a:cubicBezTo>
                    <a:pt x="17291" y="306"/>
                    <a:pt x="17297" y="323"/>
                    <a:pt x="17303" y="341"/>
                  </a:cubicBezTo>
                  <a:cubicBezTo>
                    <a:pt x="17308" y="359"/>
                    <a:pt x="17312" y="377"/>
                    <a:pt x="17312" y="396"/>
                  </a:cubicBezTo>
                  <a:cubicBezTo>
                    <a:pt x="17311" y="451"/>
                    <a:pt x="17296" y="491"/>
                    <a:pt x="17267" y="516"/>
                  </a:cubicBezTo>
                  <a:cubicBezTo>
                    <a:pt x="17238" y="542"/>
                    <a:pt x="17201" y="554"/>
                    <a:pt x="17154" y="554"/>
                  </a:cubicBezTo>
                  <a:cubicBezTo>
                    <a:pt x="17121" y="553"/>
                    <a:pt x="17094" y="551"/>
                    <a:pt x="17073" y="547"/>
                  </a:cubicBezTo>
                  <a:cubicBezTo>
                    <a:pt x="17052" y="543"/>
                    <a:pt x="17037" y="539"/>
                    <a:pt x="17028" y="535"/>
                  </a:cubicBezTo>
                  <a:lnTo>
                    <a:pt x="17038" y="402"/>
                  </a:lnTo>
                  <a:cubicBezTo>
                    <a:pt x="17048" y="406"/>
                    <a:pt x="17061" y="410"/>
                    <a:pt x="17080" y="414"/>
                  </a:cubicBezTo>
                  <a:cubicBezTo>
                    <a:pt x="17099" y="418"/>
                    <a:pt x="17120" y="420"/>
                    <a:pt x="17144" y="420"/>
                  </a:cubicBezTo>
                  <a:cubicBezTo>
                    <a:pt x="17147" y="420"/>
                    <a:pt x="17150" y="420"/>
                    <a:pt x="17152" y="420"/>
                  </a:cubicBezTo>
                  <a:cubicBezTo>
                    <a:pt x="17155" y="420"/>
                    <a:pt x="17158" y="420"/>
                    <a:pt x="17161" y="420"/>
                  </a:cubicBezTo>
                  <a:cubicBezTo>
                    <a:pt x="17162" y="416"/>
                    <a:pt x="17163" y="412"/>
                    <a:pt x="17164" y="407"/>
                  </a:cubicBezTo>
                  <a:cubicBezTo>
                    <a:pt x="17165" y="403"/>
                    <a:pt x="17166" y="398"/>
                    <a:pt x="17166" y="393"/>
                  </a:cubicBezTo>
                  <a:cubicBezTo>
                    <a:pt x="17165" y="384"/>
                    <a:pt x="17164" y="375"/>
                    <a:pt x="17160" y="366"/>
                  </a:cubicBezTo>
                  <a:cubicBezTo>
                    <a:pt x="17156" y="358"/>
                    <a:pt x="17152" y="348"/>
                    <a:pt x="17146" y="336"/>
                  </a:cubicBezTo>
                  <a:lnTo>
                    <a:pt x="17119" y="276"/>
                  </a:lnTo>
                  <a:cubicBezTo>
                    <a:pt x="17111" y="259"/>
                    <a:pt x="17105" y="241"/>
                    <a:pt x="17100" y="223"/>
                  </a:cubicBezTo>
                  <a:cubicBezTo>
                    <a:pt x="17095" y="205"/>
                    <a:pt x="17093" y="188"/>
                    <a:pt x="17093" y="171"/>
                  </a:cubicBezTo>
                  <a:cubicBezTo>
                    <a:pt x="17094" y="116"/>
                    <a:pt x="17109" y="75"/>
                    <a:pt x="17140" y="48"/>
                  </a:cubicBezTo>
                  <a:cubicBezTo>
                    <a:pt x="17171" y="20"/>
                    <a:pt x="17213" y="7"/>
                    <a:pt x="17265" y="7"/>
                  </a:cubicBezTo>
                  <a:close/>
                  <a:moveTo>
                    <a:pt x="15462" y="7"/>
                  </a:moveTo>
                  <a:cubicBezTo>
                    <a:pt x="15517" y="7"/>
                    <a:pt x="15554" y="21"/>
                    <a:pt x="15576" y="47"/>
                  </a:cubicBezTo>
                  <a:cubicBezTo>
                    <a:pt x="15597" y="73"/>
                    <a:pt x="15607" y="108"/>
                    <a:pt x="15606" y="151"/>
                  </a:cubicBezTo>
                  <a:cubicBezTo>
                    <a:pt x="15606" y="175"/>
                    <a:pt x="15604" y="200"/>
                    <a:pt x="15600" y="227"/>
                  </a:cubicBezTo>
                  <a:cubicBezTo>
                    <a:pt x="15596" y="253"/>
                    <a:pt x="15590" y="281"/>
                    <a:pt x="15584" y="310"/>
                  </a:cubicBezTo>
                  <a:cubicBezTo>
                    <a:pt x="15568" y="395"/>
                    <a:pt x="15543" y="457"/>
                    <a:pt x="15508" y="496"/>
                  </a:cubicBezTo>
                  <a:cubicBezTo>
                    <a:pt x="15472" y="535"/>
                    <a:pt x="15419" y="554"/>
                    <a:pt x="15349" y="554"/>
                  </a:cubicBezTo>
                  <a:cubicBezTo>
                    <a:pt x="15294" y="553"/>
                    <a:pt x="15257" y="540"/>
                    <a:pt x="15235" y="514"/>
                  </a:cubicBezTo>
                  <a:cubicBezTo>
                    <a:pt x="15214" y="487"/>
                    <a:pt x="15204" y="453"/>
                    <a:pt x="15205" y="409"/>
                  </a:cubicBezTo>
                  <a:cubicBezTo>
                    <a:pt x="15205" y="385"/>
                    <a:pt x="15208" y="360"/>
                    <a:pt x="15212" y="334"/>
                  </a:cubicBezTo>
                  <a:cubicBezTo>
                    <a:pt x="15216" y="307"/>
                    <a:pt x="15221" y="280"/>
                    <a:pt x="15228" y="251"/>
                  </a:cubicBezTo>
                  <a:cubicBezTo>
                    <a:pt x="15239" y="194"/>
                    <a:pt x="15253" y="148"/>
                    <a:pt x="15272" y="112"/>
                  </a:cubicBezTo>
                  <a:cubicBezTo>
                    <a:pt x="15290" y="76"/>
                    <a:pt x="15315" y="49"/>
                    <a:pt x="15345" y="32"/>
                  </a:cubicBezTo>
                  <a:cubicBezTo>
                    <a:pt x="15376" y="15"/>
                    <a:pt x="15415" y="7"/>
                    <a:pt x="15462" y="7"/>
                  </a:cubicBezTo>
                  <a:close/>
                  <a:moveTo>
                    <a:pt x="15073" y="7"/>
                  </a:moveTo>
                  <a:cubicBezTo>
                    <a:pt x="15102" y="7"/>
                    <a:pt x="15130" y="9"/>
                    <a:pt x="15156" y="13"/>
                  </a:cubicBezTo>
                  <a:cubicBezTo>
                    <a:pt x="15182" y="17"/>
                    <a:pt x="15201" y="21"/>
                    <a:pt x="15212" y="26"/>
                  </a:cubicBezTo>
                  <a:lnTo>
                    <a:pt x="15180" y="153"/>
                  </a:lnTo>
                  <a:cubicBezTo>
                    <a:pt x="15167" y="149"/>
                    <a:pt x="15151" y="146"/>
                    <a:pt x="15133" y="143"/>
                  </a:cubicBezTo>
                  <a:cubicBezTo>
                    <a:pt x="15115" y="140"/>
                    <a:pt x="15094" y="138"/>
                    <a:pt x="15071" y="138"/>
                  </a:cubicBezTo>
                  <a:cubicBezTo>
                    <a:pt x="15043" y="137"/>
                    <a:pt x="15024" y="144"/>
                    <a:pt x="15012" y="160"/>
                  </a:cubicBezTo>
                  <a:cubicBezTo>
                    <a:pt x="15001" y="176"/>
                    <a:pt x="14990" y="207"/>
                    <a:pt x="14980" y="252"/>
                  </a:cubicBezTo>
                  <a:cubicBezTo>
                    <a:pt x="14976" y="268"/>
                    <a:pt x="14973" y="288"/>
                    <a:pt x="14969" y="309"/>
                  </a:cubicBezTo>
                  <a:cubicBezTo>
                    <a:pt x="14965" y="331"/>
                    <a:pt x="14962" y="353"/>
                    <a:pt x="14960" y="374"/>
                  </a:cubicBezTo>
                  <a:cubicBezTo>
                    <a:pt x="14958" y="395"/>
                    <a:pt x="14956" y="413"/>
                    <a:pt x="14956" y="428"/>
                  </a:cubicBezTo>
                  <a:cubicBezTo>
                    <a:pt x="14959" y="429"/>
                    <a:pt x="14963" y="429"/>
                    <a:pt x="14966" y="429"/>
                  </a:cubicBezTo>
                  <a:cubicBezTo>
                    <a:pt x="14969" y="429"/>
                    <a:pt x="14972" y="429"/>
                    <a:pt x="14976" y="429"/>
                  </a:cubicBezTo>
                  <a:cubicBezTo>
                    <a:pt x="14985" y="429"/>
                    <a:pt x="14994" y="429"/>
                    <a:pt x="15003" y="428"/>
                  </a:cubicBezTo>
                  <a:cubicBezTo>
                    <a:pt x="15012" y="427"/>
                    <a:pt x="15021" y="426"/>
                    <a:pt x="15029" y="424"/>
                  </a:cubicBezTo>
                  <a:lnTo>
                    <a:pt x="15043" y="346"/>
                  </a:lnTo>
                  <a:lnTo>
                    <a:pt x="15002" y="346"/>
                  </a:lnTo>
                  <a:lnTo>
                    <a:pt x="15022" y="235"/>
                  </a:lnTo>
                  <a:lnTo>
                    <a:pt x="15186" y="235"/>
                  </a:lnTo>
                  <a:lnTo>
                    <a:pt x="15132" y="526"/>
                  </a:lnTo>
                  <a:cubicBezTo>
                    <a:pt x="15114" y="534"/>
                    <a:pt x="15088" y="541"/>
                    <a:pt x="15055" y="546"/>
                  </a:cubicBezTo>
                  <a:cubicBezTo>
                    <a:pt x="15022" y="551"/>
                    <a:pt x="14990" y="554"/>
                    <a:pt x="14957" y="554"/>
                  </a:cubicBezTo>
                  <a:cubicBezTo>
                    <a:pt x="14918" y="554"/>
                    <a:pt x="14888" y="548"/>
                    <a:pt x="14867" y="536"/>
                  </a:cubicBezTo>
                  <a:cubicBezTo>
                    <a:pt x="14846" y="524"/>
                    <a:pt x="14832" y="507"/>
                    <a:pt x="14824" y="485"/>
                  </a:cubicBezTo>
                  <a:cubicBezTo>
                    <a:pt x="14816" y="464"/>
                    <a:pt x="14813" y="439"/>
                    <a:pt x="14813" y="410"/>
                  </a:cubicBezTo>
                  <a:cubicBezTo>
                    <a:pt x="14813" y="386"/>
                    <a:pt x="14815" y="361"/>
                    <a:pt x="14819" y="334"/>
                  </a:cubicBezTo>
                  <a:cubicBezTo>
                    <a:pt x="14824" y="307"/>
                    <a:pt x="14829" y="280"/>
                    <a:pt x="14835" y="251"/>
                  </a:cubicBezTo>
                  <a:cubicBezTo>
                    <a:pt x="14851" y="166"/>
                    <a:pt x="14877" y="104"/>
                    <a:pt x="14913" y="65"/>
                  </a:cubicBezTo>
                  <a:cubicBezTo>
                    <a:pt x="14949" y="26"/>
                    <a:pt x="15003" y="6"/>
                    <a:pt x="15073" y="7"/>
                  </a:cubicBezTo>
                  <a:close/>
                  <a:moveTo>
                    <a:pt x="14611" y="7"/>
                  </a:moveTo>
                  <a:cubicBezTo>
                    <a:pt x="14642" y="7"/>
                    <a:pt x="14667" y="9"/>
                    <a:pt x="14686" y="13"/>
                  </a:cubicBezTo>
                  <a:cubicBezTo>
                    <a:pt x="14706" y="17"/>
                    <a:pt x="14720" y="21"/>
                    <a:pt x="14729" y="25"/>
                  </a:cubicBezTo>
                  <a:lnTo>
                    <a:pt x="14699" y="151"/>
                  </a:lnTo>
                  <a:cubicBezTo>
                    <a:pt x="14687" y="147"/>
                    <a:pt x="14675" y="143"/>
                    <a:pt x="14663" y="141"/>
                  </a:cubicBezTo>
                  <a:cubicBezTo>
                    <a:pt x="14652" y="139"/>
                    <a:pt x="14639" y="138"/>
                    <a:pt x="14626" y="138"/>
                  </a:cubicBezTo>
                  <a:cubicBezTo>
                    <a:pt x="14613" y="138"/>
                    <a:pt x="14603" y="140"/>
                    <a:pt x="14596" y="145"/>
                  </a:cubicBezTo>
                  <a:cubicBezTo>
                    <a:pt x="14589" y="150"/>
                    <a:pt x="14586" y="158"/>
                    <a:pt x="14586" y="169"/>
                  </a:cubicBezTo>
                  <a:cubicBezTo>
                    <a:pt x="14586" y="177"/>
                    <a:pt x="14587" y="186"/>
                    <a:pt x="14590" y="194"/>
                  </a:cubicBezTo>
                  <a:cubicBezTo>
                    <a:pt x="14593" y="203"/>
                    <a:pt x="14598" y="215"/>
                    <a:pt x="14604" y="230"/>
                  </a:cubicBezTo>
                  <a:lnTo>
                    <a:pt x="14630" y="291"/>
                  </a:lnTo>
                  <a:cubicBezTo>
                    <a:pt x="14637" y="306"/>
                    <a:pt x="14643" y="323"/>
                    <a:pt x="14649" y="341"/>
                  </a:cubicBezTo>
                  <a:cubicBezTo>
                    <a:pt x="14654" y="359"/>
                    <a:pt x="14658" y="377"/>
                    <a:pt x="14658" y="396"/>
                  </a:cubicBezTo>
                  <a:cubicBezTo>
                    <a:pt x="14657" y="451"/>
                    <a:pt x="14642" y="491"/>
                    <a:pt x="14613" y="516"/>
                  </a:cubicBezTo>
                  <a:cubicBezTo>
                    <a:pt x="14584" y="542"/>
                    <a:pt x="14547" y="554"/>
                    <a:pt x="14500" y="554"/>
                  </a:cubicBezTo>
                  <a:cubicBezTo>
                    <a:pt x="14467" y="553"/>
                    <a:pt x="14440" y="551"/>
                    <a:pt x="14419" y="547"/>
                  </a:cubicBezTo>
                  <a:cubicBezTo>
                    <a:pt x="14398" y="543"/>
                    <a:pt x="14383" y="539"/>
                    <a:pt x="14374" y="535"/>
                  </a:cubicBezTo>
                  <a:lnTo>
                    <a:pt x="14384" y="402"/>
                  </a:lnTo>
                  <a:cubicBezTo>
                    <a:pt x="14394" y="406"/>
                    <a:pt x="14407" y="410"/>
                    <a:pt x="14426" y="414"/>
                  </a:cubicBezTo>
                  <a:cubicBezTo>
                    <a:pt x="14445" y="418"/>
                    <a:pt x="14466" y="420"/>
                    <a:pt x="14490" y="420"/>
                  </a:cubicBezTo>
                  <a:cubicBezTo>
                    <a:pt x="14493" y="420"/>
                    <a:pt x="14496" y="420"/>
                    <a:pt x="14498" y="420"/>
                  </a:cubicBezTo>
                  <a:cubicBezTo>
                    <a:pt x="14501" y="420"/>
                    <a:pt x="14504" y="420"/>
                    <a:pt x="14507" y="420"/>
                  </a:cubicBezTo>
                  <a:cubicBezTo>
                    <a:pt x="14508" y="416"/>
                    <a:pt x="14509" y="412"/>
                    <a:pt x="14510" y="407"/>
                  </a:cubicBezTo>
                  <a:cubicBezTo>
                    <a:pt x="14511" y="403"/>
                    <a:pt x="14512" y="398"/>
                    <a:pt x="14512" y="393"/>
                  </a:cubicBezTo>
                  <a:cubicBezTo>
                    <a:pt x="14511" y="384"/>
                    <a:pt x="14510" y="375"/>
                    <a:pt x="14506" y="366"/>
                  </a:cubicBezTo>
                  <a:cubicBezTo>
                    <a:pt x="14502" y="358"/>
                    <a:pt x="14498" y="348"/>
                    <a:pt x="14492" y="336"/>
                  </a:cubicBezTo>
                  <a:lnTo>
                    <a:pt x="14465" y="276"/>
                  </a:lnTo>
                  <a:cubicBezTo>
                    <a:pt x="14457" y="259"/>
                    <a:pt x="14451" y="241"/>
                    <a:pt x="14446" y="223"/>
                  </a:cubicBezTo>
                  <a:cubicBezTo>
                    <a:pt x="14441" y="205"/>
                    <a:pt x="14439" y="188"/>
                    <a:pt x="14439" y="171"/>
                  </a:cubicBezTo>
                  <a:cubicBezTo>
                    <a:pt x="14440" y="116"/>
                    <a:pt x="14455" y="75"/>
                    <a:pt x="14486" y="48"/>
                  </a:cubicBezTo>
                  <a:cubicBezTo>
                    <a:pt x="14517" y="20"/>
                    <a:pt x="14559" y="7"/>
                    <a:pt x="14611" y="7"/>
                  </a:cubicBezTo>
                  <a:close/>
                  <a:moveTo>
                    <a:pt x="12810" y="7"/>
                  </a:moveTo>
                  <a:cubicBezTo>
                    <a:pt x="12865" y="7"/>
                    <a:pt x="12902" y="21"/>
                    <a:pt x="12924" y="47"/>
                  </a:cubicBezTo>
                  <a:cubicBezTo>
                    <a:pt x="12945" y="73"/>
                    <a:pt x="12955" y="108"/>
                    <a:pt x="12954" y="151"/>
                  </a:cubicBezTo>
                  <a:cubicBezTo>
                    <a:pt x="12954" y="175"/>
                    <a:pt x="12952" y="200"/>
                    <a:pt x="12948" y="227"/>
                  </a:cubicBezTo>
                  <a:cubicBezTo>
                    <a:pt x="12944" y="253"/>
                    <a:pt x="12938" y="281"/>
                    <a:pt x="12932" y="310"/>
                  </a:cubicBezTo>
                  <a:cubicBezTo>
                    <a:pt x="12916" y="395"/>
                    <a:pt x="12891" y="457"/>
                    <a:pt x="12856" y="496"/>
                  </a:cubicBezTo>
                  <a:cubicBezTo>
                    <a:pt x="12820" y="535"/>
                    <a:pt x="12767" y="554"/>
                    <a:pt x="12697" y="554"/>
                  </a:cubicBezTo>
                  <a:cubicBezTo>
                    <a:pt x="12642" y="553"/>
                    <a:pt x="12605" y="540"/>
                    <a:pt x="12583" y="514"/>
                  </a:cubicBezTo>
                  <a:cubicBezTo>
                    <a:pt x="12562" y="487"/>
                    <a:pt x="12552" y="453"/>
                    <a:pt x="12553" y="409"/>
                  </a:cubicBezTo>
                  <a:cubicBezTo>
                    <a:pt x="12553" y="385"/>
                    <a:pt x="12556" y="360"/>
                    <a:pt x="12560" y="334"/>
                  </a:cubicBezTo>
                  <a:cubicBezTo>
                    <a:pt x="12564" y="307"/>
                    <a:pt x="12569" y="280"/>
                    <a:pt x="12576" y="251"/>
                  </a:cubicBezTo>
                  <a:cubicBezTo>
                    <a:pt x="12587" y="194"/>
                    <a:pt x="12601" y="148"/>
                    <a:pt x="12620" y="112"/>
                  </a:cubicBezTo>
                  <a:cubicBezTo>
                    <a:pt x="12638" y="76"/>
                    <a:pt x="12663" y="49"/>
                    <a:pt x="12693" y="32"/>
                  </a:cubicBezTo>
                  <a:cubicBezTo>
                    <a:pt x="12724" y="15"/>
                    <a:pt x="12763" y="7"/>
                    <a:pt x="12810" y="7"/>
                  </a:cubicBezTo>
                  <a:close/>
                  <a:moveTo>
                    <a:pt x="12421" y="7"/>
                  </a:moveTo>
                  <a:cubicBezTo>
                    <a:pt x="12450" y="7"/>
                    <a:pt x="12478" y="9"/>
                    <a:pt x="12504" y="13"/>
                  </a:cubicBezTo>
                  <a:cubicBezTo>
                    <a:pt x="12530" y="17"/>
                    <a:pt x="12549" y="21"/>
                    <a:pt x="12560" y="26"/>
                  </a:cubicBezTo>
                  <a:lnTo>
                    <a:pt x="12528" y="153"/>
                  </a:lnTo>
                  <a:cubicBezTo>
                    <a:pt x="12515" y="149"/>
                    <a:pt x="12499" y="146"/>
                    <a:pt x="12481" y="143"/>
                  </a:cubicBezTo>
                  <a:cubicBezTo>
                    <a:pt x="12463" y="140"/>
                    <a:pt x="12442" y="138"/>
                    <a:pt x="12419" y="138"/>
                  </a:cubicBezTo>
                  <a:cubicBezTo>
                    <a:pt x="12391" y="137"/>
                    <a:pt x="12372" y="144"/>
                    <a:pt x="12360" y="160"/>
                  </a:cubicBezTo>
                  <a:cubicBezTo>
                    <a:pt x="12349" y="176"/>
                    <a:pt x="12338" y="207"/>
                    <a:pt x="12328" y="252"/>
                  </a:cubicBezTo>
                  <a:cubicBezTo>
                    <a:pt x="12324" y="268"/>
                    <a:pt x="12321" y="288"/>
                    <a:pt x="12317" y="309"/>
                  </a:cubicBezTo>
                  <a:cubicBezTo>
                    <a:pt x="12313" y="331"/>
                    <a:pt x="12310" y="353"/>
                    <a:pt x="12308" y="374"/>
                  </a:cubicBezTo>
                  <a:cubicBezTo>
                    <a:pt x="12306" y="395"/>
                    <a:pt x="12304" y="413"/>
                    <a:pt x="12304" y="428"/>
                  </a:cubicBezTo>
                  <a:cubicBezTo>
                    <a:pt x="12307" y="429"/>
                    <a:pt x="12311" y="429"/>
                    <a:pt x="12314" y="429"/>
                  </a:cubicBezTo>
                  <a:cubicBezTo>
                    <a:pt x="12317" y="429"/>
                    <a:pt x="12320" y="429"/>
                    <a:pt x="12324" y="429"/>
                  </a:cubicBezTo>
                  <a:cubicBezTo>
                    <a:pt x="12333" y="429"/>
                    <a:pt x="12342" y="429"/>
                    <a:pt x="12351" y="428"/>
                  </a:cubicBezTo>
                  <a:cubicBezTo>
                    <a:pt x="12360" y="427"/>
                    <a:pt x="12369" y="426"/>
                    <a:pt x="12377" y="424"/>
                  </a:cubicBezTo>
                  <a:lnTo>
                    <a:pt x="12391" y="346"/>
                  </a:lnTo>
                  <a:lnTo>
                    <a:pt x="12350" y="346"/>
                  </a:lnTo>
                  <a:lnTo>
                    <a:pt x="12370" y="235"/>
                  </a:lnTo>
                  <a:lnTo>
                    <a:pt x="12534" y="235"/>
                  </a:lnTo>
                  <a:lnTo>
                    <a:pt x="12480" y="526"/>
                  </a:lnTo>
                  <a:cubicBezTo>
                    <a:pt x="12462" y="534"/>
                    <a:pt x="12436" y="541"/>
                    <a:pt x="12403" y="546"/>
                  </a:cubicBezTo>
                  <a:cubicBezTo>
                    <a:pt x="12370" y="551"/>
                    <a:pt x="12338" y="554"/>
                    <a:pt x="12305" y="554"/>
                  </a:cubicBezTo>
                  <a:cubicBezTo>
                    <a:pt x="12266" y="554"/>
                    <a:pt x="12236" y="548"/>
                    <a:pt x="12215" y="536"/>
                  </a:cubicBezTo>
                  <a:cubicBezTo>
                    <a:pt x="12194" y="524"/>
                    <a:pt x="12180" y="507"/>
                    <a:pt x="12172" y="485"/>
                  </a:cubicBezTo>
                  <a:cubicBezTo>
                    <a:pt x="12164" y="464"/>
                    <a:pt x="12161" y="439"/>
                    <a:pt x="12161" y="410"/>
                  </a:cubicBezTo>
                  <a:cubicBezTo>
                    <a:pt x="12161" y="386"/>
                    <a:pt x="12163" y="361"/>
                    <a:pt x="12167" y="334"/>
                  </a:cubicBezTo>
                  <a:cubicBezTo>
                    <a:pt x="12172" y="307"/>
                    <a:pt x="12177" y="280"/>
                    <a:pt x="12183" y="251"/>
                  </a:cubicBezTo>
                  <a:cubicBezTo>
                    <a:pt x="12199" y="166"/>
                    <a:pt x="12225" y="104"/>
                    <a:pt x="12261" y="65"/>
                  </a:cubicBezTo>
                  <a:cubicBezTo>
                    <a:pt x="12297" y="26"/>
                    <a:pt x="12351" y="6"/>
                    <a:pt x="12421" y="7"/>
                  </a:cubicBezTo>
                  <a:close/>
                  <a:moveTo>
                    <a:pt x="11959" y="7"/>
                  </a:moveTo>
                  <a:cubicBezTo>
                    <a:pt x="11990" y="7"/>
                    <a:pt x="12015" y="9"/>
                    <a:pt x="12034" y="13"/>
                  </a:cubicBezTo>
                  <a:cubicBezTo>
                    <a:pt x="12054" y="17"/>
                    <a:pt x="12068" y="21"/>
                    <a:pt x="12077" y="25"/>
                  </a:cubicBezTo>
                  <a:lnTo>
                    <a:pt x="12047" y="151"/>
                  </a:lnTo>
                  <a:cubicBezTo>
                    <a:pt x="12035" y="147"/>
                    <a:pt x="12023" y="143"/>
                    <a:pt x="12011" y="141"/>
                  </a:cubicBezTo>
                  <a:cubicBezTo>
                    <a:pt x="12000" y="139"/>
                    <a:pt x="11987" y="138"/>
                    <a:pt x="11974" y="138"/>
                  </a:cubicBezTo>
                  <a:cubicBezTo>
                    <a:pt x="11961" y="138"/>
                    <a:pt x="11951" y="140"/>
                    <a:pt x="11944" y="145"/>
                  </a:cubicBezTo>
                  <a:cubicBezTo>
                    <a:pt x="11937" y="150"/>
                    <a:pt x="11934" y="158"/>
                    <a:pt x="11934" y="169"/>
                  </a:cubicBezTo>
                  <a:cubicBezTo>
                    <a:pt x="11934" y="177"/>
                    <a:pt x="11935" y="186"/>
                    <a:pt x="11938" y="194"/>
                  </a:cubicBezTo>
                  <a:cubicBezTo>
                    <a:pt x="11941" y="203"/>
                    <a:pt x="11946" y="215"/>
                    <a:pt x="11952" y="230"/>
                  </a:cubicBezTo>
                  <a:lnTo>
                    <a:pt x="11978" y="291"/>
                  </a:lnTo>
                  <a:cubicBezTo>
                    <a:pt x="11985" y="306"/>
                    <a:pt x="11991" y="323"/>
                    <a:pt x="11997" y="341"/>
                  </a:cubicBezTo>
                  <a:cubicBezTo>
                    <a:pt x="12002" y="359"/>
                    <a:pt x="12006" y="377"/>
                    <a:pt x="12006" y="396"/>
                  </a:cubicBezTo>
                  <a:cubicBezTo>
                    <a:pt x="12005" y="451"/>
                    <a:pt x="11990" y="491"/>
                    <a:pt x="11961" y="516"/>
                  </a:cubicBezTo>
                  <a:cubicBezTo>
                    <a:pt x="11932" y="542"/>
                    <a:pt x="11895" y="554"/>
                    <a:pt x="11848" y="554"/>
                  </a:cubicBezTo>
                  <a:cubicBezTo>
                    <a:pt x="11815" y="553"/>
                    <a:pt x="11788" y="551"/>
                    <a:pt x="11767" y="547"/>
                  </a:cubicBezTo>
                  <a:cubicBezTo>
                    <a:pt x="11746" y="543"/>
                    <a:pt x="11731" y="539"/>
                    <a:pt x="11722" y="535"/>
                  </a:cubicBezTo>
                  <a:lnTo>
                    <a:pt x="11732" y="402"/>
                  </a:lnTo>
                  <a:cubicBezTo>
                    <a:pt x="11742" y="406"/>
                    <a:pt x="11755" y="410"/>
                    <a:pt x="11774" y="414"/>
                  </a:cubicBezTo>
                  <a:cubicBezTo>
                    <a:pt x="11793" y="418"/>
                    <a:pt x="11814" y="420"/>
                    <a:pt x="11838" y="420"/>
                  </a:cubicBezTo>
                  <a:cubicBezTo>
                    <a:pt x="11841" y="420"/>
                    <a:pt x="11844" y="420"/>
                    <a:pt x="11846" y="420"/>
                  </a:cubicBezTo>
                  <a:cubicBezTo>
                    <a:pt x="11849" y="420"/>
                    <a:pt x="11852" y="420"/>
                    <a:pt x="11855" y="420"/>
                  </a:cubicBezTo>
                  <a:cubicBezTo>
                    <a:pt x="11856" y="416"/>
                    <a:pt x="11857" y="412"/>
                    <a:pt x="11858" y="407"/>
                  </a:cubicBezTo>
                  <a:cubicBezTo>
                    <a:pt x="11859" y="403"/>
                    <a:pt x="11860" y="398"/>
                    <a:pt x="11860" y="393"/>
                  </a:cubicBezTo>
                  <a:cubicBezTo>
                    <a:pt x="11859" y="384"/>
                    <a:pt x="11858" y="375"/>
                    <a:pt x="11854" y="366"/>
                  </a:cubicBezTo>
                  <a:cubicBezTo>
                    <a:pt x="11850" y="358"/>
                    <a:pt x="11846" y="348"/>
                    <a:pt x="11840" y="336"/>
                  </a:cubicBezTo>
                  <a:lnTo>
                    <a:pt x="11813" y="276"/>
                  </a:lnTo>
                  <a:cubicBezTo>
                    <a:pt x="11805" y="259"/>
                    <a:pt x="11799" y="241"/>
                    <a:pt x="11794" y="223"/>
                  </a:cubicBezTo>
                  <a:cubicBezTo>
                    <a:pt x="11789" y="205"/>
                    <a:pt x="11787" y="188"/>
                    <a:pt x="11787" y="171"/>
                  </a:cubicBezTo>
                  <a:cubicBezTo>
                    <a:pt x="11788" y="116"/>
                    <a:pt x="11803" y="75"/>
                    <a:pt x="11834" y="48"/>
                  </a:cubicBezTo>
                  <a:cubicBezTo>
                    <a:pt x="11865" y="20"/>
                    <a:pt x="11907" y="7"/>
                    <a:pt x="11959" y="7"/>
                  </a:cubicBezTo>
                  <a:close/>
                  <a:moveTo>
                    <a:pt x="10156" y="7"/>
                  </a:moveTo>
                  <a:cubicBezTo>
                    <a:pt x="10211" y="7"/>
                    <a:pt x="10248" y="21"/>
                    <a:pt x="10270" y="47"/>
                  </a:cubicBezTo>
                  <a:cubicBezTo>
                    <a:pt x="10291" y="73"/>
                    <a:pt x="10301" y="108"/>
                    <a:pt x="10300" y="151"/>
                  </a:cubicBezTo>
                  <a:cubicBezTo>
                    <a:pt x="10300" y="175"/>
                    <a:pt x="10298" y="200"/>
                    <a:pt x="10294" y="227"/>
                  </a:cubicBezTo>
                  <a:cubicBezTo>
                    <a:pt x="10290" y="253"/>
                    <a:pt x="10284" y="281"/>
                    <a:pt x="10278" y="310"/>
                  </a:cubicBezTo>
                  <a:cubicBezTo>
                    <a:pt x="10262" y="395"/>
                    <a:pt x="10237" y="457"/>
                    <a:pt x="10202" y="496"/>
                  </a:cubicBezTo>
                  <a:cubicBezTo>
                    <a:pt x="10166" y="535"/>
                    <a:pt x="10113" y="554"/>
                    <a:pt x="10043" y="554"/>
                  </a:cubicBezTo>
                  <a:cubicBezTo>
                    <a:pt x="9988" y="553"/>
                    <a:pt x="9951" y="540"/>
                    <a:pt x="9929" y="514"/>
                  </a:cubicBezTo>
                  <a:cubicBezTo>
                    <a:pt x="9908" y="487"/>
                    <a:pt x="9898" y="453"/>
                    <a:pt x="9899" y="409"/>
                  </a:cubicBezTo>
                  <a:cubicBezTo>
                    <a:pt x="9899" y="385"/>
                    <a:pt x="9902" y="360"/>
                    <a:pt x="9906" y="334"/>
                  </a:cubicBezTo>
                  <a:cubicBezTo>
                    <a:pt x="9910" y="307"/>
                    <a:pt x="9915" y="280"/>
                    <a:pt x="9922" y="251"/>
                  </a:cubicBezTo>
                  <a:cubicBezTo>
                    <a:pt x="9933" y="194"/>
                    <a:pt x="9947" y="148"/>
                    <a:pt x="9966" y="112"/>
                  </a:cubicBezTo>
                  <a:cubicBezTo>
                    <a:pt x="9984" y="76"/>
                    <a:pt x="10009" y="49"/>
                    <a:pt x="10039" y="32"/>
                  </a:cubicBezTo>
                  <a:cubicBezTo>
                    <a:pt x="10070" y="15"/>
                    <a:pt x="10109" y="7"/>
                    <a:pt x="10156" y="7"/>
                  </a:cubicBezTo>
                  <a:close/>
                  <a:moveTo>
                    <a:pt x="9767" y="7"/>
                  </a:moveTo>
                  <a:cubicBezTo>
                    <a:pt x="9796" y="7"/>
                    <a:pt x="9824" y="9"/>
                    <a:pt x="9850" y="13"/>
                  </a:cubicBezTo>
                  <a:cubicBezTo>
                    <a:pt x="9876" y="17"/>
                    <a:pt x="9895" y="21"/>
                    <a:pt x="9906" y="26"/>
                  </a:cubicBezTo>
                  <a:lnTo>
                    <a:pt x="9874" y="153"/>
                  </a:lnTo>
                  <a:cubicBezTo>
                    <a:pt x="9861" y="149"/>
                    <a:pt x="9845" y="146"/>
                    <a:pt x="9827" y="143"/>
                  </a:cubicBezTo>
                  <a:cubicBezTo>
                    <a:pt x="9809" y="140"/>
                    <a:pt x="9788" y="138"/>
                    <a:pt x="9765" y="138"/>
                  </a:cubicBezTo>
                  <a:cubicBezTo>
                    <a:pt x="9737" y="137"/>
                    <a:pt x="9718" y="144"/>
                    <a:pt x="9706" y="160"/>
                  </a:cubicBezTo>
                  <a:cubicBezTo>
                    <a:pt x="9695" y="176"/>
                    <a:pt x="9684" y="207"/>
                    <a:pt x="9674" y="252"/>
                  </a:cubicBezTo>
                  <a:cubicBezTo>
                    <a:pt x="9670" y="268"/>
                    <a:pt x="9667" y="288"/>
                    <a:pt x="9663" y="309"/>
                  </a:cubicBezTo>
                  <a:cubicBezTo>
                    <a:pt x="9659" y="331"/>
                    <a:pt x="9656" y="353"/>
                    <a:pt x="9654" y="374"/>
                  </a:cubicBezTo>
                  <a:cubicBezTo>
                    <a:pt x="9652" y="395"/>
                    <a:pt x="9650" y="413"/>
                    <a:pt x="9650" y="428"/>
                  </a:cubicBezTo>
                  <a:cubicBezTo>
                    <a:pt x="9653" y="429"/>
                    <a:pt x="9657" y="429"/>
                    <a:pt x="9660" y="429"/>
                  </a:cubicBezTo>
                  <a:cubicBezTo>
                    <a:pt x="9663" y="429"/>
                    <a:pt x="9666" y="429"/>
                    <a:pt x="9670" y="429"/>
                  </a:cubicBezTo>
                  <a:cubicBezTo>
                    <a:pt x="9679" y="429"/>
                    <a:pt x="9688" y="429"/>
                    <a:pt x="9697" y="428"/>
                  </a:cubicBezTo>
                  <a:cubicBezTo>
                    <a:pt x="9706" y="427"/>
                    <a:pt x="9715" y="426"/>
                    <a:pt x="9723" y="424"/>
                  </a:cubicBezTo>
                  <a:lnTo>
                    <a:pt x="9737" y="346"/>
                  </a:lnTo>
                  <a:lnTo>
                    <a:pt x="9696" y="346"/>
                  </a:lnTo>
                  <a:lnTo>
                    <a:pt x="9716" y="235"/>
                  </a:lnTo>
                  <a:lnTo>
                    <a:pt x="9880" y="235"/>
                  </a:lnTo>
                  <a:lnTo>
                    <a:pt x="9826" y="526"/>
                  </a:lnTo>
                  <a:cubicBezTo>
                    <a:pt x="9808" y="534"/>
                    <a:pt x="9782" y="541"/>
                    <a:pt x="9749" y="546"/>
                  </a:cubicBezTo>
                  <a:cubicBezTo>
                    <a:pt x="9716" y="551"/>
                    <a:pt x="9684" y="554"/>
                    <a:pt x="9651" y="554"/>
                  </a:cubicBezTo>
                  <a:cubicBezTo>
                    <a:pt x="9612" y="554"/>
                    <a:pt x="9582" y="548"/>
                    <a:pt x="9561" y="536"/>
                  </a:cubicBezTo>
                  <a:cubicBezTo>
                    <a:pt x="9540" y="524"/>
                    <a:pt x="9526" y="507"/>
                    <a:pt x="9518" y="485"/>
                  </a:cubicBezTo>
                  <a:cubicBezTo>
                    <a:pt x="9510" y="464"/>
                    <a:pt x="9507" y="439"/>
                    <a:pt x="9507" y="410"/>
                  </a:cubicBezTo>
                  <a:cubicBezTo>
                    <a:pt x="9507" y="386"/>
                    <a:pt x="9509" y="361"/>
                    <a:pt x="9513" y="334"/>
                  </a:cubicBezTo>
                  <a:cubicBezTo>
                    <a:pt x="9518" y="307"/>
                    <a:pt x="9523" y="280"/>
                    <a:pt x="9529" y="251"/>
                  </a:cubicBezTo>
                  <a:cubicBezTo>
                    <a:pt x="9545" y="166"/>
                    <a:pt x="9571" y="104"/>
                    <a:pt x="9607" y="65"/>
                  </a:cubicBezTo>
                  <a:cubicBezTo>
                    <a:pt x="9643" y="26"/>
                    <a:pt x="9697" y="6"/>
                    <a:pt x="9767" y="7"/>
                  </a:cubicBezTo>
                  <a:close/>
                  <a:moveTo>
                    <a:pt x="9305" y="7"/>
                  </a:moveTo>
                  <a:cubicBezTo>
                    <a:pt x="9336" y="7"/>
                    <a:pt x="9361" y="9"/>
                    <a:pt x="9380" y="13"/>
                  </a:cubicBezTo>
                  <a:cubicBezTo>
                    <a:pt x="9400" y="17"/>
                    <a:pt x="9414" y="21"/>
                    <a:pt x="9423" y="25"/>
                  </a:cubicBezTo>
                  <a:lnTo>
                    <a:pt x="9393" y="151"/>
                  </a:lnTo>
                  <a:cubicBezTo>
                    <a:pt x="9381" y="147"/>
                    <a:pt x="9369" y="143"/>
                    <a:pt x="9357" y="141"/>
                  </a:cubicBezTo>
                  <a:cubicBezTo>
                    <a:pt x="9346" y="139"/>
                    <a:pt x="9333" y="138"/>
                    <a:pt x="9320" y="138"/>
                  </a:cubicBezTo>
                  <a:cubicBezTo>
                    <a:pt x="9307" y="138"/>
                    <a:pt x="9297" y="140"/>
                    <a:pt x="9290" y="145"/>
                  </a:cubicBezTo>
                  <a:cubicBezTo>
                    <a:pt x="9283" y="150"/>
                    <a:pt x="9280" y="158"/>
                    <a:pt x="9280" y="169"/>
                  </a:cubicBezTo>
                  <a:cubicBezTo>
                    <a:pt x="9280" y="177"/>
                    <a:pt x="9281" y="186"/>
                    <a:pt x="9284" y="194"/>
                  </a:cubicBezTo>
                  <a:cubicBezTo>
                    <a:pt x="9287" y="203"/>
                    <a:pt x="9292" y="215"/>
                    <a:pt x="9298" y="230"/>
                  </a:cubicBezTo>
                  <a:lnTo>
                    <a:pt x="9324" y="291"/>
                  </a:lnTo>
                  <a:cubicBezTo>
                    <a:pt x="9331" y="306"/>
                    <a:pt x="9337" y="323"/>
                    <a:pt x="9343" y="341"/>
                  </a:cubicBezTo>
                  <a:cubicBezTo>
                    <a:pt x="9348" y="359"/>
                    <a:pt x="9352" y="377"/>
                    <a:pt x="9352" y="396"/>
                  </a:cubicBezTo>
                  <a:cubicBezTo>
                    <a:pt x="9351" y="451"/>
                    <a:pt x="9336" y="491"/>
                    <a:pt x="9307" y="516"/>
                  </a:cubicBezTo>
                  <a:cubicBezTo>
                    <a:pt x="9278" y="542"/>
                    <a:pt x="9241" y="554"/>
                    <a:pt x="9194" y="554"/>
                  </a:cubicBezTo>
                  <a:cubicBezTo>
                    <a:pt x="9161" y="553"/>
                    <a:pt x="9134" y="551"/>
                    <a:pt x="9113" y="547"/>
                  </a:cubicBezTo>
                  <a:cubicBezTo>
                    <a:pt x="9092" y="543"/>
                    <a:pt x="9077" y="539"/>
                    <a:pt x="9068" y="535"/>
                  </a:cubicBezTo>
                  <a:lnTo>
                    <a:pt x="9078" y="402"/>
                  </a:lnTo>
                  <a:cubicBezTo>
                    <a:pt x="9088" y="406"/>
                    <a:pt x="9101" y="410"/>
                    <a:pt x="9120" y="414"/>
                  </a:cubicBezTo>
                  <a:cubicBezTo>
                    <a:pt x="9139" y="418"/>
                    <a:pt x="9160" y="420"/>
                    <a:pt x="9184" y="420"/>
                  </a:cubicBezTo>
                  <a:cubicBezTo>
                    <a:pt x="9187" y="420"/>
                    <a:pt x="9190" y="420"/>
                    <a:pt x="9192" y="420"/>
                  </a:cubicBezTo>
                  <a:cubicBezTo>
                    <a:pt x="9195" y="420"/>
                    <a:pt x="9198" y="420"/>
                    <a:pt x="9201" y="420"/>
                  </a:cubicBezTo>
                  <a:cubicBezTo>
                    <a:pt x="9202" y="416"/>
                    <a:pt x="9203" y="412"/>
                    <a:pt x="9204" y="407"/>
                  </a:cubicBezTo>
                  <a:cubicBezTo>
                    <a:pt x="9205" y="403"/>
                    <a:pt x="9206" y="398"/>
                    <a:pt x="9206" y="393"/>
                  </a:cubicBezTo>
                  <a:cubicBezTo>
                    <a:pt x="9205" y="384"/>
                    <a:pt x="9204" y="375"/>
                    <a:pt x="9200" y="366"/>
                  </a:cubicBezTo>
                  <a:cubicBezTo>
                    <a:pt x="9196" y="358"/>
                    <a:pt x="9192" y="348"/>
                    <a:pt x="9186" y="336"/>
                  </a:cubicBezTo>
                  <a:lnTo>
                    <a:pt x="9159" y="276"/>
                  </a:lnTo>
                  <a:cubicBezTo>
                    <a:pt x="9151" y="259"/>
                    <a:pt x="9145" y="241"/>
                    <a:pt x="9140" y="223"/>
                  </a:cubicBezTo>
                  <a:cubicBezTo>
                    <a:pt x="9135" y="205"/>
                    <a:pt x="9133" y="188"/>
                    <a:pt x="9133" y="171"/>
                  </a:cubicBezTo>
                  <a:cubicBezTo>
                    <a:pt x="9134" y="116"/>
                    <a:pt x="9149" y="75"/>
                    <a:pt x="9180" y="48"/>
                  </a:cubicBezTo>
                  <a:cubicBezTo>
                    <a:pt x="9211" y="20"/>
                    <a:pt x="9253" y="7"/>
                    <a:pt x="9305" y="7"/>
                  </a:cubicBezTo>
                  <a:close/>
                  <a:moveTo>
                    <a:pt x="7504" y="7"/>
                  </a:moveTo>
                  <a:cubicBezTo>
                    <a:pt x="7559" y="7"/>
                    <a:pt x="7596" y="21"/>
                    <a:pt x="7618" y="47"/>
                  </a:cubicBezTo>
                  <a:cubicBezTo>
                    <a:pt x="7639" y="73"/>
                    <a:pt x="7649" y="108"/>
                    <a:pt x="7648" y="151"/>
                  </a:cubicBezTo>
                  <a:cubicBezTo>
                    <a:pt x="7648" y="175"/>
                    <a:pt x="7646" y="200"/>
                    <a:pt x="7642" y="227"/>
                  </a:cubicBezTo>
                  <a:cubicBezTo>
                    <a:pt x="7638" y="253"/>
                    <a:pt x="7632" y="281"/>
                    <a:pt x="7626" y="310"/>
                  </a:cubicBezTo>
                  <a:cubicBezTo>
                    <a:pt x="7610" y="395"/>
                    <a:pt x="7585" y="457"/>
                    <a:pt x="7550" y="496"/>
                  </a:cubicBezTo>
                  <a:cubicBezTo>
                    <a:pt x="7514" y="535"/>
                    <a:pt x="7461" y="554"/>
                    <a:pt x="7391" y="554"/>
                  </a:cubicBezTo>
                  <a:cubicBezTo>
                    <a:pt x="7336" y="553"/>
                    <a:pt x="7299" y="540"/>
                    <a:pt x="7277" y="514"/>
                  </a:cubicBezTo>
                  <a:cubicBezTo>
                    <a:pt x="7256" y="487"/>
                    <a:pt x="7246" y="453"/>
                    <a:pt x="7247" y="409"/>
                  </a:cubicBezTo>
                  <a:cubicBezTo>
                    <a:pt x="7247" y="385"/>
                    <a:pt x="7250" y="360"/>
                    <a:pt x="7254" y="334"/>
                  </a:cubicBezTo>
                  <a:cubicBezTo>
                    <a:pt x="7258" y="307"/>
                    <a:pt x="7263" y="280"/>
                    <a:pt x="7270" y="251"/>
                  </a:cubicBezTo>
                  <a:cubicBezTo>
                    <a:pt x="7281" y="194"/>
                    <a:pt x="7295" y="148"/>
                    <a:pt x="7314" y="112"/>
                  </a:cubicBezTo>
                  <a:cubicBezTo>
                    <a:pt x="7332" y="76"/>
                    <a:pt x="7357" y="49"/>
                    <a:pt x="7387" y="32"/>
                  </a:cubicBezTo>
                  <a:cubicBezTo>
                    <a:pt x="7418" y="15"/>
                    <a:pt x="7457" y="7"/>
                    <a:pt x="7504" y="7"/>
                  </a:cubicBezTo>
                  <a:close/>
                  <a:moveTo>
                    <a:pt x="7115" y="7"/>
                  </a:moveTo>
                  <a:cubicBezTo>
                    <a:pt x="7144" y="7"/>
                    <a:pt x="7172" y="9"/>
                    <a:pt x="7198" y="13"/>
                  </a:cubicBezTo>
                  <a:cubicBezTo>
                    <a:pt x="7224" y="17"/>
                    <a:pt x="7243" y="21"/>
                    <a:pt x="7254" y="26"/>
                  </a:cubicBezTo>
                  <a:lnTo>
                    <a:pt x="7222" y="153"/>
                  </a:lnTo>
                  <a:cubicBezTo>
                    <a:pt x="7209" y="149"/>
                    <a:pt x="7193" y="146"/>
                    <a:pt x="7175" y="143"/>
                  </a:cubicBezTo>
                  <a:cubicBezTo>
                    <a:pt x="7157" y="140"/>
                    <a:pt x="7136" y="138"/>
                    <a:pt x="7113" y="138"/>
                  </a:cubicBezTo>
                  <a:cubicBezTo>
                    <a:pt x="7085" y="137"/>
                    <a:pt x="7066" y="144"/>
                    <a:pt x="7054" y="160"/>
                  </a:cubicBezTo>
                  <a:cubicBezTo>
                    <a:pt x="7043" y="176"/>
                    <a:pt x="7032" y="207"/>
                    <a:pt x="7022" y="252"/>
                  </a:cubicBezTo>
                  <a:cubicBezTo>
                    <a:pt x="7018" y="268"/>
                    <a:pt x="7015" y="288"/>
                    <a:pt x="7011" y="309"/>
                  </a:cubicBezTo>
                  <a:cubicBezTo>
                    <a:pt x="7007" y="331"/>
                    <a:pt x="7004" y="353"/>
                    <a:pt x="7002" y="374"/>
                  </a:cubicBezTo>
                  <a:cubicBezTo>
                    <a:pt x="7000" y="395"/>
                    <a:pt x="6998" y="413"/>
                    <a:pt x="6998" y="428"/>
                  </a:cubicBezTo>
                  <a:cubicBezTo>
                    <a:pt x="7001" y="429"/>
                    <a:pt x="7005" y="429"/>
                    <a:pt x="7008" y="429"/>
                  </a:cubicBezTo>
                  <a:cubicBezTo>
                    <a:pt x="7011" y="429"/>
                    <a:pt x="7014" y="429"/>
                    <a:pt x="7018" y="429"/>
                  </a:cubicBezTo>
                  <a:cubicBezTo>
                    <a:pt x="7027" y="429"/>
                    <a:pt x="7036" y="429"/>
                    <a:pt x="7045" y="428"/>
                  </a:cubicBezTo>
                  <a:cubicBezTo>
                    <a:pt x="7054" y="427"/>
                    <a:pt x="7063" y="426"/>
                    <a:pt x="7071" y="424"/>
                  </a:cubicBezTo>
                  <a:lnTo>
                    <a:pt x="7085" y="346"/>
                  </a:lnTo>
                  <a:lnTo>
                    <a:pt x="7044" y="346"/>
                  </a:lnTo>
                  <a:lnTo>
                    <a:pt x="7064" y="235"/>
                  </a:lnTo>
                  <a:lnTo>
                    <a:pt x="7228" y="235"/>
                  </a:lnTo>
                  <a:lnTo>
                    <a:pt x="7174" y="526"/>
                  </a:lnTo>
                  <a:cubicBezTo>
                    <a:pt x="7156" y="534"/>
                    <a:pt x="7130" y="541"/>
                    <a:pt x="7097" y="546"/>
                  </a:cubicBezTo>
                  <a:cubicBezTo>
                    <a:pt x="7064" y="551"/>
                    <a:pt x="7032" y="554"/>
                    <a:pt x="6999" y="554"/>
                  </a:cubicBezTo>
                  <a:cubicBezTo>
                    <a:pt x="6960" y="554"/>
                    <a:pt x="6930" y="548"/>
                    <a:pt x="6909" y="536"/>
                  </a:cubicBezTo>
                  <a:cubicBezTo>
                    <a:pt x="6888" y="524"/>
                    <a:pt x="6874" y="507"/>
                    <a:pt x="6866" y="485"/>
                  </a:cubicBezTo>
                  <a:cubicBezTo>
                    <a:pt x="6858" y="464"/>
                    <a:pt x="6855" y="439"/>
                    <a:pt x="6855" y="410"/>
                  </a:cubicBezTo>
                  <a:cubicBezTo>
                    <a:pt x="6855" y="386"/>
                    <a:pt x="6857" y="361"/>
                    <a:pt x="6861" y="334"/>
                  </a:cubicBezTo>
                  <a:cubicBezTo>
                    <a:pt x="6866" y="307"/>
                    <a:pt x="6871" y="280"/>
                    <a:pt x="6877" y="251"/>
                  </a:cubicBezTo>
                  <a:cubicBezTo>
                    <a:pt x="6893" y="166"/>
                    <a:pt x="6919" y="104"/>
                    <a:pt x="6955" y="65"/>
                  </a:cubicBezTo>
                  <a:cubicBezTo>
                    <a:pt x="6991" y="26"/>
                    <a:pt x="7045" y="6"/>
                    <a:pt x="7115" y="7"/>
                  </a:cubicBezTo>
                  <a:close/>
                  <a:moveTo>
                    <a:pt x="6653" y="7"/>
                  </a:moveTo>
                  <a:cubicBezTo>
                    <a:pt x="6684" y="7"/>
                    <a:pt x="6709" y="9"/>
                    <a:pt x="6728" y="13"/>
                  </a:cubicBezTo>
                  <a:cubicBezTo>
                    <a:pt x="6748" y="17"/>
                    <a:pt x="6762" y="21"/>
                    <a:pt x="6771" y="25"/>
                  </a:cubicBezTo>
                  <a:lnTo>
                    <a:pt x="6741" y="151"/>
                  </a:lnTo>
                  <a:cubicBezTo>
                    <a:pt x="6729" y="147"/>
                    <a:pt x="6717" y="143"/>
                    <a:pt x="6705" y="141"/>
                  </a:cubicBezTo>
                  <a:cubicBezTo>
                    <a:pt x="6694" y="139"/>
                    <a:pt x="6681" y="138"/>
                    <a:pt x="6668" y="138"/>
                  </a:cubicBezTo>
                  <a:cubicBezTo>
                    <a:pt x="6655" y="138"/>
                    <a:pt x="6645" y="140"/>
                    <a:pt x="6638" y="145"/>
                  </a:cubicBezTo>
                  <a:cubicBezTo>
                    <a:pt x="6631" y="150"/>
                    <a:pt x="6628" y="158"/>
                    <a:pt x="6628" y="169"/>
                  </a:cubicBezTo>
                  <a:cubicBezTo>
                    <a:pt x="6628" y="177"/>
                    <a:pt x="6629" y="186"/>
                    <a:pt x="6632" y="194"/>
                  </a:cubicBezTo>
                  <a:cubicBezTo>
                    <a:pt x="6635" y="203"/>
                    <a:pt x="6640" y="215"/>
                    <a:pt x="6646" y="230"/>
                  </a:cubicBezTo>
                  <a:lnTo>
                    <a:pt x="6672" y="291"/>
                  </a:lnTo>
                  <a:cubicBezTo>
                    <a:pt x="6679" y="306"/>
                    <a:pt x="6685" y="323"/>
                    <a:pt x="6691" y="341"/>
                  </a:cubicBezTo>
                  <a:cubicBezTo>
                    <a:pt x="6696" y="359"/>
                    <a:pt x="6700" y="377"/>
                    <a:pt x="6700" y="396"/>
                  </a:cubicBezTo>
                  <a:cubicBezTo>
                    <a:pt x="6699" y="451"/>
                    <a:pt x="6684" y="491"/>
                    <a:pt x="6655" y="516"/>
                  </a:cubicBezTo>
                  <a:cubicBezTo>
                    <a:pt x="6626" y="542"/>
                    <a:pt x="6589" y="554"/>
                    <a:pt x="6542" y="554"/>
                  </a:cubicBezTo>
                  <a:cubicBezTo>
                    <a:pt x="6509" y="553"/>
                    <a:pt x="6482" y="551"/>
                    <a:pt x="6461" y="547"/>
                  </a:cubicBezTo>
                  <a:cubicBezTo>
                    <a:pt x="6440" y="543"/>
                    <a:pt x="6425" y="539"/>
                    <a:pt x="6416" y="535"/>
                  </a:cubicBezTo>
                  <a:lnTo>
                    <a:pt x="6426" y="402"/>
                  </a:lnTo>
                  <a:cubicBezTo>
                    <a:pt x="6436" y="406"/>
                    <a:pt x="6449" y="410"/>
                    <a:pt x="6468" y="414"/>
                  </a:cubicBezTo>
                  <a:cubicBezTo>
                    <a:pt x="6487" y="418"/>
                    <a:pt x="6508" y="420"/>
                    <a:pt x="6532" y="420"/>
                  </a:cubicBezTo>
                  <a:cubicBezTo>
                    <a:pt x="6535" y="420"/>
                    <a:pt x="6538" y="420"/>
                    <a:pt x="6540" y="420"/>
                  </a:cubicBezTo>
                  <a:cubicBezTo>
                    <a:pt x="6543" y="420"/>
                    <a:pt x="6546" y="420"/>
                    <a:pt x="6549" y="420"/>
                  </a:cubicBezTo>
                  <a:cubicBezTo>
                    <a:pt x="6550" y="416"/>
                    <a:pt x="6551" y="412"/>
                    <a:pt x="6552" y="407"/>
                  </a:cubicBezTo>
                  <a:cubicBezTo>
                    <a:pt x="6553" y="403"/>
                    <a:pt x="6554" y="398"/>
                    <a:pt x="6554" y="393"/>
                  </a:cubicBezTo>
                  <a:cubicBezTo>
                    <a:pt x="6553" y="384"/>
                    <a:pt x="6552" y="375"/>
                    <a:pt x="6548" y="366"/>
                  </a:cubicBezTo>
                  <a:cubicBezTo>
                    <a:pt x="6544" y="358"/>
                    <a:pt x="6540" y="348"/>
                    <a:pt x="6534" y="336"/>
                  </a:cubicBezTo>
                  <a:lnTo>
                    <a:pt x="6507" y="276"/>
                  </a:lnTo>
                  <a:cubicBezTo>
                    <a:pt x="6499" y="259"/>
                    <a:pt x="6493" y="241"/>
                    <a:pt x="6488" y="223"/>
                  </a:cubicBezTo>
                  <a:cubicBezTo>
                    <a:pt x="6483" y="205"/>
                    <a:pt x="6481" y="188"/>
                    <a:pt x="6481" y="171"/>
                  </a:cubicBezTo>
                  <a:cubicBezTo>
                    <a:pt x="6482" y="116"/>
                    <a:pt x="6497" y="75"/>
                    <a:pt x="6528" y="48"/>
                  </a:cubicBezTo>
                  <a:cubicBezTo>
                    <a:pt x="6559" y="20"/>
                    <a:pt x="6601" y="7"/>
                    <a:pt x="6653" y="7"/>
                  </a:cubicBezTo>
                  <a:close/>
                  <a:moveTo>
                    <a:pt x="4850" y="7"/>
                  </a:moveTo>
                  <a:cubicBezTo>
                    <a:pt x="4905" y="7"/>
                    <a:pt x="4942" y="21"/>
                    <a:pt x="4964" y="47"/>
                  </a:cubicBezTo>
                  <a:cubicBezTo>
                    <a:pt x="4985" y="73"/>
                    <a:pt x="4995" y="108"/>
                    <a:pt x="4994" y="151"/>
                  </a:cubicBezTo>
                  <a:cubicBezTo>
                    <a:pt x="4994" y="175"/>
                    <a:pt x="4992" y="200"/>
                    <a:pt x="4988" y="227"/>
                  </a:cubicBezTo>
                  <a:cubicBezTo>
                    <a:pt x="4984" y="253"/>
                    <a:pt x="4978" y="281"/>
                    <a:pt x="4972" y="310"/>
                  </a:cubicBezTo>
                  <a:cubicBezTo>
                    <a:pt x="4956" y="395"/>
                    <a:pt x="4931" y="457"/>
                    <a:pt x="4896" y="496"/>
                  </a:cubicBezTo>
                  <a:cubicBezTo>
                    <a:pt x="4860" y="535"/>
                    <a:pt x="4807" y="554"/>
                    <a:pt x="4737" y="554"/>
                  </a:cubicBezTo>
                  <a:cubicBezTo>
                    <a:pt x="4682" y="553"/>
                    <a:pt x="4645" y="540"/>
                    <a:pt x="4623" y="514"/>
                  </a:cubicBezTo>
                  <a:cubicBezTo>
                    <a:pt x="4602" y="487"/>
                    <a:pt x="4592" y="453"/>
                    <a:pt x="4593" y="409"/>
                  </a:cubicBezTo>
                  <a:cubicBezTo>
                    <a:pt x="4593" y="385"/>
                    <a:pt x="4596" y="360"/>
                    <a:pt x="4600" y="334"/>
                  </a:cubicBezTo>
                  <a:cubicBezTo>
                    <a:pt x="4604" y="307"/>
                    <a:pt x="4609" y="280"/>
                    <a:pt x="4616" y="251"/>
                  </a:cubicBezTo>
                  <a:cubicBezTo>
                    <a:pt x="4627" y="194"/>
                    <a:pt x="4641" y="148"/>
                    <a:pt x="4660" y="112"/>
                  </a:cubicBezTo>
                  <a:cubicBezTo>
                    <a:pt x="4678" y="76"/>
                    <a:pt x="4703" y="49"/>
                    <a:pt x="4733" y="32"/>
                  </a:cubicBezTo>
                  <a:cubicBezTo>
                    <a:pt x="4764" y="15"/>
                    <a:pt x="4803" y="7"/>
                    <a:pt x="4850" y="7"/>
                  </a:cubicBezTo>
                  <a:close/>
                  <a:moveTo>
                    <a:pt x="4461" y="7"/>
                  </a:moveTo>
                  <a:cubicBezTo>
                    <a:pt x="4490" y="7"/>
                    <a:pt x="4518" y="9"/>
                    <a:pt x="4544" y="13"/>
                  </a:cubicBezTo>
                  <a:cubicBezTo>
                    <a:pt x="4570" y="17"/>
                    <a:pt x="4589" y="21"/>
                    <a:pt x="4600" y="26"/>
                  </a:cubicBezTo>
                  <a:lnTo>
                    <a:pt x="4568" y="153"/>
                  </a:lnTo>
                  <a:cubicBezTo>
                    <a:pt x="4555" y="149"/>
                    <a:pt x="4539" y="146"/>
                    <a:pt x="4521" y="143"/>
                  </a:cubicBezTo>
                  <a:cubicBezTo>
                    <a:pt x="4503" y="140"/>
                    <a:pt x="4482" y="138"/>
                    <a:pt x="4459" y="138"/>
                  </a:cubicBezTo>
                  <a:cubicBezTo>
                    <a:pt x="4431" y="137"/>
                    <a:pt x="4412" y="144"/>
                    <a:pt x="4400" y="160"/>
                  </a:cubicBezTo>
                  <a:cubicBezTo>
                    <a:pt x="4389" y="176"/>
                    <a:pt x="4378" y="207"/>
                    <a:pt x="4368" y="252"/>
                  </a:cubicBezTo>
                  <a:cubicBezTo>
                    <a:pt x="4364" y="268"/>
                    <a:pt x="4361" y="288"/>
                    <a:pt x="4357" y="309"/>
                  </a:cubicBezTo>
                  <a:cubicBezTo>
                    <a:pt x="4353" y="331"/>
                    <a:pt x="4350" y="353"/>
                    <a:pt x="4348" y="374"/>
                  </a:cubicBezTo>
                  <a:cubicBezTo>
                    <a:pt x="4346" y="395"/>
                    <a:pt x="4344" y="413"/>
                    <a:pt x="4344" y="428"/>
                  </a:cubicBezTo>
                  <a:cubicBezTo>
                    <a:pt x="4347" y="429"/>
                    <a:pt x="4351" y="429"/>
                    <a:pt x="4354" y="429"/>
                  </a:cubicBezTo>
                  <a:cubicBezTo>
                    <a:pt x="4357" y="429"/>
                    <a:pt x="4360" y="429"/>
                    <a:pt x="4364" y="429"/>
                  </a:cubicBezTo>
                  <a:cubicBezTo>
                    <a:pt x="4373" y="429"/>
                    <a:pt x="4382" y="429"/>
                    <a:pt x="4391" y="428"/>
                  </a:cubicBezTo>
                  <a:cubicBezTo>
                    <a:pt x="4400" y="427"/>
                    <a:pt x="4409" y="426"/>
                    <a:pt x="4417" y="424"/>
                  </a:cubicBezTo>
                  <a:lnTo>
                    <a:pt x="4431" y="346"/>
                  </a:lnTo>
                  <a:lnTo>
                    <a:pt x="4390" y="346"/>
                  </a:lnTo>
                  <a:lnTo>
                    <a:pt x="4410" y="235"/>
                  </a:lnTo>
                  <a:lnTo>
                    <a:pt x="4574" y="235"/>
                  </a:lnTo>
                  <a:lnTo>
                    <a:pt x="4520" y="526"/>
                  </a:lnTo>
                  <a:cubicBezTo>
                    <a:pt x="4502" y="534"/>
                    <a:pt x="4476" y="541"/>
                    <a:pt x="4443" y="546"/>
                  </a:cubicBezTo>
                  <a:cubicBezTo>
                    <a:pt x="4410" y="551"/>
                    <a:pt x="4378" y="554"/>
                    <a:pt x="4345" y="554"/>
                  </a:cubicBezTo>
                  <a:cubicBezTo>
                    <a:pt x="4306" y="554"/>
                    <a:pt x="4276" y="548"/>
                    <a:pt x="4255" y="536"/>
                  </a:cubicBezTo>
                  <a:cubicBezTo>
                    <a:pt x="4234" y="524"/>
                    <a:pt x="4220" y="507"/>
                    <a:pt x="4212" y="485"/>
                  </a:cubicBezTo>
                  <a:cubicBezTo>
                    <a:pt x="4204" y="464"/>
                    <a:pt x="4201" y="439"/>
                    <a:pt x="4201" y="410"/>
                  </a:cubicBezTo>
                  <a:cubicBezTo>
                    <a:pt x="4201" y="386"/>
                    <a:pt x="4203" y="361"/>
                    <a:pt x="4207" y="334"/>
                  </a:cubicBezTo>
                  <a:cubicBezTo>
                    <a:pt x="4212" y="307"/>
                    <a:pt x="4217" y="280"/>
                    <a:pt x="4223" y="251"/>
                  </a:cubicBezTo>
                  <a:cubicBezTo>
                    <a:pt x="4239" y="166"/>
                    <a:pt x="4265" y="104"/>
                    <a:pt x="4301" y="65"/>
                  </a:cubicBezTo>
                  <a:cubicBezTo>
                    <a:pt x="4337" y="26"/>
                    <a:pt x="4391" y="6"/>
                    <a:pt x="4461" y="7"/>
                  </a:cubicBezTo>
                  <a:close/>
                  <a:moveTo>
                    <a:pt x="3999" y="7"/>
                  </a:moveTo>
                  <a:cubicBezTo>
                    <a:pt x="4030" y="7"/>
                    <a:pt x="4055" y="9"/>
                    <a:pt x="4074" y="13"/>
                  </a:cubicBezTo>
                  <a:cubicBezTo>
                    <a:pt x="4094" y="17"/>
                    <a:pt x="4108" y="21"/>
                    <a:pt x="4117" y="25"/>
                  </a:cubicBezTo>
                  <a:lnTo>
                    <a:pt x="4087" y="151"/>
                  </a:lnTo>
                  <a:cubicBezTo>
                    <a:pt x="4075" y="147"/>
                    <a:pt x="4063" y="143"/>
                    <a:pt x="4051" y="141"/>
                  </a:cubicBezTo>
                  <a:cubicBezTo>
                    <a:pt x="4040" y="139"/>
                    <a:pt x="4027" y="138"/>
                    <a:pt x="4014" y="138"/>
                  </a:cubicBezTo>
                  <a:cubicBezTo>
                    <a:pt x="4001" y="138"/>
                    <a:pt x="3991" y="140"/>
                    <a:pt x="3984" y="145"/>
                  </a:cubicBezTo>
                  <a:cubicBezTo>
                    <a:pt x="3977" y="150"/>
                    <a:pt x="3974" y="158"/>
                    <a:pt x="3974" y="169"/>
                  </a:cubicBezTo>
                  <a:cubicBezTo>
                    <a:pt x="3974" y="177"/>
                    <a:pt x="3975" y="186"/>
                    <a:pt x="3978" y="194"/>
                  </a:cubicBezTo>
                  <a:cubicBezTo>
                    <a:pt x="3981" y="203"/>
                    <a:pt x="3986" y="215"/>
                    <a:pt x="3992" y="230"/>
                  </a:cubicBezTo>
                  <a:lnTo>
                    <a:pt x="4018" y="291"/>
                  </a:lnTo>
                  <a:cubicBezTo>
                    <a:pt x="4025" y="306"/>
                    <a:pt x="4031" y="323"/>
                    <a:pt x="4037" y="341"/>
                  </a:cubicBezTo>
                  <a:cubicBezTo>
                    <a:pt x="4042" y="359"/>
                    <a:pt x="4046" y="377"/>
                    <a:pt x="4046" y="396"/>
                  </a:cubicBezTo>
                  <a:cubicBezTo>
                    <a:pt x="4045" y="451"/>
                    <a:pt x="4030" y="491"/>
                    <a:pt x="4001" y="516"/>
                  </a:cubicBezTo>
                  <a:cubicBezTo>
                    <a:pt x="3972" y="542"/>
                    <a:pt x="3935" y="554"/>
                    <a:pt x="3888" y="554"/>
                  </a:cubicBezTo>
                  <a:cubicBezTo>
                    <a:pt x="3855" y="553"/>
                    <a:pt x="3828" y="551"/>
                    <a:pt x="3807" y="547"/>
                  </a:cubicBezTo>
                  <a:cubicBezTo>
                    <a:pt x="3786" y="543"/>
                    <a:pt x="3771" y="539"/>
                    <a:pt x="3762" y="535"/>
                  </a:cubicBezTo>
                  <a:lnTo>
                    <a:pt x="3772" y="402"/>
                  </a:lnTo>
                  <a:cubicBezTo>
                    <a:pt x="3782" y="406"/>
                    <a:pt x="3795" y="410"/>
                    <a:pt x="3814" y="414"/>
                  </a:cubicBezTo>
                  <a:cubicBezTo>
                    <a:pt x="3833" y="418"/>
                    <a:pt x="3854" y="420"/>
                    <a:pt x="3878" y="420"/>
                  </a:cubicBezTo>
                  <a:cubicBezTo>
                    <a:pt x="3881" y="420"/>
                    <a:pt x="3884" y="420"/>
                    <a:pt x="3886" y="420"/>
                  </a:cubicBezTo>
                  <a:cubicBezTo>
                    <a:pt x="3889" y="420"/>
                    <a:pt x="3892" y="420"/>
                    <a:pt x="3895" y="420"/>
                  </a:cubicBezTo>
                  <a:cubicBezTo>
                    <a:pt x="3896" y="416"/>
                    <a:pt x="3897" y="412"/>
                    <a:pt x="3898" y="407"/>
                  </a:cubicBezTo>
                  <a:cubicBezTo>
                    <a:pt x="3899" y="403"/>
                    <a:pt x="3900" y="398"/>
                    <a:pt x="3900" y="393"/>
                  </a:cubicBezTo>
                  <a:cubicBezTo>
                    <a:pt x="3899" y="384"/>
                    <a:pt x="3898" y="375"/>
                    <a:pt x="3894" y="366"/>
                  </a:cubicBezTo>
                  <a:cubicBezTo>
                    <a:pt x="3890" y="358"/>
                    <a:pt x="3886" y="348"/>
                    <a:pt x="3880" y="336"/>
                  </a:cubicBezTo>
                  <a:lnTo>
                    <a:pt x="3853" y="276"/>
                  </a:lnTo>
                  <a:cubicBezTo>
                    <a:pt x="3845" y="259"/>
                    <a:pt x="3839" y="241"/>
                    <a:pt x="3834" y="223"/>
                  </a:cubicBezTo>
                  <a:cubicBezTo>
                    <a:pt x="3829" y="205"/>
                    <a:pt x="3827" y="188"/>
                    <a:pt x="3827" y="171"/>
                  </a:cubicBezTo>
                  <a:cubicBezTo>
                    <a:pt x="3828" y="116"/>
                    <a:pt x="3843" y="75"/>
                    <a:pt x="3874" y="48"/>
                  </a:cubicBezTo>
                  <a:cubicBezTo>
                    <a:pt x="3905" y="20"/>
                    <a:pt x="3947" y="7"/>
                    <a:pt x="3999" y="7"/>
                  </a:cubicBezTo>
                  <a:close/>
                  <a:moveTo>
                    <a:pt x="2198" y="7"/>
                  </a:moveTo>
                  <a:cubicBezTo>
                    <a:pt x="2253" y="7"/>
                    <a:pt x="2290" y="21"/>
                    <a:pt x="2312" y="47"/>
                  </a:cubicBezTo>
                  <a:cubicBezTo>
                    <a:pt x="2333" y="73"/>
                    <a:pt x="2343" y="108"/>
                    <a:pt x="2342" y="151"/>
                  </a:cubicBezTo>
                  <a:cubicBezTo>
                    <a:pt x="2342" y="175"/>
                    <a:pt x="2340" y="200"/>
                    <a:pt x="2336" y="227"/>
                  </a:cubicBezTo>
                  <a:cubicBezTo>
                    <a:pt x="2332" y="253"/>
                    <a:pt x="2326" y="281"/>
                    <a:pt x="2320" y="310"/>
                  </a:cubicBezTo>
                  <a:cubicBezTo>
                    <a:pt x="2304" y="395"/>
                    <a:pt x="2279" y="457"/>
                    <a:pt x="2244" y="496"/>
                  </a:cubicBezTo>
                  <a:cubicBezTo>
                    <a:pt x="2208" y="535"/>
                    <a:pt x="2155" y="554"/>
                    <a:pt x="2085" y="554"/>
                  </a:cubicBezTo>
                  <a:cubicBezTo>
                    <a:pt x="2030" y="553"/>
                    <a:pt x="1993" y="540"/>
                    <a:pt x="1971" y="514"/>
                  </a:cubicBezTo>
                  <a:cubicBezTo>
                    <a:pt x="1950" y="487"/>
                    <a:pt x="1940" y="453"/>
                    <a:pt x="1941" y="409"/>
                  </a:cubicBezTo>
                  <a:cubicBezTo>
                    <a:pt x="1941" y="385"/>
                    <a:pt x="1944" y="360"/>
                    <a:pt x="1948" y="334"/>
                  </a:cubicBezTo>
                  <a:cubicBezTo>
                    <a:pt x="1952" y="307"/>
                    <a:pt x="1957" y="280"/>
                    <a:pt x="1964" y="251"/>
                  </a:cubicBezTo>
                  <a:cubicBezTo>
                    <a:pt x="1975" y="194"/>
                    <a:pt x="1989" y="148"/>
                    <a:pt x="2008" y="112"/>
                  </a:cubicBezTo>
                  <a:cubicBezTo>
                    <a:pt x="2026" y="76"/>
                    <a:pt x="2051" y="49"/>
                    <a:pt x="2081" y="32"/>
                  </a:cubicBezTo>
                  <a:cubicBezTo>
                    <a:pt x="2112" y="15"/>
                    <a:pt x="2151" y="7"/>
                    <a:pt x="2198" y="7"/>
                  </a:cubicBezTo>
                  <a:close/>
                  <a:moveTo>
                    <a:pt x="1809" y="7"/>
                  </a:moveTo>
                  <a:cubicBezTo>
                    <a:pt x="1838" y="7"/>
                    <a:pt x="1866" y="9"/>
                    <a:pt x="1892" y="13"/>
                  </a:cubicBezTo>
                  <a:cubicBezTo>
                    <a:pt x="1918" y="17"/>
                    <a:pt x="1937" y="21"/>
                    <a:pt x="1948" y="26"/>
                  </a:cubicBezTo>
                  <a:lnTo>
                    <a:pt x="1916" y="153"/>
                  </a:lnTo>
                  <a:cubicBezTo>
                    <a:pt x="1903" y="149"/>
                    <a:pt x="1887" y="146"/>
                    <a:pt x="1869" y="143"/>
                  </a:cubicBezTo>
                  <a:cubicBezTo>
                    <a:pt x="1851" y="140"/>
                    <a:pt x="1830" y="138"/>
                    <a:pt x="1807" y="138"/>
                  </a:cubicBezTo>
                  <a:cubicBezTo>
                    <a:pt x="1779" y="137"/>
                    <a:pt x="1760" y="144"/>
                    <a:pt x="1748" y="160"/>
                  </a:cubicBezTo>
                  <a:cubicBezTo>
                    <a:pt x="1737" y="176"/>
                    <a:pt x="1726" y="207"/>
                    <a:pt x="1716" y="252"/>
                  </a:cubicBezTo>
                  <a:cubicBezTo>
                    <a:pt x="1712" y="268"/>
                    <a:pt x="1709" y="288"/>
                    <a:pt x="1705" y="309"/>
                  </a:cubicBezTo>
                  <a:cubicBezTo>
                    <a:pt x="1701" y="331"/>
                    <a:pt x="1698" y="353"/>
                    <a:pt x="1696" y="374"/>
                  </a:cubicBezTo>
                  <a:cubicBezTo>
                    <a:pt x="1694" y="395"/>
                    <a:pt x="1692" y="413"/>
                    <a:pt x="1692" y="428"/>
                  </a:cubicBezTo>
                  <a:cubicBezTo>
                    <a:pt x="1695" y="429"/>
                    <a:pt x="1699" y="429"/>
                    <a:pt x="1702" y="429"/>
                  </a:cubicBezTo>
                  <a:cubicBezTo>
                    <a:pt x="1705" y="429"/>
                    <a:pt x="1708" y="429"/>
                    <a:pt x="1712" y="429"/>
                  </a:cubicBezTo>
                  <a:cubicBezTo>
                    <a:pt x="1721" y="429"/>
                    <a:pt x="1730" y="429"/>
                    <a:pt x="1739" y="428"/>
                  </a:cubicBezTo>
                  <a:cubicBezTo>
                    <a:pt x="1748" y="427"/>
                    <a:pt x="1757" y="426"/>
                    <a:pt x="1765" y="424"/>
                  </a:cubicBezTo>
                  <a:lnTo>
                    <a:pt x="1779" y="346"/>
                  </a:lnTo>
                  <a:lnTo>
                    <a:pt x="1738" y="346"/>
                  </a:lnTo>
                  <a:lnTo>
                    <a:pt x="1758" y="235"/>
                  </a:lnTo>
                  <a:lnTo>
                    <a:pt x="1922" y="235"/>
                  </a:lnTo>
                  <a:lnTo>
                    <a:pt x="1868" y="526"/>
                  </a:lnTo>
                  <a:cubicBezTo>
                    <a:pt x="1850" y="534"/>
                    <a:pt x="1824" y="541"/>
                    <a:pt x="1791" y="546"/>
                  </a:cubicBezTo>
                  <a:cubicBezTo>
                    <a:pt x="1758" y="551"/>
                    <a:pt x="1726" y="554"/>
                    <a:pt x="1693" y="554"/>
                  </a:cubicBezTo>
                  <a:cubicBezTo>
                    <a:pt x="1654" y="554"/>
                    <a:pt x="1624" y="548"/>
                    <a:pt x="1603" y="536"/>
                  </a:cubicBezTo>
                  <a:cubicBezTo>
                    <a:pt x="1582" y="524"/>
                    <a:pt x="1568" y="507"/>
                    <a:pt x="1560" y="485"/>
                  </a:cubicBezTo>
                  <a:cubicBezTo>
                    <a:pt x="1552" y="464"/>
                    <a:pt x="1549" y="439"/>
                    <a:pt x="1549" y="410"/>
                  </a:cubicBezTo>
                  <a:cubicBezTo>
                    <a:pt x="1549" y="386"/>
                    <a:pt x="1551" y="361"/>
                    <a:pt x="1555" y="334"/>
                  </a:cubicBezTo>
                  <a:cubicBezTo>
                    <a:pt x="1560" y="307"/>
                    <a:pt x="1565" y="280"/>
                    <a:pt x="1571" y="251"/>
                  </a:cubicBezTo>
                  <a:cubicBezTo>
                    <a:pt x="1587" y="166"/>
                    <a:pt x="1613" y="104"/>
                    <a:pt x="1649" y="65"/>
                  </a:cubicBezTo>
                  <a:cubicBezTo>
                    <a:pt x="1685" y="26"/>
                    <a:pt x="1739" y="6"/>
                    <a:pt x="1809" y="7"/>
                  </a:cubicBezTo>
                  <a:close/>
                  <a:moveTo>
                    <a:pt x="1347" y="7"/>
                  </a:moveTo>
                  <a:cubicBezTo>
                    <a:pt x="1378" y="7"/>
                    <a:pt x="1403" y="9"/>
                    <a:pt x="1422" y="13"/>
                  </a:cubicBezTo>
                  <a:cubicBezTo>
                    <a:pt x="1442" y="17"/>
                    <a:pt x="1456" y="21"/>
                    <a:pt x="1465" y="25"/>
                  </a:cubicBezTo>
                  <a:lnTo>
                    <a:pt x="1435" y="151"/>
                  </a:lnTo>
                  <a:cubicBezTo>
                    <a:pt x="1423" y="147"/>
                    <a:pt x="1411" y="143"/>
                    <a:pt x="1399" y="141"/>
                  </a:cubicBezTo>
                  <a:cubicBezTo>
                    <a:pt x="1388" y="139"/>
                    <a:pt x="1375" y="138"/>
                    <a:pt x="1362" y="138"/>
                  </a:cubicBezTo>
                  <a:cubicBezTo>
                    <a:pt x="1349" y="138"/>
                    <a:pt x="1339" y="140"/>
                    <a:pt x="1332" y="145"/>
                  </a:cubicBezTo>
                  <a:cubicBezTo>
                    <a:pt x="1325" y="150"/>
                    <a:pt x="1322" y="158"/>
                    <a:pt x="1322" y="169"/>
                  </a:cubicBezTo>
                  <a:cubicBezTo>
                    <a:pt x="1322" y="177"/>
                    <a:pt x="1323" y="186"/>
                    <a:pt x="1326" y="194"/>
                  </a:cubicBezTo>
                  <a:cubicBezTo>
                    <a:pt x="1329" y="203"/>
                    <a:pt x="1334" y="215"/>
                    <a:pt x="1340" y="230"/>
                  </a:cubicBezTo>
                  <a:lnTo>
                    <a:pt x="1366" y="291"/>
                  </a:lnTo>
                  <a:cubicBezTo>
                    <a:pt x="1373" y="306"/>
                    <a:pt x="1379" y="323"/>
                    <a:pt x="1385" y="341"/>
                  </a:cubicBezTo>
                  <a:cubicBezTo>
                    <a:pt x="1390" y="359"/>
                    <a:pt x="1394" y="377"/>
                    <a:pt x="1394" y="396"/>
                  </a:cubicBezTo>
                  <a:cubicBezTo>
                    <a:pt x="1393" y="451"/>
                    <a:pt x="1378" y="491"/>
                    <a:pt x="1349" y="516"/>
                  </a:cubicBezTo>
                  <a:cubicBezTo>
                    <a:pt x="1320" y="542"/>
                    <a:pt x="1283" y="554"/>
                    <a:pt x="1236" y="554"/>
                  </a:cubicBezTo>
                  <a:cubicBezTo>
                    <a:pt x="1203" y="553"/>
                    <a:pt x="1176" y="551"/>
                    <a:pt x="1155" y="547"/>
                  </a:cubicBezTo>
                  <a:cubicBezTo>
                    <a:pt x="1134" y="543"/>
                    <a:pt x="1119" y="539"/>
                    <a:pt x="1110" y="535"/>
                  </a:cubicBezTo>
                  <a:lnTo>
                    <a:pt x="1120" y="402"/>
                  </a:lnTo>
                  <a:cubicBezTo>
                    <a:pt x="1130" y="406"/>
                    <a:pt x="1143" y="410"/>
                    <a:pt x="1162" y="414"/>
                  </a:cubicBezTo>
                  <a:cubicBezTo>
                    <a:pt x="1181" y="418"/>
                    <a:pt x="1202" y="420"/>
                    <a:pt x="1226" y="420"/>
                  </a:cubicBezTo>
                  <a:cubicBezTo>
                    <a:pt x="1229" y="420"/>
                    <a:pt x="1232" y="420"/>
                    <a:pt x="1234" y="420"/>
                  </a:cubicBezTo>
                  <a:cubicBezTo>
                    <a:pt x="1237" y="420"/>
                    <a:pt x="1240" y="420"/>
                    <a:pt x="1243" y="420"/>
                  </a:cubicBezTo>
                  <a:cubicBezTo>
                    <a:pt x="1244" y="416"/>
                    <a:pt x="1245" y="412"/>
                    <a:pt x="1246" y="407"/>
                  </a:cubicBezTo>
                  <a:cubicBezTo>
                    <a:pt x="1247" y="403"/>
                    <a:pt x="1248" y="398"/>
                    <a:pt x="1248" y="393"/>
                  </a:cubicBezTo>
                  <a:cubicBezTo>
                    <a:pt x="1247" y="384"/>
                    <a:pt x="1246" y="375"/>
                    <a:pt x="1242" y="366"/>
                  </a:cubicBezTo>
                  <a:cubicBezTo>
                    <a:pt x="1238" y="358"/>
                    <a:pt x="1234" y="348"/>
                    <a:pt x="1228" y="336"/>
                  </a:cubicBezTo>
                  <a:lnTo>
                    <a:pt x="1201" y="276"/>
                  </a:lnTo>
                  <a:cubicBezTo>
                    <a:pt x="1193" y="259"/>
                    <a:pt x="1187" y="241"/>
                    <a:pt x="1182" y="223"/>
                  </a:cubicBezTo>
                  <a:cubicBezTo>
                    <a:pt x="1177" y="205"/>
                    <a:pt x="1175" y="188"/>
                    <a:pt x="1175" y="171"/>
                  </a:cubicBezTo>
                  <a:cubicBezTo>
                    <a:pt x="1176" y="116"/>
                    <a:pt x="1191" y="75"/>
                    <a:pt x="1222" y="48"/>
                  </a:cubicBezTo>
                  <a:cubicBezTo>
                    <a:pt x="1253" y="20"/>
                    <a:pt x="1295" y="7"/>
                    <a:pt x="1347" y="7"/>
                  </a:cubicBezTo>
                  <a:close/>
                  <a:moveTo>
                    <a:pt x="15848" y="0"/>
                  </a:moveTo>
                  <a:lnTo>
                    <a:pt x="15758" y="374"/>
                  </a:lnTo>
                  <a:lnTo>
                    <a:pt x="15639" y="374"/>
                  </a:lnTo>
                  <a:lnTo>
                    <a:pt x="15691" y="16"/>
                  </a:lnTo>
                  <a:lnTo>
                    <a:pt x="15848" y="0"/>
                  </a:lnTo>
                  <a:close/>
                  <a:moveTo>
                    <a:pt x="13196" y="0"/>
                  </a:moveTo>
                  <a:lnTo>
                    <a:pt x="13106" y="374"/>
                  </a:lnTo>
                  <a:lnTo>
                    <a:pt x="12987" y="374"/>
                  </a:lnTo>
                  <a:lnTo>
                    <a:pt x="13039" y="16"/>
                  </a:lnTo>
                  <a:lnTo>
                    <a:pt x="13196" y="0"/>
                  </a:lnTo>
                  <a:close/>
                  <a:moveTo>
                    <a:pt x="10542" y="0"/>
                  </a:moveTo>
                  <a:lnTo>
                    <a:pt x="10452" y="374"/>
                  </a:lnTo>
                  <a:lnTo>
                    <a:pt x="10333" y="374"/>
                  </a:lnTo>
                  <a:lnTo>
                    <a:pt x="10385" y="16"/>
                  </a:lnTo>
                  <a:lnTo>
                    <a:pt x="10542" y="0"/>
                  </a:lnTo>
                  <a:close/>
                  <a:moveTo>
                    <a:pt x="7890" y="0"/>
                  </a:moveTo>
                  <a:lnTo>
                    <a:pt x="7800" y="374"/>
                  </a:lnTo>
                  <a:lnTo>
                    <a:pt x="7681" y="374"/>
                  </a:lnTo>
                  <a:lnTo>
                    <a:pt x="7733" y="16"/>
                  </a:lnTo>
                  <a:lnTo>
                    <a:pt x="7890" y="0"/>
                  </a:lnTo>
                  <a:close/>
                  <a:moveTo>
                    <a:pt x="5236" y="0"/>
                  </a:moveTo>
                  <a:lnTo>
                    <a:pt x="5146" y="374"/>
                  </a:lnTo>
                  <a:lnTo>
                    <a:pt x="5027" y="374"/>
                  </a:lnTo>
                  <a:lnTo>
                    <a:pt x="5079" y="16"/>
                  </a:lnTo>
                  <a:lnTo>
                    <a:pt x="5236" y="0"/>
                  </a:lnTo>
                  <a:close/>
                  <a:moveTo>
                    <a:pt x="2584" y="0"/>
                  </a:moveTo>
                  <a:lnTo>
                    <a:pt x="2494" y="374"/>
                  </a:lnTo>
                  <a:lnTo>
                    <a:pt x="2375" y="374"/>
                  </a:lnTo>
                  <a:lnTo>
                    <a:pt x="2427" y="16"/>
                  </a:lnTo>
                  <a:lnTo>
                    <a:pt x="2584" y="0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4190C4D8-8148-781F-8E6A-1A2F73021C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086" y="1795895"/>
              <a:ext cx="12484683" cy="408031"/>
            </a:xfrm>
            <a:custGeom>
              <a:avLst/>
              <a:gdLst>
                <a:gd name="T0" fmla="*/ 11398 w 16953"/>
                <a:gd name="T1" fmla="*/ 544 h 554"/>
                <a:gd name="T2" fmla="*/ 3575 w 16953"/>
                <a:gd name="T3" fmla="*/ 544 h 554"/>
                <a:gd name="T4" fmla="*/ 16472 w 16953"/>
                <a:gd name="T5" fmla="*/ 428 h 554"/>
                <a:gd name="T6" fmla="*/ 13860 w 16953"/>
                <a:gd name="T7" fmla="*/ 403 h 554"/>
                <a:gd name="T8" fmla="*/ 11237 w 16953"/>
                <a:gd name="T9" fmla="*/ 309 h 554"/>
                <a:gd name="T10" fmla="*/ 8600 w 16953"/>
                <a:gd name="T11" fmla="*/ 224 h 554"/>
                <a:gd name="T12" fmla="*/ 5958 w 16953"/>
                <a:gd name="T13" fmla="*/ 132 h 554"/>
                <a:gd name="T14" fmla="*/ 3294 w 16953"/>
                <a:gd name="T15" fmla="*/ 132 h 554"/>
                <a:gd name="T16" fmla="*/ 631 w 16953"/>
                <a:gd name="T17" fmla="*/ 131 h 554"/>
                <a:gd name="T18" fmla="*/ 15032 w 16953"/>
                <a:gd name="T19" fmla="*/ 145 h 554"/>
                <a:gd name="T20" fmla="*/ 14756 w 16953"/>
                <a:gd name="T21" fmla="*/ 16 h 554"/>
                <a:gd name="T22" fmla="*/ 12401 w 16953"/>
                <a:gd name="T23" fmla="*/ 16 h 554"/>
                <a:gd name="T24" fmla="*/ 12328 w 16953"/>
                <a:gd name="T25" fmla="*/ 217 h 554"/>
                <a:gd name="T26" fmla="*/ 11812 w 16953"/>
                <a:gd name="T27" fmla="*/ 16 h 554"/>
                <a:gd name="T28" fmla="*/ 9726 w 16953"/>
                <a:gd name="T29" fmla="*/ 145 h 554"/>
                <a:gd name="T30" fmla="*/ 9450 w 16953"/>
                <a:gd name="T31" fmla="*/ 16 h 554"/>
                <a:gd name="T32" fmla="*/ 7095 w 16953"/>
                <a:gd name="T33" fmla="*/ 16 h 554"/>
                <a:gd name="T34" fmla="*/ 7022 w 16953"/>
                <a:gd name="T35" fmla="*/ 217 h 554"/>
                <a:gd name="T36" fmla="*/ 6506 w 16953"/>
                <a:gd name="T37" fmla="*/ 16 h 554"/>
                <a:gd name="T38" fmla="*/ 4420 w 16953"/>
                <a:gd name="T39" fmla="*/ 145 h 554"/>
                <a:gd name="T40" fmla="*/ 4144 w 16953"/>
                <a:gd name="T41" fmla="*/ 16 h 554"/>
                <a:gd name="T42" fmla="*/ 1791 w 16953"/>
                <a:gd name="T43" fmla="*/ 16 h 554"/>
                <a:gd name="T44" fmla="*/ 1718 w 16953"/>
                <a:gd name="T45" fmla="*/ 217 h 554"/>
                <a:gd name="T46" fmla="*/ 1202 w 16953"/>
                <a:gd name="T47" fmla="*/ 16 h 554"/>
                <a:gd name="T48" fmla="*/ 16567 w 16953"/>
                <a:gd name="T49" fmla="*/ 7 h 554"/>
                <a:gd name="T50" fmla="*/ 16108 w 16953"/>
                <a:gd name="T51" fmla="*/ 428 h 554"/>
                <a:gd name="T52" fmla="*/ 16018 w 16953"/>
                <a:gd name="T53" fmla="*/ 65 h 554"/>
                <a:gd name="T54" fmla="*/ 15763 w 16953"/>
                <a:gd name="T55" fmla="*/ 396 h 554"/>
                <a:gd name="T56" fmla="*/ 15570 w 16953"/>
                <a:gd name="T57" fmla="*/ 276 h 554"/>
                <a:gd name="T58" fmla="*/ 13663 w 16953"/>
                <a:gd name="T59" fmla="*/ 334 h 554"/>
                <a:gd name="T60" fmla="*/ 13411 w 16953"/>
                <a:gd name="T61" fmla="*/ 374 h 554"/>
                <a:gd name="T62" fmla="*/ 13275 w 16953"/>
                <a:gd name="T63" fmla="*/ 485 h 554"/>
                <a:gd name="T64" fmla="*/ 13041 w 16953"/>
                <a:gd name="T65" fmla="*/ 194 h 554"/>
                <a:gd name="T66" fmla="*/ 12961 w 16953"/>
                <a:gd name="T67" fmla="*/ 407 h 554"/>
                <a:gd name="T68" fmla="*/ 11307 w 16953"/>
                <a:gd name="T69" fmla="*/ 496 h 554"/>
                <a:gd name="T70" fmla="*/ 10870 w 16953"/>
                <a:gd name="T71" fmla="*/ 138 h 554"/>
                <a:gd name="T72" fmla="*/ 10931 w 16953"/>
                <a:gd name="T73" fmla="*/ 526 h 554"/>
                <a:gd name="T74" fmla="*/ 10462 w 16953"/>
                <a:gd name="T75" fmla="*/ 141 h 554"/>
                <a:gd name="T76" fmla="*/ 10225 w 16953"/>
                <a:gd name="T77" fmla="*/ 414 h 554"/>
                <a:gd name="T78" fmla="*/ 8721 w 16953"/>
                <a:gd name="T79" fmla="*/ 47 h 554"/>
                <a:gd name="T80" fmla="*/ 8301 w 16953"/>
                <a:gd name="T81" fmla="*/ 13 h 554"/>
                <a:gd name="T82" fmla="*/ 8188 w 16953"/>
                <a:gd name="T83" fmla="*/ 346 h 554"/>
                <a:gd name="T84" fmla="*/ 7756 w 16953"/>
                <a:gd name="T85" fmla="*/ 7 h 554"/>
                <a:gd name="T86" fmla="*/ 7645 w 16953"/>
                <a:gd name="T87" fmla="*/ 554 h 554"/>
                <a:gd name="T88" fmla="*/ 7584 w 16953"/>
                <a:gd name="T89" fmla="*/ 171 h 554"/>
                <a:gd name="T90" fmla="*/ 5765 w 16953"/>
                <a:gd name="T91" fmla="*/ 112 h 554"/>
                <a:gd name="T92" fmla="*/ 5459 w 16953"/>
                <a:gd name="T93" fmla="*/ 429 h 554"/>
                <a:gd name="T94" fmla="*/ 5312 w 16953"/>
                <a:gd name="T95" fmla="*/ 334 h 554"/>
                <a:gd name="T96" fmla="*/ 5123 w 16953"/>
                <a:gd name="T97" fmla="*/ 291 h 554"/>
                <a:gd name="T98" fmla="*/ 4999 w 16953"/>
                <a:gd name="T99" fmla="*/ 366 h 554"/>
                <a:gd name="T100" fmla="*/ 3074 w 16953"/>
                <a:gd name="T101" fmla="*/ 514 h 554"/>
                <a:gd name="T102" fmla="*/ 2819 w 16953"/>
                <a:gd name="T103" fmla="*/ 252 h 554"/>
                <a:gd name="T104" fmla="*/ 2796 w 16953"/>
                <a:gd name="T105" fmla="*/ 554 h 554"/>
                <a:gd name="T106" fmla="*/ 2437 w 16953"/>
                <a:gd name="T107" fmla="*/ 145 h 554"/>
                <a:gd name="T108" fmla="*/ 2339 w 16953"/>
                <a:gd name="T109" fmla="*/ 420 h 554"/>
                <a:gd name="T110" fmla="*/ 787 w 16953"/>
                <a:gd name="T111" fmla="*/ 227 h 554"/>
                <a:gd name="T112" fmla="*/ 367 w 16953"/>
                <a:gd name="T113" fmla="*/ 153 h 554"/>
                <a:gd name="T114" fmla="*/ 209 w 16953"/>
                <a:gd name="T115" fmla="*/ 235 h 554"/>
                <a:gd name="T116" fmla="*/ 16744 w 16953"/>
                <a:gd name="T117" fmla="*/ 374 h 554"/>
                <a:gd name="T118" fmla="*/ 8903 w 16953"/>
                <a:gd name="T119" fmla="*/ 374 h 554"/>
                <a:gd name="T120" fmla="*/ 1035 w 1695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953" h="554">
                  <a:moveTo>
                    <a:pt x="16728" y="419"/>
                  </a:moveTo>
                  <a:lnTo>
                    <a:pt x="16864" y="419"/>
                  </a:lnTo>
                  <a:lnTo>
                    <a:pt x="16841" y="544"/>
                  </a:lnTo>
                  <a:lnTo>
                    <a:pt x="16704" y="544"/>
                  </a:lnTo>
                  <a:lnTo>
                    <a:pt x="16728" y="419"/>
                  </a:lnTo>
                  <a:close/>
                  <a:moveTo>
                    <a:pt x="14074" y="419"/>
                  </a:moveTo>
                  <a:lnTo>
                    <a:pt x="14210" y="419"/>
                  </a:lnTo>
                  <a:lnTo>
                    <a:pt x="14187" y="544"/>
                  </a:lnTo>
                  <a:lnTo>
                    <a:pt x="14050" y="544"/>
                  </a:lnTo>
                  <a:lnTo>
                    <a:pt x="14074" y="419"/>
                  </a:lnTo>
                  <a:close/>
                  <a:moveTo>
                    <a:pt x="11422" y="419"/>
                  </a:moveTo>
                  <a:lnTo>
                    <a:pt x="11558" y="419"/>
                  </a:lnTo>
                  <a:lnTo>
                    <a:pt x="11535" y="544"/>
                  </a:lnTo>
                  <a:lnTo>
                    <a:pt x="11398" y="544"/>
                  </a:lnTo>
                  <a:lnTo>
                    <a:pt x="11422" y="419"/>
                  </a:lnTo>
                  <a:close/>
                  <a:moveTo>
                    <a:pt x="8768" y="419"/>
                  </a:moveTo>
                  <a:lnTo>
                    <a:pt x="8904" y="419"/>
                  </a:lnTo>
                  <a:lnTo>
                    <a:pt x="8881" y="544"/>
                  </a:lnTo>
                  <a:lnTo>
                    <a:pt x="8744" y="544"/>
                  </a:lnTo>
                  <a:lnTo>
                    <a:pt x="8768" y="419"/>
                  </a:lnTo>
                  <a:close/>
                  <a:moveTo>
                    <a:pt x="6116" y="419"/>
                  </a:moveTo>
                  <a:lnTo>
                    <a:pt x="6252" y="419"/>
                  </a:lnTo>
                  <a:lnTo>
                    <a:pt x="6229" y="544"/>
                  </a:lnTo>
                  <a:lnTo>
                    <a:pt x="6092" y="544"/>
                  </a:lnTo>
                  <a:lnTo>
                    <a:pt x="6116" y="419"/>
                  </a:lnTo>
                  <a:close/>
                  <a:moveTo>
                    <a:pt x="3462" y="419"/>
                  </a:moveTo>
                  <a:lnTo>
                    <a:pt x="3598" y="419"/>
                  </a:lnTo>
                  <a:lnTo>
                    <a:pt x="3575" y="544"/>
                  </a:lnTo>
                  <a:lnTo>
                    <a:pt x="3438" y="544"/>
                  </a:lnTo>
                  <a:lnTo>
                    <a:pt x="3462" y="419"/>
                  </a:lnTo>
                  <a:close/>
                  <a:moveTo>
                    <a:pt x="810" y="419"/>
                  </a:moveTo>
                  <a:lnTo>
                    <a:pt x="946" y="419"/>
                  </a:lnTo>
                  <a:lnTo>
                    <a:pt x="923" y="544"/>
                  </a:lnTo>
                  <a:lnTo>
                    <a:pt x="786" y="544"/>
                  </a:lnTo>
                  <a:lnTo>
                    <a:pt x="810" y="419"/>
                  </a:lnTo>
                  <a:close/>
                  <a:moveTo>
                    <a:pt x="16549" y="131"/>
                  </a:moveTo>
                  <a:cubicBezTo>
                    <a:pt x="16531" y="131"/>
                    <a:pt x="16517" y="139"/>
                    <a:pt x="16507" y="157"/>
                  </a:cubicBezTo>
                  <a:cubicBezTo>
                    <a:pt x="16498" y="175"/>
                    <a:pt x="16488" y="206"/>
                    <a:pt x="16478" y="251"/>
                  </a:cubicBezTo>
                  <a:cubicBezTo>
                    <a:pt x="16472" y="277"/>
                    <a:pt x="16466" y="305"/>
                    <a:pt x="16461" y="336"/>
                  </a:cubicBezTo>
                  <a:cubicBezTo>
                    <a:pt x="16455" y="367"/>
                    <a:pt x="16452" y="398"/>
                    <a:pt x="16450" y="428"/>
                  </a:cubicBezTo>
                  <a:cubicBezTo>
                    <a:pt x="16454" y="428"/>
                    <a:pt x="16457" y="428"/>
                    <a:pt x="16461" y="428"/>
                  </a:cubicBezTo>
                  <a:cubicBezTo>
                    <a:pt x="16465" y="428"/>
                    <a:pt x="16468" y="428"/>
                    <a:pt x="16472" y="428"/>
                  </a:cubicBezTo>
                  <a:cubicBezTo>
                    <a:pt x="16490" y="429"/>
                    <a:pt x="16505" y="421"/>
                    <a:pt x="16514" y="403"/>
                  </a:cubicBezTo>
                  <a:cubicBezTo>
                    <a:pt x="16523" y="386"/>
                    <a:pt x="16533" y="354"/>
                    <a:pt x="16543" y="309"/>
                  </a:cubicBezTo>
                  <a:cubicBezTo>
                    <a:pt x="16549" y="284"/>
                    <a:pt x="16555" y="255"/>
                    <a:pt x="16560" y="224"/>
                  </a:cubicBezTo>
                  <a:cubicBezTo>
                    <a:pt x="16565" y="193"/>
                    <a:pt x="16568" y="162"/>
                    <a:pt x="16570" y="132"/>
                  </a:cubicBezTo>
                  <a:cubicBezTo>
                    <a:pt x="16567" y="132"/>
                    <a:pt x="16564" y="132"/>
                    <a:pt x="16560" y="132"/>
                  </a:cubicBezTo>
                  <a:cubicBezTo>
                    <a:pt x="16557" y="131"/>
                    <a:pt x="16553" y="131"/>
                    <a:pt x="16549" y="131"/>
                  </a:cubicBezTo>
                  <a:close/>
                  <a:moveTo>
                    <a:pt x="13895" y="131"/>
                  </a:moveTo>
                  <a:cubicBezTo>
                    <a:pt x="13877" y="131"/>
                    <a:pt x="13863" y="139"/>
                    <a:pt x="13853" y="157"/>
                  </a:cubicBezTo>
                  <a:cubicBezTo>
                    <a:pt x="13844" y="175"/>
                    <a:pt x="13834" y="206"/>
                    <a:pt x="13824" y="251"/>
                  </a:cubicBezTo>
                  <a:cubicBezTo>
                    <a:pt x="13818" y="277"/>
                    <a:pt x="13812" y="305"/>
                    <a:pt x="13807" y="336"/>
                  </a:cubicBezTo>
                  <a:cubicBezTo>
                    <a:pt x="13801" y="367"/>
                    <a:pt x="13798" y="398"/>
                    <a:pt x="13796" y="428"/>
                  </a:cubicBezTo>
                  <a:cubicBezTo>
                    <a:pt x="13800" y="428"/>
                    <a:pt x="13803" y="428"/>
                    <a:pt x="13807" y="428"/>
                  </a:cubicBezTo>
                  <a:cubicBezTo>
                    <a:pt x="13811" y="428"/>
                    <a:pt x="13814" y="428"/>
                    <a:pt x="13818" y="428"/>
                  </a:cubicBezTo>
                  <a:cubicBezTo>
                    <a:pt x="13836" y="429"/>
                    <a:pt x="13851" y="421"/>
                    <a:pt x="13860" y="403"/>
                  </a:cubicBezTo>
                  <a:cubicBezTo>
                    <a:pt x="13869" y="386"/>
                    <a:pt x="13879" y="354"/>
                    <a:pt x="13889" y="309"/>
                  </a:cubicBezTo>
                  <a:cubicBezTo>
                    <a:pt x="13895" y="284"/>
                    <a:pt x="13901" y="255"/>
                    <a:pt x="13906" y="224"/>
                  </a:cubicBezTo>
                  <a:cubicBezTo>
                    <a:pt x="13911" y="193"/>
                    <a:pt x="13914" y="162"/>
                    <a:pt x="13916" y="132"/>
                  </a:cubicBezTo>
                  <a:cubicBezTo>
                    <a:pt x="13913" y="132"/>
                    <a:pt x="13910" y="132"/>
                    <a:pt x="13906" y="132"/>
                  </a:cubicBezTo>
                  <a:cubicBezTo>
                    <a:pt x="13903" y="131"/>
                    <a:pt x="13899" y="131"/>
                    <a:pt x="13895" y="131"/>
                  </a:cubicBezTo>
                  <a:close/>
                  <a:moveTo>
                    <a:pt x="11243" y="131"/>
                  </a:moveTo>
                  <a:cubicBezTo>
                    <a:pt x="11225" y="131"/>
                    <a:pt x="11211" y="139"/>
                    <a:pt x="11201" y="157"/>
                  </a:cubicBezTo>
                  <a:cubicBezTo>
                    <a:pt x="11192" y="175"/>
                    <a:pt x="11182" y="206"/>
                    <a:pt x="11172" y="251"/>
                  </a:cubicBezTo>
                  <a:cubicBezTo>
                    <a:pt x="11166" y="277"/>
                    <a:pt x="11160" y="305"/>
                    <a:pt x="11155" y="336"/>
                  </a:cubicBezTo>
                  <a:cubicBezTo>
                    <a:pt x="11149" y="367"/>
                    <a:pt x="11146" y="398"/>
                    <a:pt x="11144" y="428"/>
                  </a:cubicBezTo>
                  <a:cubicBezTo>
                    <a:pt x="11148" y="428"/>
                    <a:pt x="11151" y="428"/>
                    <a:pt x="11155" y="428"/>
                  </a:cubicBezTo>
                  <a:cubicBezTo>
                    <a:pt x="11159" y="428"/>
                    <a:pt x="11162" y="428"/>
                    <a:pt x="11166" y="428"/>
                  </a:cubicBezTo>
                  <a:cubicBezTo>
                    <a:pt x="11184" y="429"/>
                    <a:pt x="11199" y="421"/>
                    <a:pt x="11208" y="403"/>
                  </a:cubicBezTo>
                  <a:cubicBezTo>
                    <a:pt x="11217" y="386"/>
                    <a:pt x="11227" y="354"/>
                    <a:pt x="11237" y="309"/>
                  </a:cubicBezTo>
                  <a:cubicBezTo>
                    <a:pt x="11243" y="284"/>
                    <a:pt x="11249" y="255"/>
                    <a:pt x="11254" y="224"/>
                  </a:cubicBezTo>
                  <a:cubicBezTo>
                    <a:pt x="11259" y="193"/>
                    <a:pt x="11262" y="162"/>
                    <a:pt x="11264" y="132"/>
                  </a:cubicBezTo>
                  <a:cubicBezTo>
                    <a:pt x="11261" y="132"/>
                    <a:pt x="11258" y="132"/>
                    <a:pt x="11254" y="132"/>
                  </a:cubicBezTo>
                  <a:cubicBezTo>
                    <a:pt x="11251" y="131"/>
                    <a:pt x="11247" y="131"/>
                    <a:pt x="11243" y="131"/>
                  </a:cubicBezTo>
                  <a:close/>
                  <a:moveTo>
                    <a:pt x="8589" y="131"/>
                  </a:moveTo>
                  <a:cubicBezTo>
                    <a:pt x="8571" y="131"/>
                    <a:pt x="8557" y="139"/>
                    <a:pt x="8547" y="157"/>
                  </a:cubicBezTo>
                  <a:cubicBezTo>
                    <a:pt x="8538" y="175"/>
                    <a:pt x="8528" y="206"/>
                    <a:pt x="8518" y="251"/>
                  </a:cubicBezTo>
                  <a:cubicBezTo>
                    <a:pt x="8512" y="277"/>
                    <a:pt x="8506" y="305"/>
                    <a:pt x="8501" y="336"/>
                  </a:cubicBezTo>
                  <a:cubicBezTo>
                    <a:pt x="8495" y="367"/>
                    <a:pt x="8492" y="398"/>
                    <a:pt x="8490" y="428"/>
                  </a:cubicBezTo>
                  <a:cubicBezTo>
                    <a:pt x="8494" y="428"/>
                    <a:pt x="8497" y="428"/>
                    <a:pt x="8501" y="428"/>
                  </a:cubicBezTo>
                  <a:cubicBezTo>
                    <a:pt x="8505" y="428"/>
                    <a:pt x="8508" y="428"/>
                    <a:pt x="8512" y="428"/>
                  </a:cubicBezTo>
                  <a:cubicBezTo>
                    <a:pt x="8530" y="429"/>
                    <a:pt x="8545" y="421"/>
                    <a:pt x="8554" y="403"/>
                  </a:cubicBezTo>
                  <a:cubicBezTo>
                    <a:pt x="8563" y="386"/>
                    <a:pt x="8573" y="354"/>
                    <a:pt x="8583" y="309"/>
                  </a:cubicBezTo>
                  <a:cubicBezTo>
                    <a:pt x="8589" y="284"/>
                    <a:pt x="8595" y="255"/>
                    <a:pt x="8600" y="224"/>
                  </a:cubicBezTo>
                  <a:cubicBezTo>
                    <a:pt x="8605" y="193"/>
                    <a:pt x="8608" y="162"/>
                    <a:pt x="8610" y="132"/>
                  </a:cubicBezTo>
                  <a:cubicBezTo>
                    <a:pt x="8607" y="132"/>
                    <a:pt x="8604" y="132"/>
                    <a:pt x="8600" y="132"/>
                  </a:cubicBezTo>
                  <a:cubicBezTo>
                    <a:pt x="8597" y="131"/>
                    <a:pt x="8593" y="131"/>
                    <a:pt x="8589" y="131"/>
                  </a:cubicBezTo>
                  <a:close/>
                  <a:moveTo>
                    <a:pt x="5937" y="131"/>
                  </a:moveTo>
                  <a:cubicBezTo>
                    <a:pt x="5919" y="131"/>
                    <a:pt x="5905" y="139"/>
                    <a:pt x="5895" y="157"/>
                  </a:cubicBezTo>
                  <a:cubicBezTo>
                    <a:pt x="5886" y="175"/>
                    <a:pt x="5876" y="206"/>
                    <a:pt x="5866" y="251"/>
                  </a:cubicBezTo>
                  <a:cubicBezTo>
                    <a:pt x="5860" y="277"/>
                    <a:pt x="5854" y="305"/>
                    <a:pt x="5849" y="336"/>
                  </a:cubicBezTo>
                  <a:cubicBezTo>
                    <a:pt x="5843" y="367"/>
                    <a:pt x="5840" y="398"/>
                    <a:pt x="5838" y="428"/>
                  </a:cubicBezTo>
                  <a:cubicBezTo>
                    <a:pt x="5842" y="428"/>
                    <a:pt x="5845" y="428"/>
                    <a:pt x="5849" y="428"/>
                  </a:cubicBezTo>
                  <a:cubicBezTo>
                    <a:pt x="5853" y="428"/>
                    <a:pt x="5856" y="428"/>
                    <a:pt x="5860" y="428"/>
                  </a:cubicBezTo>
                  <a:cubicBezTo>
                    <a:pt x="5878" y="429"/>
                    <a:pt x="5893" y="421"/>
                    <a:pt x="5902" y="403"/>
                  </a:cubicBezTo>
                  <a:cubicBezTo>
                    <a:pt x="5911" y="386"/>
                    <a:pt x="5921" y="354"/>
                    <a:pt x="5931" y="309"/>
                  </a:cubicBezTo>
                  <a:cubicBezTo>
                    <a:pt x="5937" y="284"/>
                    <a:pt x="5943" y="255"/>
                    <a:pt x="5948" y="224"/>
                  </a:cubicBezTo>
                  <a:cubicBezTo>
                    <a:pt x="5953" y="193"/>
                    <a:pt x="5956" y="162"/>
                    <a:pt x="5958" y="132"/>
                  </a:cubicBezTo>
                  <a:cubicBezTo>
                    <a:pt x="5955" y="132"/>
                    <a:pt x="5952" y="132"/>
                    <a:pt x="5948" y="132"/>
                  </a:cubicBezTo>
                  <a:cubicBezTo>
                    <a:pt x="5945" y="131"/>
                    <a:pt x="5941" y="131"/>
                    <a:pt x="5937" y="131"/>
                  </a:cubicBezTo>
                  <a:close/>
                  <a:moveTo>
                    <a:pt x="3283" y="131"/>
                  </a:moveTo>
                  <a:cubicBezTo>
                    <a:pt x="3265" y="131"/>
                    <a:pt x="3251" y="139"/>
                    <a:pt x="3241" y="157"/>
                  </a:cubicBezTo>
                  <a:cubicBezTo>
                    <a:pt x="3232" y="175"/>
                    <a:pt x="3222" y="206"/>
                    <a:pt x="3212" y="251"/>
                  </a:cubicBezTo>
                  <a:cubicBezTo>
                    <a:pt x="3206" y="277"/>
                    <a:pt x="3200" y="305"/>
                    <a:pt x="3195" y="336"/>
                  </a:cubicBezTo>
                  <a:cubicBezTo>
                    <a:pt x="3189" y="367"/>
                    <a:pt x="3186" y="398"/>
                    <a:pt x="3184" y="428"/>
                  </a:cubicBezTo>
                  <a:cubicBezTo>
                    <a:pt x="3188" y="428"/>
                    <a:pt x="3191" y="428"/>
                    <a:pt x="3195" y="428"/>
                  </a:cubicBezTo>
                  <a:cubicBezTo>
                    <a:pt x="3199" y="428"/>
                    <a:pt x="3202" y="428"/>
                    <a:pt x="3206" y="428"/>
                  </a:cubicBezTo>
                  <a:cubicBezTo>
                    <a:pt x="3224" y="429"/>
                    <a:pt x="3239" y="421"/>
                    <a:pt x="3248" y="403"/>
                  </a:cubicBezTo>
                  <a:cubicBezTo>
                    <a:pt x="3257" y="386"/>
                    <a:pt x="3267" y="354"/>
                    <a:pt x="3277" y="309"/>
                  </a:cubicBezTo>
                  <a:cubicBezTo>
                    <a:pt x="3283" y="284"/>
                    <a:pt x="3289" y="255"/>
                    <a:pt x="3294" y="224"/>
                  </a:cubicBezTo>
                  <a:cubicBezTo>
                    <a:pt x="3299" y="193"/>
                    <a:pt x="3302" y="162"/>
                    <a:pt x="3304" y="132"/>
                  </a:cubicBezTo>
                  <a:cubicBezTo>
                    <a:pt x="3301" y="132"/>
                    <a:pt x="3298" y="132"/>
                    <a:pt x="3294" y="132"/>
                  </a:cubicBezTo>
                  <a:cubicBezTo>
                    <a:pt x="3291" y="131"/>
                    <a:pt x="3287" y="131"/>
                    <a:pt x="3283" y="131"/>
                  </a:cubicBezTo>
                  <a:close/>
                  <a:moveTo>
                    <a:pt x="631" y="131"/>
                  </a:moveTo>
                  <a:cubicBezTo>
                    <a:pt x="613" y="131"/>
                    <a:pt x="599" y="139"/>
                    <a:pt x="589" y="157"/>
                  </a:cubicBezTo>
                  <a:cubicBezTo>
                    <a:pt x="580" y="175"/>
                    <a:pt x="570" y="206"/>
                    <a:pt x="560" y="251"/>
                  </a:cubicBezTo>
                  <a:cubicBezTo>
                    <a:pt x="554" y="277"/>
                    <a:pt x="548" y="305"/>
                    <a:pt x="543" y="336"/>
                  </a:cubicBezTo>
                  <a:cubicBezTo>
                    <a:pt x="537" y="367"/>
                    <a:pt x="534" y="398"/>
                    <a:pt x="532" y="428"/>
                  </a:cubicBezTo>
                  <a:cubicBezTo>
                    <a:pt x="536" y="428"/>
                    <a:pt x="539" y="428"/>
                    <a:pt x="543" y="428"/>
                  </a:cubicBezTo>
                  <a:cubicBezTo>
                    <a:pt x="547" y="428"/>
                    <a:pt x="550" y="428"/>
                    <a:pt x="554" y="428"/>
                  </a:cubicBezTo>
                  <a:cubicBezTo>
                    <a:pt x="572" y="429"/>
                    <a:pt x="587" y="421"/>
                    <a:pt x="596" y="403"/>
                  </a:cubicBezTo>
                  <a:cubicBezTo>
                    <a:pt x="605" y="386"/>
                    <a:pt x="615" y="354"/>
                    <a:pt x="625" y="309"/>
                  </a:cubicBezTo>
                  <a:cubicBezTo>
                    <a:pt x="631" y="284"/>
                    <a:pt x="637" y="255"/>
                    <a:pt x="642" y="224"/>
                  </a:cubicBezTo>
                  <a:cubicBezTo>
                    <a:pt x="647" y="193"/>
                    <a:pt x="650" y="162"/>
                    <a:pt x="652" y="132"/>
                  </a:cubicBezTo>
                  <a:cubicBezTo>
                    <a:pt x="649" y="132"/>
                    <a:pt x="646" y="132"/>
                    <a:pt x="642" y="132"/>
                  </a:cubicBezTo>
                  <a:cubicBezTo>
                    <a:pt x="639" y="131"/>
                    <a:pt x="635" y="131"/>
                    <a:pt x="631" y="131"/>
                  </a:cubicBezTo>
                  <a:close/>
                  <a:moveTo>
                    <a:pt x="15416" y="16"/>
                  </a:moveTo>
                  <a:lnTo>
                    <a:pt x="15525" y="16"/>
                  </a:lnTo>
                  <a:lnTo>
                    <a:pt x="15507" y="115"/>
                  </a:lnTo>
                  <a:lnTo>
                    <a:pt x="15457" y="211"/>
                  </a:lnTo>
                  <a:lnTo>
                    <a:pt x="15379" y="211"/>
                  </a:lnTo>
                  <a:lnTo>
                    <a:pt x="15416" y="16"/>
                  </a:lnTo>
                  <a:close/>
                  <a:moveTo>
                    <a:pt x="15055" y="16"/>
                  </a:moveTo>
                  <a:lnTo>
                    <a:pt x="15380" y="16"/>
                  </a:lnTo>
                  <a:lnTo>
                    <a:pt x="15347" y="145"/>
                  </a:lnTo>
                  <a:lnTo>
                    <a:pt x="15267" y="145"/>
                  </a:lnTo>
                  <a:lnTo>
                    <a:pt x="15193" y="544"/>
                  </a:lnTo>
                  <a:lnTo>
                    <a:pt x="15048" y="544"/>
                  </a:lnTo>
                  <a:lnTo>
                    <a:pt x="15121" y="145"/>
                  </a:lnTo>
                  <a:lnTo>
                    <a:pt x="15032" y="145"/>
                  </a:lnTo>
                  <a:lnTo>
                    <a:pt x="15055" y="16"/>
                  </a:lnTo>
                  <a:close/>
                  <a:moveTo>
                    <a:pt x="14756" y="16"/>
                  </a:moveTo>
                  <a:lnTo>
                    <a:pt x="15029" y="16"/>
                  </a:lnTo>
                  <a:lnTo>
                    <a:pt x="14996" y="145"/>
                  </a:lnTo>
                  <a:lnTo>
                    <a:pt x="14877" y="145"/>
                  </a:lnTo>
                  <a:lnTo>
                    <a:pt x="14865" y="217"/>
                  </a:lnTo>
                  <a:lnTo>
                    <a:pt x="14982" y="217"/>
                  </a:lnTo>
                  <a:lnTo>
                    <a:pt x="14960" y="338"/>
                  </a:lnTo>
                  <a:lnTo>
                    <a:pt x="14842" y="338"/>
                  </a:lnTo>
                  <a:lnTo>
                    <a:pt x="14829" y="414"/>
                  </a:lnTo>
                  <a:lnTo>
                    <a:pt x="14964" y="414"/>
                  </a:lnTo>
                  <a:lnTo>
                    <a:pt x="14929" y="544"/>
                  </a:lnTo>
                  <a:lnTo>
                    <a:pt x="14659" y="544"/>
                  </a:lnTo>
                  <a:lnTo>
                    <a:pt x="14756" y="16"/>
                  </a:lnTo>
                  <a:close/>
                  <a:moveTo>
                    <a:pt x="14466" y="16"/>
                  </a:moveTo>
                  <a:lnTo>
                    <a:pt x="14611" y="16"/>
                  </a:lnTo>
                  <a:lnTo>
                    <a:pt x="14539" y="414"/>
                  </a:lnTo>
                  <a:lnTo>
                    <a:pt x="14646" y="414"/>
                  </a:lnTo>
                  <a:lnTo>
                    <a:pt x="14611" y="544"/>
                  </a:lnTo>
                  <a:lnTo>
                    <a:pt x="14369" y="544"/>
                  </a:lnTo>
                  <a:lnTo>
                    <a:pt x="14466" y="16"/>
                  </a:lnTo>
                  <a:close/>
                  <a:moveTo>
                    <a:pt x="12762" y="16"/>
                  </a:moveTo>
                  <a:lnTo>
                    <a:pt x="12871" y="16"/>
                  </a:lnTo>
                  <a:lnTo>
                    <a:pt x="12853" y="115"/>
                  </a:lnTo>
                  <a:lnTo>
                    <a:pt x="12803" y="211"/>
                  </a:lnTo>
                  <a:lnTo>
                    <a:pt x="12725" y="211"/>
                  </a:lnTo>
                  <a:lnTo>
                    <a:pt x="12762" y="16"/>
                  </a:lnTo>
                  <a:close/>
                  <a:moveTo>
                    <a:pt x="12401" y="16"/>
                  </a:moveTo>
                  <a:lnTo>
                    <a:pt x="12726" y="16"/>
                  </a:lnTo>
                  <a:lnTo>
                    <a:pt x="12693" y="145"/>
                  </a:lnTo>
                  <a:lnTo>
                    <a:pt x="12613" y="145"/>
                  </a:lnTo>
                  <a:lnTo>
                    <a:pt x="12539" y="544"/>
                  </a:lnTo>
                  <a:lnTo>
                    <a:pt x="12394" y="544"/>
                  </a:lnTo>
                  <a:lnTo>
                    <a:pt x="12467" y="145"/>
                  </a:lnTo>
                  <a:lnTo>
                    <a:pt x="12378" y="145"/>
                  </a:lnTo>
                  <a:lnTo>
                    <a:pt x="12401" y="16"/>
                  </a:lnTo>
                  <a:close/>
                  <a:moveTo>
                    <a:pt x="12102" y="16"/>
                  </a:moveTo>
                  <a:lnTo>
                    <a:pt x="12375" y="16"/>
                  </a:lnTo>
                  <a:lnTo>
                    <a:pt x="12342" y="145"/>
                  </a:lnTo>
                  <a:lnTo>
                    <a:pt x="12223" y="145"/>
                  </a:lnTo>
                  <a:lnTo>
                    <a:pt x="12211" y="217"/>
                  </a:lnTo>
                  <a:lnTo>
                    <a:pt x="12328" y="217"/>
                  </a:lnTo>
                  <a:lnTo>
                    <a:pt x="12306" y="338"/>
                  </a:lnTo>
                  <a:lnTo>
                    <a:pt x="12188" y="338"/>
                  </a:lnTo>
                  <a:lnTo>
                    <a:pt x="12175" y="414"/>
                  </a:lnTo>
                  <a:lnTo>
                    <a:pt x="12310" y="414"/>
                  </a:lnTo>
                  <a:lnTo>
                    <a:pt x="12275" y="544"/>
                  </a:lnTo>
                  <a:lnTo>
                    <a:pt x="12005" y="544"/>
                  </a:lnTo>
                  <a:lnTo>
                    <a:pt x="12102" y="16"/>
                  </a:lnTo>
                  <a:close/>
                  <a:moveTo>
                    <a:pt x="11812" y="16"/>
                  </a:moveTo>
                  <a:lnTo>
                    <a:pt x="11957" y="16"/>
                  </a:lnTo>
                  <a:lnTo>
                    <a:pt x="11885" y="414"/>
                  </a:lnTo>
                  <a:lnTo>
                    <a:pt x="11992" y="414"/>
                  </a:lnTo>
                  <a:lnTo>
                    <a:pt x="11957" y="544"/>
                  </a:lnTo>
                  <a:lnTo>
                    <a:pt x="11715" y="544"/>
                  </a:lnTo>
                  <a:lnTo>
                    <a:pt x="11812" y="16"/>
                  </a:lnTo>
                  <a:close/>
                  <a:moveTo>
                    <a:pt x="10110" y="16"/>
                  </a:moveTo>
                  <a:lnTo>
                    <a:pt x="10219" y="16"/>
                  </a:lnTo>
                  <a:lnTo>
                    <a:pt x="10201" y="115"/>
                  </a:lnTo>
                  <a:lnTo>
                    <a:pt x="10151" y="211"/>
                  </a:lnTo>
                  <a:lnTo>
                    <a:pt x="10073" y="211"/>
                  </a:lnTo>
                  <a:lnTo>
                    <a:pt x="10110" y="16"/>
                  </a:lnTo>
                  <a:close/>
                  <a:moveTo>
                    <a:pt x="9749" y="16"/>
                  </a:moveTo>
                  <a:lnTo>
                    <a:pt x="10074" y="16"/>
                  </a:lnTo>
                  <a:lnTo>
                    <a:pt x="10041" y="145"/>
                  </a:lnTo>
                  <a:lnTo>
                    <a:pt x="9961" y="145"/>
                  </a:lnTo>
                  <a:lnTo>
                    <a:pt x="9887" y="544"/>
                  </a:lnTo>
                  <a:lnTo>
                    <a:pt x="9742" y="544"/>
                  </a:lnTo>
                  <a:lnTo>
                    <a:pt x="9815" y="145"/>
                  </a:lnTo>
                  <a:lnTo>
                    <a:pt x="9726" y="145"/>
                  </a:lnTo>
                  <a:lnTo>
                    <a:pt x="9749" y="16"/>
                  </a:lnTo>
                  <a:close/>
                  <a:moveTo>
                    <a:pt x="9450" y="16"/>
                  </a:moveTo>
                  <a:lnTo>
                    <a:pt x="9723" y="16"/>
                  </a:lnTo>
                  <a:lnTo>
                    <a:pt x="9690" y="145"/>
                  </a:lnTo>
                  <a:lnTo>
                    <a:pt x="9571" y="145"/>
                  </a:lnTo>
                  <a:lnTo>
                    <a:pt x="9559" y="217"/>
                  </a:lnTo>
                  <a:lnTo>
                    <a:pt x="9676" y="217"/>
                  </a:lnTo>
                  <a:lnTo>
                    <a:pt x="9654" y="338"/>
                  </a:lnTo>
                  <a:lnTo>
                    <a:pt x="9536" y="338"/>
                  </a:lnTo>
                  <a:lnTo>
                    <a:pt x="9523" y="414"/>
                  </a:lnTo>
                  <a:lnTo>
                    <a:pt x="9658" y="414"/>
                  </a:lnTo>
                  <a:lnTo>
                    <a:pt x="9623" y="544"/>
                  </a:lnTo>
                  <a:lnTo>
                    <a:pt x="9353" y="544"/>
                  </a:lnTo>
                  <a:lnTo>
                    <a:pt x="9450" y="16"/>
                  </a:lnTo>
                  <a:close/>
                  <a:moveTo>
                    <a:pt x="9160" y="16"/>
                  </a:moveTo>
                  <a:lnTo>
                    <a:pt x="9305" y="16"/>
                  </a:lnTo>
                  <a:lnTo>
                    <a:pt x="9233" y="414"/>
                  </a:lnTo>
                  <a:lnTo>
                    <a:pt x="9340" y="414"/>
                  </a:lnTo>
                  <a:lnTo>
                    <a:pt x="9305" y="544"/>
                  </a:lnTo>
                  <a:lnTo>
                    <a:pt x="9063" y="544"/>
                  </a:lnTo>
                  <a:lnTo>
                    <a:pt x="9160" y="16"/>
                  </a:lnTo>
                  <a:close/>
                  <a:moveTo>
                    <a:pt x="7456" y="16"/>
                  </a:moveTo>
                  <a:lnTo>
                    <a:pt x="7565" y="16"/>
                  </a:lnTo>
                  <a:lnTo>
                    <a:pt x="7547" y="115"/>
                  </a:lnTo>
                  <a:lnTo>
                    <a:pt x="7497" y="211"/>
                  </a:lnTo>
                  <a:lnTo>
                    <a:pt x="7419" y="211"/>
                  </a:lnTo>
                  <a:lnTo>
                    <a:pt x="7456" y="16"/>
                  </a:lnTo>
                  <a:close/>
                  <a:moveTo>
                    <a:pt x="7095" y="16"/>
                  </a:moveTo>
                  <a:lnTo>
                    <a:pt x="7420" y="16"/>
                  </a:lnTo>
                  <a:lnTo>
                    <a:pt x="7387" y="145"/>
                  </a:lnTo>
                  <a:lnTo>
                    <a:pt x="7307" y="145"/>
                  </a:lnTo>
                  <a:lnTo>
                    <a:pt x="7233" y="544"/>
                  </a:lnTo>
                  <a:lnTo>
                    <a:pt x="7088" y="544"/>
                  </a:lnTo>
                  <a:lnTo>
                    <a:pt x="7161" y="145"/>
                  </a:lnTo>
                  <a:lnTo>
                    <a:pt x="7072" y="145"/>
                  </a:lnTo>
                  <a:lnTo>
                    <a:pt x="7095" y="16"/>
                  </a:lnTo>
                  <a:close/>
                  <a:moveTo>
                    <a:pt x="6796" y="16"/>
                  </a:moveTo>
                  <a:lnTo>
                    <a:pt x="7069" y="16"/>
                  </a:lnTo>
                  <a:lnTo>
                    <a:pt x="7036" y="145"/>
                  </a:lnTo>
                  <a:lnTo>
                    <a:pt x="6917" y="145"/>
                  </a:lnTo>
                  <a:lnTo>
                    <a:pt x="6905" y="217"/>
                  </a:lnTo>
                  <a:lnTo>
                    <a:pt x="7022" y="217"/>
                  </a:lnTo>
                  <a:lnTo>
                    <a:pt x="7000" y="338"/>
                  </a:lnTo>
                  <a:lnTo>
                    <a:pt x="6882" y="338"/>
                  </a:lnTo>
                  <a:lnTo>
                    <a:pt x="6869" y="414"/>
                  </a:lnTo>
                  <a:lnTo>
                    <a:pt x="7004" y="414"/>
                  </a:lnTo>
                  <a:lnTo>
                    <a:pt x="6969" y="544"/>
                  </a:lnTo>
                  <a:lnTo>
                    <a:pt x="6699" y="544"/>
                  </a:lnTo>
                  <a:lnTo>
                    <a:pt x="6796" y="16"/>
                  </a:lnTo>
                  <a:close/>
                  <a:moveTo>
                    <a:pt x="6506" y="16"/>
                  </a:moveTo>
                  <a:lnTo>
                    <a:pt x="6651" y="16"/>
                  </a:lnTo>
                  <a:lnTo>
                    <a:pt x="6579" y="414"/>
                  </a:lnTo>
                  <a:lnTo>
                    <a:pt x="6686" y="414"/>
                  </a:lnTo>
                  <a:lnTo>
                    <a:pt x="6651" y="544"/>
                  </a:lnTo>
                  <a:lnTo>
                    <a:pt x="6409" y="544"/>
                  </a:lnTo>
                  <a:lnTo>
                    <a:pt x="6506" y="16"/>
                  </a:lnTo>
                  <a:close/>
                  <a:moveTo>
                    <a:pt x="4804" y="16"/>
                  </a:moveTo>
                  <a:lnTo>
                    <a:pt x="4913" y="16"/>
                  </a:lnTo>
                  <a:lnTo>
                    <a:pt x="4895" y="115"/>
                  </a:lnTo>
                  <a:lnTo>
                    <a:pt x="4845" y="211"/>
                  </a:lnTo>
                  <a:lnTo>
                    <a:pt x="4767" y="211"/>
                  </a:lnTo>
                  <a:lnTo>
                    <a:pt x="4804" y="16"/>
                  </a:lnTo>
                  <a:close/>
                  <a:moveTo>
                    <a:pt x="4443" y="16"/>
                  </a:moveTo>
                  <a:lnTo>
                    <a:pt x="4768" y="16"/>
                  </a:lnTo>
                  <a:lnTo>
                    <a:pt x="4735" y="145"/>
                  </a:lnTo>
                  <a:lnTo>
                    <a:pt x="4655" y="145"/>
                  </a:lnTo>
                  <a:lnTo>
                    <a:pt x="4581" y="544"/>
                  </a:lnTo>
                  <a:lnTo>
                    <a:pt x="4436" y="544"/>
                  </a:lnTo>
                  <a:lnTo>
                    <a:pt x="4509" y="145"/>
                  </a:lnTo>
                  <a:lnTo>
                    <a:pt x="4420" y="145"/>
                  </a:lnTo>
                  <a:lnTo>
                    <a:pt x="4443" y="16"/>
                  </a:lnTo>
                  <a:close/>
                  <a:moveTo>
                    <a:pt x="4144" y="16"/>
                  </a:moveTo>
                  <a:lnTo>
                    <a:pt x="4417" y="16"/>
                  </a:lnTo>
                  <a:lnTo>
                    <a:pt x="4384" y="145"/>
                  </a:lnTo>
                  <a:lnTo>
                    <a:pt x="4265" y="145"/>
                  </a:lnTo>
                  <a:lnTo>
                    <a:pt x="4253" y="217"/>
                  </a:lnTo>
                  <a:lnTo>
                    <a:pt x="4370" y="217"/>
                  </a:lnTo>
                  <a:lnTo>
                    <a:pt x="4348" y="338"/>
                  </a:lnTo>
                  <a:lnTo>
                    <a:pt x="4230" y="338"/>
                  </a:lnTo>
                  <a:lnTo>
                    <a:pt x="4217" y="414"/>
                  </a:lnTo>
                  <a:lnTo>
                    <a:pt x="4352" y="414"/>
                  </a:lnTo>
                  <a:lnTo>
                    <a:pt x="4317" y="544"/>
                  </a:lnTo>
                  <a:lnTo>
                    <a:pt x="4047" y="544"/>
                  </a:lnTo>
                  <a:lnTo>
                    <a:pt x="4144" y="16"/>
                  </a:lnTo>
                  <a:close/>
                  <a:moveTo>
                    <a:pt x="3854" y="16"/>
                  </a:moveTo>
                  <a:lnTo>
                    <a:pt x="3999" y="16"/>
                  </a:lnTo>
                  <a:lnTo>
                    <a:pt x="3927" y="414"/>
                  </a:lnTo>
                  <a:lnTo>
                    <a:pt x="4034" y="414"/>
                  </a:lnTo>
                  <a:lnTo>
                    <a:pt x="3999" y="544"/>
                  </a:lnTo>
                  <a:lnTo>
                    <a:pt x="3757" y="544"/>
                  </a:lnTo>
                  <a:lnTo>
                    <a:pt x="3854" y="16"/>
                  </a:lnTo>
                  <a:close/>
                  <a:moveTo>
                    <a:pt x="2152" y="16"/>
                  </a:moveTo>
                  <a:lnTo>
                    <a:pt x="2261" y="16"/>
                  </a:lnTo>
                  <a:lnTo>
                    <a:pt x="2243" y="115"/>
                  </a:lnTo>
                  <a:lnTo>
                    <a:pt x="2193" y="211"/>
                  </a:lnTo>
                  <a:lnTo>
                    <a:pt x="2115" y="211"/>
                  </a:lnTo>
                  <a:lnTo>
                    <a:pt x="2152" y="16"/>
                  </a:lnTo>
                  <a:close/>
                  <a:moveTo>
                    <a:pt x="1791" y="16"/>
                  </a:moveTo>
                  <a:lnTo>
                    <a:pt x="2116" y="16"/>
                  </a:lnTo>
                  <a:lnTo>
                    <a:pt x="2083" y="145"/>
                  </a:lnTo>
                  <a:lnTo>
                    <a:pt x="2003" y="145"/>
                  </a:lnTo>
                  <a:lnTo>
                    <a:pt x="1929" y="544"/>
                  </a:lnTo>
                  <a:lnTo>
                    <a:pt x="1784" y="544"/>
                  </a:lnTo>
                  <a:lnTo>
                    <a:pt x="1857" y="145"/>
                  </a:lnTo>
                  <a:lnTo>
                    <a:pt x="1768" y="145"/>
                  </a:lnTo>
                  <a:lnTo>
                    <a:pt x="1791" y="16"/>
                  </a:lnTo>
                  <a:close/>
                  <a:moveTo>
                    <a:pt x="1492" y="16"/>
                  </a:moveTo>
                  <a:lnTo>
                    <a:pt x="1765" y="16"/>
                  </a:lnTo>
                  <a:lnTo>
                    <a:pt x="1732" y="145"/>
                  </a:lnTo>
                  <a:lnTo>
                    <a:pt x="1613" y="145"/>
                  </a:lnTo>
                  <a:lnTo>
                    <a:pt x="1601" y="217"/>
                  </a:lnTo>
                  <a:lnTo>
                    <a:pt x="1718" y="217"/>
                  </a:lnTo>
                  <a:lnTo>
                    <a:pt x="1696" y="338"/>
                  </a:lnTo>
                  <a:lnTo>
                    <a:pt x="1578" y="338"/>
                  </a:lnTo>
                  <a:lnTo>
                    <a:pt x="1565" y="414"/>
                  </a:lnTo>
                  <a:lnTo>
                    <a:pt x="1700" y="414"/>
                  </a:lnTo>
                  <a:lnTo>
                    <a:pt x="1665" y="544"/>
                  </a:lnTo>
                  <a:lnTo>
                    <a:pt x="1395" y="544"/>
                  </a:lnTo>
                  <a:lnTo>
                    <a:pt x="1492" y="16"/>
                  </a:lnTo>
                  <a:close/>
                  <a:moveTo>
                    <a:pt x="1202" y="16"/>
                  </a:moveTo>
                  <a:lnTo>
                    <a:pt x="1347" y="16"/>
                  </a:lnTo>
                  <a:lnTo>
                    <a:pt x="1275" y="414"/>
                  </a:lnTo>
                  <a:lnTo>
                    <a:pt x="1382" y="414"/>
                  </a:lnTo>
                  <a:lnTo>
                    <a:pt x="1347" y="544"/>
                  </a:lnTo>
                  <a:lnTo>
                    <a:pt x="1105" y="544"/>
                  </a:lnTo>
                  <a:lnTo>
                    <a:pt x="1202" y="16"/>
                  </a:lnTo>
                  <a:close/>
                  <a:moveTo>
                    <a:pt x="16567" y="7"/>
                  </a:moveTo>
                  <a:cubicBezTo>
                    <a:pt x="16622" y="7"/>
                    <a:pt x="16659" y="21"/>
                    <a:pt x="16681" y="47"/>
                  </a:cubicBezTo>
                  <a:cubicBezTo>
                    <a:pt x="16702" y="73"/>
                    <a:pt x="16712" y="108"/>
                    <a:pt x="16711" y="151"/>
                  </a:cubicBezTo>
                  <a:cubicBezTo>
                    <a:pt x="16711" y="175"/>
                    <a:pt x="16709" y="200"/>
                    <a:pt x="16705" y="227"/>
                  </a:cubicBezTo>
                  <a:cubicBezTo>
                    <a:pt x="16701" y="253"/>
                    <a:pt x="16695" y="281"/>
                    <a:pt x="16689" y="310"/>
                  </a:cubicBezTo>
                  <a:cubicBezTo>
                    <a:pt x="16673" y="395"/>
                    <a:pt x="16648" y="457"/>
                    <a:pt x="16613" y="496"/>
                  </a:cubicBezTo>
                  <a:cubicBezTo>
                    <a:pt x="16577" y="535"/>
                    <a:pt x="16524" y="554"/>
                    <a:pt x="16454" y="554"/>
                  </a:cubicBezTo>
                  <a:cubicBezTo>
                    <a:pt x="16399" y="553"/>
                    <a:pt x="16362" y="540"/>
                    <a:pt x="16340" y="514"/>
                  </a:cubicBezTo>
                  <a:cubicBezTo>
                    <a:pt x="16319" y="487"/>
                    <a:pt x="16309" y="453"/>
                    <a:pt x="16310" y="409"/>
                  </a:cubicBezTo>
                  <a:cubicBezTo>
                    <a:pt x="16310" y="385"/>
                    <a:pt x="16313" y="360"/>
                    <a:pt x="16317" y="334"/>
                  </a:cubicBezTo>
                  <a:cubicBezTo>
                    <a:pt x="16321" y="307"/>
                    <a:pt x="16326" y="280"/>
                    <a:pt x="16333" y="251"/>
                  </a:cubicBezTo>
                  <a:cubicBezTo>
                    <a:pt x="16344" y="194"/>
                    <a:pt x="16358" y="148"/>
                    <a:pt x="16377" y="112"/>
                  </a:cubicBezTo>
                  <a:cubicBezTo>
                    <a:pt x="16395" y="76"/>
                    <a:pt x="16420" y="49"/>
                    <a:pt x="16450" y="32"/>
                  </a:cubicBezTo>
                  <a:cubicBezTo>
                    <a:pt x="16481" y="15"/>
                    <a:pt x="16520" y="7"/>
                    <a:pt x="16567" y="7"/>
                  </a:cubicBezTo>
                  <a:close/>
                  <a:moveTo>
                    <a:pt x="16178" y="7"/>
                  </a:moveTo>
                  <a:cubicBezTo>
                    <a:pt x="16207" y="7"/>
                    <a:pt x="16235" y="9"/>
                    <a:pt x="16261" y="13"/>
                  </a:cubicBezTo>
                  <a:cubicBezTo>
                    <a:pt x="16287" y="17"/>
                    <a:pt x="16306" y="21"/>
                    <a:pt x="16317" y="26"/>
                  </a:cubicBezTo>
                  <a:lnTo>
                    <a:pt x="16285" y="153"/>
                  </a:lnTo>
                  <a:cubicBezTo>
                    <a:pt x="16272" y="149"/>
                    <a:pt x="16256" y="146"/>
                    <a:pt x="16238" y="143"/>
                  </a:cubicBezTo>
                  <a:cubicBezTo>
                    <a:pt x="16220" y="140"/>
                    <a:pt x="16199" y="138"/>
                    <a:pt x="16176" y="138"/>
                  </a:cubicBezTo>
                  <a:cubicBezTo>
                    <a:pt x="16148" y="137"/>
                    <a:pt x="16129" y="144"/>
                    <a:pt x="16117" y="160"/>
                  </a:cubicBezTo>
                  <a:cubicBezTo>
                    <a:pt x="16106" y="176"/>
                    <a:pt x="16095" y="207"/>
                    <a:pt x="16085" y="252"/>
                  </a:cubicBezTo>
                  <a:cubicBezTo>
                    <a:pt x="16081" y="268"/>
                    <a:pt x="16078" y="288"/>
                    <a:pt x="16074" y="309"/>
                  </a:cubicBezTo>
                  <a:cubicBezTo>
                    <a:pt x="16070" y="331"/>
                    <a:pt x="16067" y="353"/>
                    <a:pt x="16065" y="374"/>
                  </a:cubicBezTo>
                  <a:cubicBezTo>
                    <a:pt x="16063" y="395"/>
                    <a:pt x="16061" y="413"/>
                    <a:pt x="16061" y="428"/>
                  </a:cubicBezTo>
                  <a:cubicBezTo>
                    <a:pt x="16064" y="429"/>
                    <a:pt x="16068" y="429"/>
                    <a:pt x="16071" y="429"/>
                  </a:cubicBezTo>
                  <a:cubicBezTo>
                    <a:pt x="16074" y="429"/>
                    <a:pt x="16077" y="429"/>
                    <a:pt x="16081" y="429"/>
                  </a:cubicBezTo>
                  <a:cubicBezTo>
                    <a:pt x="16090" y="429"/>
                    <a:pt x="16099" y="429"/>
                    <a:pt x="16108" y="428"/>
                  </a:cubicBezTo>
                  <a:cubicBezTo>
                    <a:pt x="16117" y="427"/>
                    <a:pt x="16126" y="426"/>
                    <a:pt x="16134" y="424"/>
                  </a:cubicBezTo>
                  <a:lnTo>
                    <a:pt x="16148" y="346"/>
                  </a:lnTo>
                  <a:lnTo>
                    <a:pt x="16107" y="346"/>
                  </a:lnTo>
                  <a:lnTo>
                    <a:pt x="16127" y="235"/>
                  </a:lnTo>
                  <a:lnTo>
                    <a:pt x="16291" y="235"/>
                  </a:lnTo>
                  <a:lnTo>
                    <a:pt x="16237" y="526"/>
                  </a:lnTo>
                  <a:cubicBezTo>
                    <a:pt x="16219" y="534"/>
                    <a:pt x="16193" y="541"/>
                    <a:pt x="16160" y="546"/>
                  </a:cubicBezTo>
                  <a:cubicBezTo>
                    <a:pt x="16127" y="551"/>
                    <a:pt x="16095" y="554"/>
                    <a:pt x="16062" y="554"/>
                  </a:cubicBezTo>
                  <a:cubicBezTo>
                    <a:pt x="16023" y="554"/>
                    <a:pt x="15993" y="548"/>
                    <a:pt x="15972" y="536"/>
                  </a:cubicBezTo>
                  <a:cubicBezTo>
                    <a:pt x="15951" y="524"/>
                    <a:pt x="15937" y="507"/>
                    <a:pt x="15929" y="485"/>
                  </a:cubicBezTo>
                  <a:cubicBezTo>
                    <a:pt x="15921" y="464"/>
                    <a:pt x="15918" y="439"/>
                    <a:pt x="15918" y="410"/>
                  </a:cubicBezTo>
                  <a:cubicBezTo>
                    <a:pt x="15918" y="386"/>
                    <a:pt x="15920" y="361"/>
                    <a:pt x="15924" y="334"/>
                  </a:cubicBezTo>
                  <a:cubicBezTo>
                    <a:pt x="15929" y="307"/>
                    <a:pt x="15934" y="280"/>
                    <a:pt x="15940" y="251"/>
                  </a:cubicBezTo>
                  <a:cubicBezTo>
                    <a:pt x="15956" y="166"/>
                    <a:pt x="15982" y="104"/>
                    <a:pt x="16018" y="65"/>
                  </a:cubicBezTo>
                  <a:cubicBezTo>
                    <a:pt x="16054" y="26"/>
                    <a:pt x="16108" y="6"/>
                    <a:pt x="16178" y="7"/>
                  </a:cubicBezTo>
                  <a:close/>
                  <a:moveTo>
                    <a:pt x="15716" y="7"/>
                  </a:moveTo>
                  <a:cubicBezTo>
                    <a:pt x="15747" y="7"/>
                    <a:pt x="15772" y="9"/>
                    <a:pt x="15791" y="13"/>
                  </a:cubicBezTo>
                  <a:cubicBezTo>
                    <a:pt x="15811" y="17"/>
                    <a:pt x="15825" y="21"/>
                    <a:pt x="15834" y="25"/>
                  </a:cubicBezTo>
                  <a:lnTo>
                    <a:pt x="15804" y="151"/>
                  </a:lnTo>
                  <a:cubicBezTo>
                    <a:pt x="15792" y="147"/>
                    <a:pt x="15780" y="143"/>
                    <a:pt x="15768" y="141"/>
                  </a:cubicBezTo>
                  <a:cubicBezTo>
                    <a:pt x="15757" y="139"/>
                    <a:pt x="15744" y="138"/>
                    <a:pt x="15731" y="138"/>
                  </a:cubicBezTo>
                  <a:cubicBezTo>
                    <a:pt x="15718" y="138"/>
                    <a:pt x="15708" y="140"/>
                    <a:pt x="15701" y="145"/>
                  </a:cubicBezTo>
                  <a:cubicBezTo>
                    <a:pt x="15694" y="150"/>
                    <a:pt x="15691" y="158"/>
                    <a:pt x="15691" y="169"/>
                  </a:cubicBezTo>
                  <a:cubicBezTo>
                    <a:pt x="15691" y="177"/>
                    <a:pt x="15692" y="186"/>
                    <a:pt x="15695" y="194"/>
                  </a:cubicBezTo>
                  <a:cubicBezTo>
                    <a:pt x="15698" y="203"/>
                    <a:pt x="15703" y="215"/>
                    <a:pt x="15709" y="230"/>
                  </a:cubicBezTo>
                  <a:lnTo>
                    <a:pt x="15735" y="291"/>
                  </a:lnTo>
                  <a:cubicBezTo>
                    <a:pt x="15742" y="306"/>
                    <a:pt x="15748" y="323"/>
                    <a:pt x="15754" y="341"/>
                  </a:cubicBezTo>
                  <a:cubicBezTo>
                    <a:pt x="15759" y="359"/>
                    <a:pt x="15763" y="377"/>
                    <a:pt x="15763" y="396"/>
                  </a:cubicBezTo>
                  <a:cubicBezTo>
                    <a:pt x="15762" y="451"/>
                    <a:pt x="15747" y="491"/>
                    <a:pt x="15718" y="516"/>
                  </a:cubicBezTo>
                  <a:cubicBezTo>
                    <a:pt x="15689" y="542"/>
                    <a:pt x="15652" y="554"/>
                    <a:pt x="15605" y="554"/>
                  </a:cubicBezTo>
                  <a:cubicBezTo>
                    <a:pt x="15572" y="553"/>
                    <a:pt x="15545" y="551"/>
                    <a:pt x="15524" y="547"/>
                  </a:cubicBezTo>
                  <a:cubicBezTo>
                    <a:pt x="15503" y="543"/>
                    <a:pt x="15488" y="539"/>
                    <a:pt x="15479" y="535"/>
                  </a:cubicBezTo>
                  <a:lnTo>
                    <a:pt x="15489" y="402"/>
                  </a:lnTo>
                  <a:cubicBezTo>
                    <a:pt x="15499" y="406"/>
                    <a:pt x="15512" y="410"/>
                    <a:pt x="15531" y="414"/>
                  </a:cubicBezTo>
                  <a:cubicBezTo>
                    <a:pt x="15550" y="418"/>
                    <a:pt x="15571" y="420"/>
                    <a:pt x="15595" y="420"/>
                  </a:cubicBezTo>
                  <a:cubicBezTo>
                    <a:pt x="15598" y="420"/>
                    <a:pt x="15601" y="420"/>
                    <a:pt x="15603" y="420"/>
                  </a:cubicBezTo>
                  <a:cubicBezTo>
                    <a:pt x="15606" y="420"/>
                    <a:pt x="15609" y="420"/>
                    <a:pt x="15612" y="420"/>
                  </a:cubicBezTo>
                  <a:cubicBezTo>
                    <a:pt x="15613" y="416"/>
                    <a:pt x="15614" y="412"/>
                    <a:pt x="15615" y="407"/>
                  </a:cubicBezTo>
                  <a:cubicBezTo>
                    <a:pt x="15616" y="403"/>
                    <a:pt x="15617" y="398"/>
                    <a:pt x="15617" y="393"/>
                  </a:cubicBezTo>
                  <a:cubicBezTo>
                    <a:pt x="15616" y="384"/>
                    <a:pt x="15615" y="375"/>
                    <a:pt x="15611" y="366"/>
                  </a:cubicBezTo>
                  <a:cubicBezTo>
                    <a:pt x="15607" y="358"/>
                    <a:pt x="15603" y="348"/>
                    <a:pt x="15597" y="336"/>
                  </a:cubicBezTo>
                  <a:lnTo>
                    <a:pt x="15570" y="276"/>
                  </a:lnTo>
                  <a:cubicBezTo>
                    <a:pt x="15562" y="259"/>
                    <a:pt x="15556" y="241"/>
                    <a:pt x="15551" y="223"/>
                  </a:cubicBezTo>
                  <a:cubicBezTo>
                    <a:pt x="15546" y="205"/>
                    <a:pt x="15544" y="188"/>
                    <a:pt x="15544" y="171"/>
                  </a:cubicBezTo>
                  <a:cubicBezTo>
                    <a:pt x="15545" y="116"/>
                    <a:pt x="15560" y="75"/>
                    <a:pt x="15591" y="48"/>
                  </a:cubicBezTo>
                  <a:cubicBezTo>
                    <a:pt x="15622" y="20"/>
                    <a:pt x="15664" y="7"/>
                    <a:pt x="15716" y="7"/>
                  </a:cubicBezTo>
                  <a:close/>
                  <a:moveTo>
                    <a:pt x="13913" y="7"/>
                  </a:moveTo>
                  <a:cubicBezTo>
                    <a:pt x="13968" y="7"/>
                    <a:pt x="14005" y="21"/>
                    <a:pt x="14027" y="47"/>
                  </a:cubicBezTo>
                  <a:cubicBezTo>
                    <a:pt x="14048" y="73"/>
                    <a:pt x="14058" y="108"/>
                    <a:pt x="14057" y="151"/>
                  </a:cubicBezTo>
                  <a:cubicBezTo>
                    <a:pt x="14057" y="175"/>
                    <a:pt x="14055" y="200"/>
                    <a:pt x="14051" y="227"/>
                  </a:cubicBezTo>
                  <a:cubicBezTo>
                    <a:pt x="14047" y="253"/>
                    <a:pt x="14041" y="281"/>
                    <a:pt x="14035" y="310"/>
                  </a:cubicBezTo>
                  <a:cubicBezTo>
                    <a:pt x="14019" y="395"/>
                    <a:pt x="13994" y="457"/>
                    <a:pt x="13959" y="496"/>
                  </a:cubicBezTo>
                  <a:cubicBezTo>
                    <a:pt x="13923" y="535"/>
                    <a:pt x="13870" y="554"/>
                    <a:pt x="13800" y="554"/>
                  </a:cubicBezTo>
                  <a:cubicBezTo>
                    <a:pt x="13745" y="553"/>
                    <a:pt x="13708" y="540"/>
                    <a:pt x="13686" y="514"/>
                  </a:cubicBezTo>
                  <a:cubicBezTo>
                    <a:pt x="13665" y="487"/>
                    <a:pt x="13655" y="453"/>
                    <a:pt x="13656" y="409"/>
                  </a:cubicBezTo>
                  <a:cubicBezTo>
                    <a:pt x="13656" y="385"/>
                    <a:pt x="13659" y="360"/>
                    <a:pt x="13663" y="334"/>
                  </a:cubicBezTo>
                  <a:cubicBezTo>
                    <a:pt x="13667" y="307"/>
                    <a:pt x="13672" y="280"/>
                    <a:pt x="13679" y="251"/>
                  </a:cubicBezTo>
                  <a:cubicBezTo>
                    <a:pt x="13690" y="194"/>
                    <a:pt x="13704" y="148"/>
                    <a:pt x="13723" y="112"/>
                  </a:cubicBezTo>
                  <a:cubicBezTo>
                    <a:pt x="13741" y="76"/>
                    <a:pt x="13766" y="49"/>
                    <a:pt x="13796" y="32"/>
                  </a:cubicBezTo>
                  <a:cubicBezTo>
                    <a:pt x="13827" y="15"/>
                    <a:pt x="13866" y="7"/>
                    <a:pt x="13913" y="7"/>
                  </a:cubicBezTo>
                  <a:close/>
                  <a:moveTo>
                    <a:pt x="13524" y="7"/>
                  </a:moveTo>
                  <a:cubicBezTo>
                    <a:pt x="13553" y="7"/>
                    <a:pt x="13581" y="9"/>
                    <a:pt x="13607" y="13"/>
                  </a:cubicBezTo>
                  <a:cubicBezTo>
                    <a:pt x="13633" y="17"/>
                    <a:pt x="13652" y="21"/>
                    <a:pt x="13663" y="26"/>
                  </a:cubicBezTo>
                  <a:lnTo>
                    <a:pt x="13631" y="153"/>
                  </a:lnTo>
                  <a:cubicBezTo>
                    <a:pt x="13618" y="149"/>
                    <a:pt x="13602" y="146"/>
                    <a:pt x="13584" y="143"/>
                  </a:cubicBezTo>
                  <a:cubicBezTo>
                    <a:pt x="13566" y="140"/>
                    <a:pt x="13545" y="138"/>
                    <a:pt x="13522" y="138"/>
                  </a:cubicBezTo>
                  <a:cubicBezTo>
                    <a:pt x="13494" y="137"/>
                    <a:pt x="13475" y="144"/>
                    <a:pt x="13463" y="160"/>
                  </a:cubicBezTo>
                  <a:cubicBezTo>
                    <a:pt x="13452" y="176"/>
                    <a:pt x="13441" y="207"/>
                    <a:pt x="13431" y="252"/>
                  </a:cubicBezTo>
                  <a:cubicBezTo>
                    <a:pt x="13427" y="268"/>
                    <a:pt x="13424" y="288"/>
                    <a:pt x="13420" y="309"/>
                  </a:cubicBezTo>
                  <a:cubicBezTo>
                    <a:pt x="13416" y="331"/>
                    <a:pt x="13413" y="353"/>
                    <a:pt x="13411" y="374"/>
                  </a:cubicBezTo>
                  <a:cubicBezTo>
                    <a:pt x="13409" y="395"/>
                    <a:pt x="13407" y="413"/>
                    <a:pt x="13407" y="428"/>
                  </a:cubicBezTo>
                  <a:cubicBezTo>
                    <a:pt x="13410" y="429"/>
                    <a:pt x="13414" y="429"/>
                    <a:pt x="13417" y="429"/>
                  </a:cubicBezTo>
                  <a:cubicBezTo>
                    <a:pt x="13420" y="429"/>
                    <a:pt x="13423" y="429"/>
                    <a:pt x="13427" y="429"/>
                  </a:cubicBezTo>
                  <a:cubicBezTo>
                    <a:pt x="13436" y="429"/>
                    <a:pt x="13445" y="429"/>
                    <a:pt x="13454" y="428"/>
                  </a:cubicBezTo>
                  <a:cubicBezTo>
                    <a:pt x="13463" y="427"/>
                    <a:pt x="13472" y="426"/>
                    <a:pt x="13480" y="424"/>
                  </a:cubicBezTo>
                  <a:lnTo>
                    <a:pt x="13494" y="346"/>
                  </a:lnTo>
                  <a:lnTo>
                    <a:pt x="13453" y="346"/>
                  </a:lnTo>
                  <a:lnTo>
                    <a:pt x="13473" y="235"/>
                  </a:lnTo>
                  <a:lnTo>
                    <a:pt x="13637" y="235"/>
                  </a:lnTo>
                  <a:lnTo>
                    <a:pt x="13583" y="526"/>
                  </a:lnTo>
                  <a:cubicBezTo>
                    <a:pt x="13565" y="534"/>
                    <a:pt x="13539" y="541"/>
                    <a:pt x="13506" y="546"/>
                  </a:cubicBezTo>
                  <a:cubicBezTo>
                    <a:pt x="13473" y="551"/>
                    <a:pt x="13441" y="554"/>
                    <a:pt x="13408" y="554"/>
                  </a:cubicBezTo>
                  <a:cubicBezTo>
                    <a:pt x="13369" y="554"/>
                    <a:pt x="13339" y="548"/>
                    <a:pt x="13318" y="536"/>
                  </a:cubicBezTo>
                  <a:cubicBezTo>
                    <a:pt x="13297" y="524"/>
                    <a:pt x="13283" y="507"/>
                    <a:pt x="13275" y="485"/>
                  </a:cubicBezTo>
                  <a:cubicBezTo>
                    <a:pt x="13267" y="464"/>
                    <a:pt x="13264" y="439"/>
                    <a:pt x="13264" y="410"/>
                  </a:cubicBezTo>
                  <a:cubicBezTo>
                    <a:pt x="13264" y="386"/>
                    <a:pt x="13266" y="361"/>
                    <a:pt x="13270" y="334"/>
                  </a:cubicBezTo>
                  <a:cubicBezTo>
                    <a:pt x="13275" y="307"/>
                    <a:pt x="13280" y="280"/>
                    <a:pt x="13286" y="251"/>
                  </a:cubicBezTo>
                  <a:cubicBezTo>
                    <a:pt x="13302" y="166"/>
                    <a:pt x="13328" y="104"/>
                    <a:pt x="13364" y="65"/>
                  </a:cubicBezTo>
                  <a:cubicBezTo>
                    <a:pt x="13400" y="26"/>
                    <a:pt x="13454" y="6"/>
                    <a:pt x="13524" y="7"/>
                  </a:cubicBezTo>
                  <a:close/>
                  <a:moveTo>
                    <a:pt x="13062" y="7"/>
                  </a:moveTo>
                  <a:cubicBezTo>
                    <a:pt x="13093" y="7"/>
                    <a:pt x="13118" y="9"/>
                    <a:pt x="13137" y="13"/>
                  </a:cubicBezTo>
                  <a:cubicBezTo>
                    <a:pt x="13157" y="17"/>
                    <a:pt x="13171" y="21"/>
                    <a:pt x="13180" y="25"/>
                  </a:cubicBezTo>
                  <a:lnTo>
                    <a:pt x="13150" y="151"/>
                  </a:lnTo>
                  <a:cubicBezTo>
                    <a:pt x="13138" y="147"/>
                    <a:pt x="13126" y="143"/>
                    <a:pt x="13114" y="141"/>
                  </a:cubicBezTo>
                  <a:cubicBezTo>
                    <a:pt x="13103" y="139"/>
                    <a:pt x="13090" y="138"/>
                    <a:pt x="13077" y="138"/>
                  </a:cubicBezTo>
                  <a:cubicBezTo>
                    <a:pt x="13064" y="138"/>
                    <a:pt x="13054" y="140"/>
                    <a:pt x="13047" y="145"/>
                  </a:cubicBezTo>
                  <a:cubicBezTo>
                    <a:pt x="13040" y="150"/>
                    <a:pt x="13037" y="158"/>
                    <a:pt x="13037" y="169"/>
                  </a:cubicBezTo>
                  <a:cubicBezTo>
                    <a:pt x="13037" y="177"/>
                    <a:pt x="13038" y="186"/>
                    <a:pt x="13041" y="194"/>
                  </a:cubicBezTo>
                  <a:cubicBezTo>
                    <a:pt x="13044" y="203"/>
                    <a:pt x="13049" y="215"/>
                    <a:pt x="13055" y="230"/>
                  </a:cubicBezTo>
                  <a:lnTo>
                    <a:pt x="13081" y="291"/>
                  </a:lnTo>
                  <a:cubicBezTo>
                    <a:pt x="13088" y="306"/>
                    <a:pt x="13094" y="323"/>
                    <a:pt x="13100" y="341"/>
                  </a:cubicBezTo>
                  <a:cubicBezTo>
                    <a:pt x="13105" y="359"/>
                    <a:pt x="13109" y="377"/>
                    <a:pt x="13109" y="396"/>
                  </a:cubicBezTo>
                  <a:cubicBezTo>
                    <a:pt x="13108" y="451"/>
                    <a:pt x="13093" y="491"/>
                    <a:pt x="13064" y="516"/>
                  </a:cubicBezTo>
                  <a:cubicBezTo>
                    <a:pt x="13035" y="542"/>
                    <a:pt x="12998" y="554"/>
                    <a:pt x="12951" y="554"/>
                  </a:cubicBezTo>
                  <a:cubicBezTo>
                    <a:pt x="12918" y="553"/>
                    <a:pt x="12891" y="551"/>
                    <a:pt x="12870" y="547"/>
                  </a:cubicBezTo>
                  <a:cubicBezTo>
                    <a:pt x="12849" y="543"/>
                    <a:pt x="12834" y="539"/>
                    <a:pt x="12825" y="535"/>
                  </a:cubicBezTo>
                  <a:lnTo>
                    <a:pt x="12835" y="402"/>
                  </a:lnTo>
                  <a:cubicBezTo>
                    <a:pt x="12845" y="406"/>
                    <a:pt x="12858" y="410"/>
                    <a:pt x="12877" y="414"/>
                  </a:cubicBezTo>
                  <a:cubicBezTo>
                    <a:pt x="12896" y="418"/>
                    <a:pt x="12917" y="420"/>
                    <a:pt x="12941" y="420"/>
                  </a:cubicBezTo>
                  <a:cubicBezTo>
                    <a:pt x="12944" y="420"/>
                    <a:pt x="12947" y="420"/>
                    <a:pt x="12949" y="420"/>
                  </a:cubicBezTo>
                  <a:cubicBezTo>
                    <a:pt x="12952" y="420"/>
                    <a:pt x="12955" y="420"/>
                    <a:pt x="12958" y="420"/>
                  </a:cubicBezTo>
                  <a:cubicBezTo>
                    <a:pt x="12959" y="416"/>
                    <a:pt x="12960" y="412"/>
                    <a:pt x="12961" y="407"/>
                  </a:cubicBezTo>
                  <a:cubicBezTo>
                    <a:pt x="12962" y="403"/>
                    <a:pt x="12963" y="398"/>
                    <a:pt x="12963" y="393"/>
                  </a:cubicBezTo>
                  <a:cubicBezTo>
                    <a:pt x="12962" y="384"/>
                    <a:pt x="12961" y="375"/>
                    <a:pt x="12957" y="366"/>
                  </a:cubicBezTo>
                  <a:cubicBezTo>
                    <a:pt x="12953" y="358"/>
                    <a:pt x="12949" y="348"/>
                    <a:pt x="12943" y="336"/>
                  </a:cubicBezTo>
                  <a:lnTo>
                    <a:pt x="12916" y="276"/>
                  </a:lnTo>
                  <a:cubicBezTo>
                    <a:pt x="12908" y="259"/>
                    <a:pt x="12902" y="241"/>
                    <a:pt x="12897" y="223"/>
                  </a:cubicBezTo>
                  <a:cubicBezTo>
                    <a:pt x="12892" y="205"/>
                    <a:pt x="12890" y="188"/>
                    <a:pt x="12890" y="171"/>
                  </a:cubicBezTo>
                  <a:cubicBezTo>
                    <a:pt x="12891" y="116"/>
                    <a:pt x="12906" y="75"/>
                    <a:pt x="12937" y="48"/>
                  </a:cubicBezTo>
                  <a:cubicBezTo>
                    <a:pt x="12968" y="20"/>
                    <a:pt x="13010" y="7"/>
                    <a:pt x="13062" y="7"/>
                  </a:cubicBezTo>
                  <a:close/>
                  <a:moveTo>
                    <a:pt x="11261" y="7"/>
                  </a:moveTo>
                  <a:cubicBezTo>
                    <a:pt x="11316" y="7"/>
                    <a:pt x="11353" y="21"/>
                    <a:pt x="11375" y="47"/>
                  </a:cubicBezTo>
                  <a:cubicBezTo>
                    <a:pt x="11396" y="73"/>
                    <a:pt x="11406" y="108"/>
                    <a:pt x="11405" y="151"/>
                  </a:cubicBezTo>
                  <a:cubicBezTo>
                    <a:pt x="11405" y="175"/>
                    <a:pt x="11403" y="200"/>
                    <a:pt x="11399" y="227"/>
                  </a:cubicBezTo>
                  <a:cubicBezTo>
                    <a:pt x="11395" y="253"/>
                    <a:pt x="11389" y="281"/>
                    <a:pt x="11383" y="310"/>
                  </a:cubicBezTo>
                  <a:cubicBezTo>
                    <a:pt x="11367" y="395"/>
                    <a:pt x="11342" y="457"/>
                    <a:pt x="11307" y="496"/>
                  </a:cubicBezTo>
                  <a:cubicBezTo>
                    <a:pt x="11271" y="535"/>
                    <a:pt x="11218" y="554"/>
                    <a:pt x="11148" y="554"/>
                  </a:cubicBezTo>
                  <a:cubicBezTo>
                    <a:pt x="11093" y="553"/>
                    <a:pt x="11056" y="540"/>
                    <a:pt x="11034" y="514"/>
                  </a:cubicBezTo>
                  <a:cubicBezTo>
                    <a:pt x="11013" y="487"/>
                    <a:pt x="11003" y="453"/>
                    <a:pt x="11004" y="409"/>
                  </a:cubicBezTo>
                  <a:cubicBezTo>
                    <a:pt x="11004" y="385"/>
                    <a:pt x="11007" y="360"/>
                    <a:pt x="11011" y="334"/>
                  </a:cubicBezTo>
                  <a:cubicBezTo>
                    <a:pt x="11015" y="307"/>
                    <a:pt x="11020" y="280"/>
                    <a:pt x="11027" y="251"/>
                  </a:cubicBezTo>
                  <a:cubicBezTo>
                    <a:pt x="11038" y="194"/>
                    <a:pt x="11052" y="148"/>
                    <a:pt x="11071" y="112"/>
                  </a:cubicBezTo>
                  <a:cubicBezTo>
                    <a:pt x="11089" y="76"/>
                    <a:pt x="11114" y="49"/>
                    <a:pt x="11144" y="32"/>
                  </a:cubicBezTo>
                  <a:cubicBezTo>
                    <a:pt x="11175" y="15"/>
                    <a:pt x="11214" y="7"/>
                    <a:pt x="11261" y="7"/>
                  </a:cubicBezTo>
                  <a:close/>
                  <a:moveTo>
                    <a:pt x="10872" y="7"/>
                  </a:moveTo>
                  <a:cubicBezTo>
                    <a:pt x="10901" y="7"/>
                    <a:pt x="10929" y="9"/>
                    <a:pt x="10955" y="13"/>
                  </a:cubicBezTo>
                  <a:cubicBezTo>
                    <a:pt x="10981" y="17"/>
                    <a:pt x="11000" y="21"/>
                    <a:pt x="11011" y="26"/>
                  </a:cubicBezTo>
                  <a:lnTo>
                    <a:pt x="10979" y="153"/>
                  </a:lnTo>
                  <a:cubicBezTo>
                    <a:pt x="10966" y="149"/>
                    <a:pt x="10950" y="146"/>
                    <a:pt x="10932" y="143"/>
                  </a:cubicBezTo>
                  <a:cubicBezTo>
                    <a:pt x="10914" y="140"/>
                    <a:pt x="10893" y="138"/>
                    <a:pt x="10870" y="138"/>
                  </a:cubicBezTo>
                  <a:cubicBezTo>
                    <a:pt x="10842" y="137"/>
                    <a:pt x="10823" y="144"/>
                    <a:pt x="10811" y="160"/>
                  </a:cubicBezTo>
                  <a:cubicBezTo>
                    <a:pt x="10800" y="176"/>
                    <a:pt x="10789" y="207"/>
                    <a:pt x="10779" y="252"/>
                  </a:cubicBezTo>
                  <a:cubicBezTo>
                    <a:pt x="10775" y="268"/>
                    <a:pt x="10772" y="288"/>
                    <a:pt x="10768" y="309"/>
                  </a:cubicBezTo>
                  <a:cubicBezTo>
                    <a:pt x="10764" y="331"/>
                    <a:pt x="10761" y="353"/>
                    <a:pt x="10759" y="374"/>
                  </a:cubicBezTo>
                  <a:cubicBezTo>
                    <a:pt x="10757" y="395"/>
                    <a:pt x="10755" y="413"/>
                    <a:pt x="10755" y="428"/>
                  </a:cubicBezTo>
                  <a:cubicBezTo>
                    <a:pt x="10758" y="429"/>
                    <a:pt x="10762" y="429"/>
                    <a:pt x="10765" y="429"/>
                  </a:cubicBezTo>
                  <a:cubicBezTo>
                    <a:pt x="10768" y="429"/>
                    <a:pt x="10771" y="429"/>
                    <a:pt x="10775" y="429"/>
                  </a:cubicBezTo>
                  <a:cubicBezTo>
                    <a:pt x="10784" y="429"/>
                    <a:pt x="10793" y="429"/>
                    <a:pt x="10802" y="428"/>
                  </a:cubicBezTo>
                  <a:cubicBezTo>
                    <a:pt x="10811" y="427"/>
                    <a:pt x="10820" y="426"/>
                    <a:pt x="10828" y="424"/>
                  </a:cubicBezTo>
                  <a:lnTo>
                    <a:pt x="10842" y="346"/>
                  </a:lnTo>
                  <a:lnTo>
                    <a:pt x="10801" y="346"/>
                  </a:lnTo>
                  <a:lnTo>
                    <a:pt x="10821" y="235"/>
                  </a:lnTo>
                  <a:lnTo>
                    <a:pt x="10985" y="235"/>
                  </a:lnTo>
                  <a:lnTo>
                    <a:pt x="10931" y="526"/>
                  </a:lnTo>
                  <a:cubicBezTo>
                    <a:pt x="10913" y="534"/>
                    <a:pt x="10887" y="541"/>
                    <a:pt x="10854" y="546"/>
                  </a:cubicBezTo>
                  <a:cubicBezTo>
                    <a:pt x="10821" y="551"/>
                    <a:pt x="10789" y="554"/>
                    <a:pt x="10756" y="554"/>
                  </a:cubicBezTo>
                  <a:cubicBezTo>
                    <a:pt x="10717" y="554"/>
                    <a:pt x="10687" y="548"/>
                    <a:pt x="10666" y="536"/>
                  </a:cubicBezTo>
                  <a:cubicBezTo>
                    <a:pt x="10645" y="524"/>
                    <a:pt x="10631" y="507"/>
                    <a:pt x="10623" y="485"/>
                  </a:cubicBezTo>
                  <a:cubicBezTo>
                    <a:pt x="10615" y="464"/>
                    <a:pt x="10612" y="439"/>
                    <a:pt x="10612" y="410"/>
                  </a:cubicBezTo>
                  <a:cubicBezTo>
                    <a:pt x="10612" y="386"/>
                    <a:pt x="10614" y="361"/>
                    <a:pt x="10618" y="334"/>
                  </a:cubicBezTo>
                  <a:cubicBezTo>
                    <a:pt x="10623" y="307"/>
                    <a:pt x="10628" y="280"/>
                    <a:pt x="10634" y="251"/>
                  </a:cubicBezTo>
                  <a:cubicBezTo>
                    <a:pt x="10650" y="166"/>
                    <a:pt x="10676" y="104"/>
                    <a:pt x="10712" y="65"/>
                  </a:cubicBezTo>
                  <a:cubicBezTo>
                    <a:pt x="10748" y="26"/>
                    <a:pt x="10802" y="6"/>
                    <a:pt x="10872" y="7"/>
                  </a:cubicBezTo>
                  <a:close/>
                  <a:moveTo>
                    <a:pt x="10410" y="7"/>
                  </a:moveTo>
                  <a:cubicBezTo>
                    <a:pt x="10441" y="7"/>
                    <a:pt x="10466" y="9"/>
                    <a:pt x="10485" y="13"/>
                  </a:cubicBezTo>
                  <a:cubicBezTo>
                    <a:pt x="10505" y="17"/>
                    <a:pt x="10519" y="21"/>
                    <a:pt x="10528" y="25"/>
                  </a:cubicBezTo>
                  <a:lnTo>
                    <a:pt x="10498" y="151"/>
                  </a:lnTo>
                  <a:cubicBezTo>
                    <a:pt x="10486" y="147"/>
                    <a:pt x="10474" y="143"/>
                    <a:pt x="10462" y="141"/>
                  </a:cubicBezTo>
                  <a:cubicBezTo>
                    <a:pt x="10451" y="139"/>
                    <a:pt x="10438" y="138"/>
                    <a:pt x="10425" y="138"/>
                  </a:cubicBezTo>
                  <a:cubicBezTo>
                    <a:pt x="10412" y="138"/>
                    <a:pt x="10402" y="140"/>
                    <a:pt x="10395" y="145"/>
                  </a:cubicBezTo>
                  <a:cubicBezTo>
                    <a:pt x="10388" y="150"/>
                    <a:pt x="10385" y="158"/>
                    <a:pt x="10385" y="169"/>
                  </a:cubicBezTo>
                  <a:cubicBezTo>
                    <a:pt x="10385" y="177"/>
                    <a:pt x="10386" y="186"/>
                    <a:pt x="10389" y="194"/>
                  </a:cubicBezTo>
                  <a:cubicBezTo>
                    <a:pt x="10392" y="203"/>
                    <a:pt x="10397" y="215"/>
                    <a:pt x="10403" y="230"/>
                  </a:cubicBezTo>
                  <a:lnTo>
                    <a:pt x="10429" y="291"/>
                  </a:lnTo>
                  <a:cubicBezTo>
                    <a:pt x="10436" y="306"/>
                    <a:pt x="10442" y="323"/>
                    <a:pt x="10448" y="341"/>
                  </a:cubicBezTo>
                  <a:cubicBezTo>
                    <a:pt x="10453" y="359"/>
                    <a:pt x="10457" y="377"/>
                    <a:pt x="10457" y="396"/>
                  </a:cubicBezTo>
                  <a:cubicBezTo>
                    <a:pt x="10456" y="451"/>
                    <a:pt x="10441" y="491"/>
                    <a:pt x="10412" y="516"/>
                  </a:cubicBezTo>
                  <a:cubicBezTo>
                    <a:pt x="10383" y="542"/>
                    <a:pt x="10346" y="554"/>
                    <a:pt x="10299" y="554"/>
                  </a:cubicBezTo>
                  <a:cubicBezTo>
                    <a:pt x="10266" y="553"/>
                    <a:pt x="10239" y="551"/>
                    <a:pt x="10218" y="547"/>
                  </a:cubicBezTo>
                  <a:cubicBezTo>
                    <a:pt x="10197" y="543"/>
                    <a:pt x="10182" y="539"/>
                    <a:pt x="10173" y="535"/>
                  </a:cubicBezTo>
                  <a:lnTo>
                    <a:pt x="10183" y="402"/>
                  </a:lnTo>
                  <a:cubicBezTo>
                    <a:pt x="10193" y="406"/>
                    <a:pt x="10206" y="410"/>
                    <a:pt x="10225" y="414"/>
                  </a:cubicBezTo>
                  <a:cubicBezTo>
                    <a:pt x="10244" y="418"/>
                    <a:pt x="10265" y="420"/>
                    <a:pt x="10289" y="420"/>
                  </a:cubicBezTo>
                  <a:cubicBezTo>
                    <a:pt x="10292" y="420"/>
                    <a:pt x="10295" y="420"/>
                    <a:pt x="10297" y="420"/>
                  </a:cubicBezTo>
                  <a:cubicBezTo>
                    <a:pt x="10300" y="420"/>
                    <a:pt x="10303" y="420"/>
                    <a:pt x="10306" y="420"/>
                  </a:cubicBezTo>
                  <a:cubicBezTo>
                    <a:pt x="10307" y="416"/>
                    <a:pt x="10308" y="412"/>
                    <a:pt x="10309" y="407"/>
                  </a:cubicBezTo>
                  <a:cubicBezTo>
                    <a:pt x="10310" y="403"/>
                    <a:pt x="10311" y="398"/>
                    <a:pt x="10311" y="393"/>
                  </a:cubicBezTo>
                  <a:cubicBezTo>
                    <a:pt x="10310" y="384"/>
                    <a:pt x="10309" y="375"/>
                    <a:pt x="10305" y="366"/>
                  </a:cubicBezTo>
                  <a:cubicBezTo>
                    <a:pt x="10301" y="358"/>
                    <a:pt x="10297" y="348"/>
                    <a:pt x="10291" y="336"/>
                  </a:cubicBezTo>
                  <a:lnTo>
                    <a:pt x="10264" y="276"/>
                  </a:lnTo>
                  <a:cubicBezTo>
                    <a:pt x="10256" y="259"/>
                    <a:pt x="10250" y="241"/>
                    <a:pt x="10245" y="223"/>
                  </a:cubicBezTo>
                  <a:cubicBezTo>
                    <a:pt x="10240" y="205"/>
                    <a:pt x="10238" y="188"/>
                    <a:pt x="10238" y="171"/>
                  </a:cubicBezTo>
                  <a:cubicBezTo>
                    <a:pt x="10239" y="116"/>
                    <a:pt x="10254" y="75"/>
                    <a:pt x="10285" y="48"/>
                  </a:cubicBezTo>
                  <a:cubicBezTo>
                    <a:pt x="10316" y="20"/>
                    <a:pt x="10358" y="7"/>
                    <a:pt x="10410" y="7"/>
                  </a:cubicBezTo>
                  <a:close/>
                  <a:moveTo>
                    <a:pt x="8607" y="7"/>
                  </a:moveTo>
                  <a:cubicBezTo>
                    <a:pt x="8662" y="7"/>
                    <a:pt x="8699" y="21"/>
                    <a:pt x="8721" y="47"/>
                  </a:cubicBezTo>
                  <a:cubicBezTo>
                    <a:pt x="8742" y="73"/>
                    <a:pt x="8752" y="108"/>
                    <a:pt x="8751" y="151"/>
                  </a:cubicBezTo>
                  <a:cubicBezTo>
                    <a:pt x="8751" y="175"/>
                    <a:pt x="8749" y="200"/>
                    <a:pt x="8745" y="227"/>
                  </a:cubicBezTo>
                  <a:cubicBezTo>
                    <a:pt x="8741" y="253"/>
                    <a:pt x="8735" y="281"/>
                    <a:pt x="8729" y="310"/>
                  </a:cubicBezTo>
                  <a:cubicBezTo>
                    <a:pt x="8713" y="395"/>
                    <a:pt x="8688" y="457"/>
                    <a:pt x="8653" y="496"/>
                  </a:cubicBezTo>
                  <a:cubicBezTo>
                    <a:pt x="8617" y="535"/>
                    <a:pt x="8564" y="554"/>
                    <a:pt x="8494" y="554"/>
                  </a:cubicBezTo>
                  <a:cubicBezTo>
                    <a:pt x="8439" y="553"/>
                    <a:pt x="8402" y="540"/>
                    <a:pt x="8380" y="514"/>
                  </a:cubicBezTo>
                  <a:cubicBezTo>
                    <a:pt x="8359" y="487"/>
                    <a:pt x="8349" y="453"/>
                    <a:pt x="8350" y="409"/>
                  </a:cubicBezTo>
                  <a:cubicBezTo>
                    <a:pt x="8350" y="385"/>
                    <a:pt x="8353" y="360"/>
                    <a:pt x="8357" y="334"/>
                  </a:cubicBezTo>
                  <a:cubicBezTo>
                    <a:pt x="8361" y="307"/>
                    <a:pt x="8366" y="280"/>
                    <a:pt x="8373" y="251"/>
                  </a:cubicBezTo>
                  <a:cubicBezTo>
                    <a:pt x="8384" y="194"/>
                    <a:pt x="8398" y="148"/>
                    <a:pt x="8417" y="112"/>
                  </a:cubicBezTo>
                  <a:cubicBezTo>
                    <a:pt x="8435" y="76"/>
                    <a:pt x="8460" y="49"/>
                    <a:pt x="8490" y="32"/>
                  </a:cubicBezTo>
                  <a:cubicBezTo>
                    <a:pt x="8521" y="15"/>
                    <a:pt x="8560" y="7"/>
                    <a:pt x="8607" y="7"/>
                  </a:cubicBezTo>
                  <a:close/>
                  <a:moveTo>
                    <a:pt x="8218" y="7"/>
                  </a:moveTo>
                  <a:cubicBezTo>
                    <a:pt x="8247" y="7"/>
                    <a:pt x="8275" y="9"/>
                    <a:pt x="8301" y="13"/>
                  </a:cubicBezTo>
                  <a:cubicBezTo>
                    <a:pt x="8327" y="17"/>
                    <a:pt x="8346" y="21"/>
                    <a:pt x="8357" y="26"/>
                  </a:cubicBezTo>
                  <a:lnTo>
                    <a:pt x="8325" y="153"/>
                  </a:lnTo>
                  <a:cubicBezTo>
                    <a:pt x="8312" y="149"/>
                    <a:pt x="8296" y="146"/>
                    <a:pt x="8278" y="143"/>
                  </a:cubicBezTo>
                  <a:cubicBezTo>
                    <a:pt x="8260" y="140"/>
                    <a:pt x="8239" y="138"/>
                    <a:pt x="8216" y="138"/>
                  </a:cubicBezTo>
                  <a:cubicBezTo>
                    <a:pt x="8188" y="137"/>
                    <a:pt x="8169" y="144"/>
                    <a:pt x="8157" y="160"/>
                  </a:cubicBezTo>
                  <a:cubicBezTo>
                    <a:pt x="8146" y="176"/>
                    <a:pt x="8135" y="207"/>
                    <a:pt x="8125" y="252"/>
                  </a:cubicBezTo>
                  <a:cubicBezTo>
                    <a:pt x="8121" y="268"/>
                    <a:pt x="8118" y="288"/>
                    <a:pt x="8114" y="309"/>
                  </a:cubicBezTo>
                  <a:cubicBezTo>
                    <a:pt x="8110" y="331"/>
                    <a:pt x="8107" y="353"/>
                    <a:pt x="8105" y="374"/>
                  </a:cubicBezTo>
                  <a:cubicBezTo>
                    <a:pt x="8103" y="395"/>
                    <a:pt x="8101" y="413"/>
                    <a:pt x="8101" y="428"/>
                  </a:cubicBezTo>
                  <a:cubicBezTo>
                    <a:pt x="8104" y="429"/>
                    <a:pt x="8108" y="429"/>
                    <a:pt x="8111" y="429"/>
                  </a:cubicBezTo>
                  <a:cubicBezTo>
                    <a:pt x="8114" y="429"/>
                    <a:pt x="8117" y="429"/>
                    <a:pt x="8121" y="429"/>
                  </a:cubicBezTo>
                  <a:cubicBezTo>
                    <a:pt x="8130" y="429"/>
                    <a:pt x="8139" y="429"/>
                    <a:pt x="8148" y="428"/>
                  </a:cubicBezTo>
                  <a:cubicBezTo>
                    <a:pt x="8157" y="427"/>
                    <a:pt x="8166" y="426"/>
                    <a:pt x="8174" y="424"/>
                  </a:cubicBezTo>
                  <a:lnTo>
                    <a:pt x="8188" y="346"/>
                  </a:lnTo>
                  <a:lnTo>
                    <a:pt x="8147" y="346"/>
                  </a:lnTo>
                  <a:lnTo>
                    <a:pt x="8167" y="235"/>
                  </a:lnTo>
                  <a:lnTo>
                    <a:pt x="8331" y="235"/>
                  </a:lnTo>
                  <a:lnTo>
                    <a:pt x="8277" y="526"/>
                  </a:lnTo>
                  <a:cubicBezTo>
                    <a:pt x="8259" y="534"/>
                    <a:pt x="8233" y="541"/>
                    <a:pt x="8200" y="546"/>
                  </a:cubicBezTo>
                  <a:cubicBezTo>
                    <a:pt x="8167" y="551"/>
                    <a:pt x="8135" y="554"/>
                    <a:pt x="8102" y="554"/>
                  </a:cubicBezTo>
                  <a:cubicBezTo>
                    <a:pt x="8063" y="554"/>
                    <a:pt x="8033" y="548"/>
                    <a:pt x="8012" y="536"/>
                  </a:cubicBezTo>
                  <a:cubicBezTo>
                    <a:pt x="7991" y="524"/>
                    <a:pt x="7977" y="507"/>
                    <a:pt x="7969" y="485"/>
                  </a:cubicBezTo>
                  <a:cubicBezTo>
                    <a:pt x="7961" y="464"/>
                    <a:pt x="7958" y="439"/>
                    <a:pt x="7958" y="410"/>
                  </a:cubicBezTo>
                  <a:cubicBezTo>
                    <a:pt x="7958" y="386"/>
                    <a:pt x="7960" y="361"/>
                    <a:pt x="7964" y="334"/>
                  </a:cubicBezTo>
                  <a:cubicBezTo>
                    <a:pt x="7969" y="307"/>
                    <a:pt x="7974" y="280"/>
                    <a:pt x="7980" y="251"/>
                  </a:cubicBezTo>
                  <a:cubicBezTo>
                    <a:pt x="7996" y="166"/>
                    <a:pt x="8022" y="104"/>
                    <a:pt x="8058" y="65"/>
                  </a:cubicBezTo>
                  <a:cubicBezTo>
                    <a:pt x="8094" y="26"/>
                    <a:pt x="8148" y="6"/>
                    <a:pt x="8218" y="7"/>
                  </a:cubicBezTo>
                  <a:close/>
                  <a:moveTo>
                    <a:pt x="7756" y="7"/>
                  </a:moveTo>
                  <a:cubicBezTo>
                    <a:pt x="7787" y="7"/>
                    <a:pt x="7812" y="9"/>
                    <a:pt x="7831" y="13"/>
                  </a:cubicBezTo>
                  <a:cubicBezTo>
                    <a:pt x="7851" y="17"/>
                    <a:pt x="7865" y="21"/>
                    <a:pt x="7874" y="25"/>
                  </a:cubicBezTo>
                  <a:lnTo>
                    <a:pt x="7844" y="151"/>
                  </a:lnTo>
                  <a:cubicBezTo>
                    <a:pt x="7832" y="147"/>
                    <a:pt x="7820" y="143"/>
                    <a:pt x="7808" y="141"/>
                  </a:cubicBezTo>
                  <a:cubicBezTo>
                    <a:pt x="7797" y="139"/>
                    <a:pt x="7784" y="138"/>
                    <a:pt x="7771" y="138"/>
                  </a:cubicBezTo>
                  <a:cubicBezTo>
                    <a:pt x="7758" y="138"/>
                    <a:pt x="7748" y="140"/>
                    <a:pt x="7741" y="145"/>
                  </a:cubicBezTo>
                  <a:cubicBezTo>
                    <a:pt x="7734" y="150"/>
                    <a:pt x="7731" y="158"/>
                    <a:pt x="7731" y="169"/>
                  </a:cubicBezTo>
                  <a:cubicBezTo>
                    <a:pt x="7731" y="177"/>
                    <a:pt x="7732" y="186"/>
                    <a:pt x="7735" y="194"/>
                  </a:cubicBezTo>
                  <a:cubicBezTo>
                    <a:pt x="7738" y="203"/>
                    <a:pt x="7743" y="215"/>
                    <a:pt x="7749" y="230"/>
                  </a:cubicBezTo>
                  <a:lnTo>
                    <a:pt x="7775" y="291"/>
                  </a:lnTo>
                  <a:cubicBezTo>
                    <a:pt x="7782" y="306"/>
                    <a:pt x="7788" y="323"/>
                    <a:pt x="7794" y="341"/>
                  </a:cubicBezTo>
                  <a:cubicBezTo>
                    <a:pt x="7799" y="359"/>
                    <a:pt x="7803" y="377"/>
                    <a:pt x="7803" y="396"/>
                  </a:cubicBezTo>
                  <a:cubicBezTo>
                    <a:pt x="7802" y="451"/>
                    <a:pt x="7787" y="491"/>
                    <a:pt x="7758" y="516"/>
                  </a:cubicBezTo>
                  <a:cubicBezTo>
                    <a:pt x="7729" y="542"/>
                    <a:pt x="7692" y="554"/>
                    <a:pt x="7645" y="554"/>
                  </a:cubicBezTo>
                  <a:cubicBezTo>
                    <a:pt x="7612" y="553"/>
                    <a:pt x="7585" y="551"/>
                    <a:pt x="7564" y="547"/>
                  </a:cubicBezTo>
                  <a:cubicBezTo>
                    <a:pt x="7543" y="543"/>
                    <a:pt x="7528" y="539"/>
                    <a:pt x="7519" y="535"/>
                  </a:cubicBezTo>
                  <a:lnTo>
                    <a:pt x="7529" y="402"/>
                  </a:lnTo>
                  <a:cubicBezTo>
                    <a:pt x="7539" y="406"/>
                    <a:pt x="7552" y="410"/>
                    <a:pt x="7571" y="414"/>
                  </a:cubicBezTo>
                  <a:cubicBezTo>
                    <a:pt x="7590" y="418"/>
                    <a:pt x="7611" y="420"/>
                    <a:pt x="7635" y="420"/>
                  </a:cubicBezTo>
                  <a:cubicBezTo>
                    <a:pt x="7638" y="420"/>
                    <a:pt x="7641" y="420"/>
                    <a:pt x="7643" y="420"/>
                  </a:cubicBezTo>
                  <a:cubicBezTo>
                    <a:pt x="7646" y="420"/>
                    <a:pt x="7649" y="420"/>
                    <a:pt x="7652" y="420"/>
                  </a:cubicBezTo>
                  <a:cubicBezTo>
                    <a:pt x="7653" y="416"/>
                    <a:pt x="7654" y="412"/>
                    <a:pt x="7655" y="407"/>
                  </a:cubicBezTo>
                  <a:cubicBezTo>
                    <a:pt x="7656" y="403"/>
                    <a:pt x="7657" y="398"/>
                    <a:pt x="7657" y="393"/>
                  </a:cubicBezTo>
                  <a:cubicBezTo>
                    <a:pt x="7656" y="384"/>
                    <a:pt x="7655" y="375"/>
                    <a:pt x="7651" y="366"/>
                  </a:cubicBezTo>
                  <a:cubicBezTo>
                    <a:pt x="7647" y="358"/>
                    <a:pt x="7643" y="348"/>
                    <a:pt x="7637" y="336"/>
                  </a:cubicBezTo>
                  <a:lnTo>
                    <a:pt x="7610" y="276"/>
                  </a:lnTo>
                  <a:cubicBezTo>
                    <a:pt x="7602" y="259"/>
                    <a:pt x="7596" y="241"/>
                    <a:pt x="7591" y="223"/>
                  </a:cubicBezTo>
                  <a:cubicBezTo>
                    <a:pt x="7586" y="205"/>
                    <a:pt x="7584" y="188"/>
                    <a:pt x="7584" y="171"/>
                  </a:cubicBezTo>
                  <a:cubicBezTo>
                    <a:pt x="7585" y="116"/>
                    <a:pt x="7600" y="75"/>
                    <a:pt x="7631" y="48"/>
                  </a:cubicBezTo>
                  <a:cubicBezTo>
                    <a:pt x="7662" y="20"/>
                    <a:pt x="7704" y="7"/>
                    <a:pt x="7756" y="7"/>
                  </a:cubicBezTo>
                  <a:close/>
                  <a:moveTo>
                    <a:pt x="5955" y="7"/>
                  </a:moveTo>
                  <a:cubicBezTo>
                    <a:pt x="6010" y="7"/>
                    <a:pt x="6047" y="21"/>
                    <a:pt x="6069" y="47"/>
                  </a:cubicBezTo>
                  <a:cubicBezTo>
                    <a:pt x="6090" y="73"/>
                    <a:pt x="6100" y="108"/>
                    <a:pt x="6099" y="151"/>
                  </a:cubicBezTo>
                  <a:cubicBezTo>
                    <a:pt x="6099" y="175"/>
                    <a:pt x="6097" y="200"/>
                    <a:pt x="6093" y="227"/>
                  </a:cubicBezTo>
                  <a:cubicBezTo>
                    <a:pt x="6089" y="253"/>
                    <a:pt x="6083" y="281"/>
                    <a:pt x="6077" y="310"/>
                  </a:cubicBezTo>
                  <a:cubicBezTo>
                    <a:pt x="6061" y="395"/>
                    <a:pt x="6036" y="457"/>
                    <a:pt x="6001" y="496"/>
                  </a:cubicBezTo>
                  <a:cubicBezTo>
                    <a:pt x="5965" y="535"/>
                    <a:pt x="5912" y="554"/>
                    <a:pt x="5842" y="554"/>
                  </a:cubicBezTo>
                  <a:cubicBezTo>
                    <a:pt x="5787" y="553"/>
                    <a:pt x="5750" y="540"/>
                    <a:pt x="5728" y="514"/>
                  </a:cubicBezTo>
                  <a:cubicBezTo>
                    <a:pt x="5707" y="487"/>
                    <a:pt x="5697" y="453"/>
                    <a:pt x="5698" y="409"/>
                  </a:cubicBezTo>
                  <a:cubicBezTo>
                    <a:pt x="5698" y="385"/>
                    <a:pt x="5701" y="360"/>
                    <a:pt x="5705" y="334"/>
                  </a:cubicBezTo>
                  <a:cubicBezTo>
                    <a:pt x="5709" y="307"/>
                    <a:pt x="5714" y="280"/>
                    <a:pt x="5721" y="251"/>
                  </a:cubicBezTo>
                  <a:cubicBezTo>
                    <a:pt x="5732" y="194"/>
                    <a:pt x="5746" y="148"/>
                    <a:pt x="5765" y="112"/>
                  </a:cubicBezTo>
                  <a:cubicBezTo>
                    <a:pt x="5783" y="76"/>
                    <a:pt x="5808" y="49"/>
                    <a:pt x="5838" y="32"/>
                  </a:cubicBezTo>
                  <a:cubicBezTo>
                    <a:pt x="5869" y="15"/>
                    <a:pt x="5908" y="7"/>
                    <a:pt x="5955" y="7"/>
                  </a:cubicBezTo>
                  <a:close/>
                  <a:moveTo>
                    <a:pt x="5566" y="7"/>
                  </a:moveTo>
                  <a:cubicBezTo>
                    <a:pt x="5595" y="7"/>
                    <a:pt x="5623" y="9"/>
                    <a:pt x="5649" y="13"/>
                  </a:cubicBezTo>
                  <a:cubicBezTo>
                    <a:pt x="5675" y="17"/>
                    <a:pt x="5694" y="21"/>
                    <a:pt x="5705" y="26"/>
                  </a:cubicBezTo>
                  <a:lnTo>
                    <a:pt x="5673" y="153"/>
                  </a:lnTo>
                  <a:cubicBezTo>
                    <a:pt x="5660" y="149"/>
                    <a:pt x="5644" y="146"/>
                    <a:pt x="5626" y="143"/>
                  </a:cubicBezTo>
                  <a:cubicBezTo>
                    <a:pt x="5608" y="140"/>
                    <a:pt x="5587" y="138"/>
                    <a:pt x="5564" y="138"/>
                  </a:cubicBezTo>
                  <a:cubicBezTo>
                    <a:pt x="5536" y="137"/>
                    <a:pt x="5517" y="144"/>
                    <a:pt x="5505" y="160"/>
                  </a:cubicBezTo>
                  <a:cubicBezTo>
                    <a:pt x="5494" y="176"/>
                    <a:pt x="5483" y="207"/>
                    <a:pt x="5473" y="252"/>
                  </a:cubicBezTo>
                  <a:cubicBezTo>
                    <a:pt x="5469" y="268"/>
                    <a:pt x="5466" y="288"/>
                    <a:pt x="5462" y="309"/>
                  </a:cubicBezTo>
                  <a:cubicBezTo>
                    <a:pt x="5458" y="331"/>
                    <a:pt x="5455" y="353"/>
                    <a:pt x="5453" y="374"/>
                  </a:cubicBezTo>
                  <a:cubicBezTo>
                    <a:pt x="5451" y="395"/>
                    <a:pt x="5449" y="413"/>
                    <a:pt x="5449" y="428"/>
                  </a:cubicBezTo>
                  <a:cubicBezTo>
                    <a:pt x="5452" y="429"/>
                    <a:pt x="5456" y="429"/>
                    <a:pt x="5459" y="429"/>
                  </a:cubicBezTo>
                  <a:cubicBezTo>
                    <a:pt x="5462" y="429"/>
                    <a:pt x="5465" y="429"/>
                    <a:pt x="5469" y="429"/>
                  </a:cubicBezTo>
                  <a:cubicBezTo>
                    <a:pt x="5478" y="429"/>
                    <a:pt x="5487" y="429"/>
                    <a:pt x="5496" y="428"/>
                  </a:cubicBezTo>
                  <a:cubicBezTo>
                    <a:pt x="5505" y="427"/>
                    <a:pt x="5514" y="426"/>
                    <a:pt x="5522" y="424"/>
                  </a:cubicBezTo>
                  <a:lnTo>
                    <a:pt x="5536" y="346"/>
                  </a:lnTo>
                  <a:lnTo>
                    <a:pt x="5495" y="346"/>
                  </a:lnTo>
                  <a:lnTo>
                    <a:pt x="5515" y="235"/>
                  </a:lnTo>
                  <a:lnTo>
                    <a:pt x="5679" y="235"/>
                  </a:lnTo>
                  <a:lnTo>
                    <a:pt x="5625" y="526"/>
                  </a:lnTo>
                  <a:cubicBezTo>
                    <a:pt x="5607" y="534"/>
                    <a:pt x="5581" y="541"/>
                    <a:pt x="5548" y="546"/>
                  </a:cubicBezTo>
                  <a:cubicBezTo>
                    <a:pt x="5515" y="551"/>
                    <a:pt x="5483" y="554"/>
                    <a:pt x="5450" y="554"/>
                  </a:cubicBezTo>
                  <a:cubicBezTo>
                    <a:pt x="5411" y="554"/>
                    <a:pt x="5381" y="548"/>
                    <a:pt x="5360" y="536"/>
                  </a:cubicBezTo>
                  <a:cubicBezTo>
                    <a:pt x="5339" y="524"/>
                    <a:pt x="5325" y="507"/>
                    <a:pt x="5317" y="485"/>
                  </a:cubicBezTo>
                  <a:cubicBezTo>
                    <a:pt x="5309" y="464"/>
                    <a:pt x="5306" y="439"/>
                    <a:pt x="5306" y="410"/>
                  </a:cubicBezTo>
                  <a:cubicBezTo>
                    <a:pt x="5306" y="386"/>
                    <a:pt x="5308" y="361"/>
                    <a:pt x="5312" y="334"/>
                  </a:cubicBezTo>
                  <a:cubicBezTo>
                    <a:pt x="5317" y="307"/>
                    <a:pt x="5322" y="280"/>
                    <a:pt x="5328" y="251"/>
                  </a:cubicBezTo>
                  <a:cubicBezTo>
                    <a:pt x="5344" y="166"/>
                    <a:pt x="5370" y="104"/>
                    <a:pt x="5406" y="65"/>
                  </a:cubicBezTo>
                  <a:cubicBezTo>
                    <a:pt x="5442" y="26"/>
                    <a:pt x="5496" y="6"/>
                    <a:pt x="5566" y="7"/>
                  </a:cubicBezTo>
                  <a:close/>
                  <a:moveTo>
                    <a:pt x="5104" y="7"/>
                  </a:moveTo>
                  <a:cubicBezTo>
                    <a:pt x="5135" y="7"/>
                    <a:pt x="5160" y="9"/>
                    <a:pt x="5179" y="13"/>
                  </a:cubicBezTo>
                  <a:cubicBezTo>
                    <a:pt x="5199" y="17"/>
                    <a:pt x="5213" y="21"/>
                    <a:pt x="5222" y="25"/>
                  </a:cubicBezTo>
                  <a:lnTo>
                    <a:pt x="5192" y="151"/>
                  </a:lnTo>
                  <a:cubicBezTo>
                    <a:pt x="5180" y="147"/>
                    <a:pt x="5168" y="143"/>
                    <a:pt x="5156" y="141"/>
                  </a:cubicBezTo>
                  <a:cubicBezTo>
                    <a:pt x="5145" y="139"/>
                    <a:pt x="5132" y="138"/>
                    <a:pt x="5119" y="138"/>
                  </a:cubicBezTo>
                  <a:cubicBezTo>
                    <a:pt x="5106" y="138"/>
                    <a:pt x="5096" y="140"/>
                    <a:pt x="5089" y="145"/>
                  </a:cubicBezTo>
                  <a:cubicBezTo>
                    <a:pt x="5082" y="150"/>
                    <a:pt x="5079" y="158"/>
                    <a:pt x="5079" y="169"/>
                  </a:cubicBezTo>
                  <a:cubicBezTo>
                    <a:pt x="5079" y="177"/>
                    <a:pt x="5080" y="186"/>
                    <a:pt x="5083" y="194"/>
                  </a:cubicBezTo>
                  <a:cubicBezTo>
                    <a:pt x="5086" y="203"/>
                    <a:pt x="5091" y="215"/>
                    <a:pt x="5097" y="230"/>
                  </a:cubicBezTo>
                  <a:lnTo>
                    <a:pt x="5123" y="291"/>
                  </a:lnTo>
                  <a:cubicBezTo>
                    <a:pt x="5130" y="306"/>
                    <a:pt x="5136" y="323"/>
                    <a:pt x="5142" y="341"/>
                  </a:cubicBezTo>
                  <a:cubicBezTo>
                    <a:pt x="5147" y="359"/>
                    <a:pt x="5151" y="377"/>
                    <a:pt x="5151" y="396"/>
                  </a:cubicBezTo>
                  <a:cubicBezTo>
                    <a:pt x="5150" y="451"/>
                    <a:pt x="5135" y="491"/>
                    <a:pt x="5106" y="516"/>
                  </a:cubicBezTo>
                  <a:cubicBezTo>
                    <a:pt x="5077" y="542"/>
                    <a:pt x="5040" y="554"/>
                    <a:pt x="4993" y="554"/>
                  </a:cubicBezTo>
                  <a:cubicBezTo>
                    <a:pt x="4960" y="553"/>
                    <a:pt x="4933" y="551"/>
                    <a:pt x="4912" y="547"/>
                  </a:cubicBezTo>
                  <a:cubicBezTo>
                    <a:pt x="4891" y="543"/>
                    <a:pt x="4876" y="539"/>
                    <a:pt x="4867" y="535"/>
                  </a:cubicBezTo>
                  <a:lnTo>
                    <a:pt x="4877" y="402"/>
                  </a:lnTo>
                  <a:cubicBezTo>
                    <a:pt x="4887" y="406"/>
                    <a:pt x="4900" y="410"/>
                    <a:pt x="4919" y="414"/>
                  </a:cubicBezTo>
                  <a:cubicBezTo>
                    <a:pt x="4938" y="418"/>
                    <a:pt x="4959" y="420"/>
                    <a:pt x="4983" y="420"/>
                  </a:cubicBezTo>
                  <a:cubicBezTo>
                    <a:pt x="4986" y="420"/>
                    <a:pt x="4989" y="420"/>
                    <a:pt x="4991" y="420"/>
                  </a:cubicBezTo>
                  <a:cubicBezTo>
                    <a:pt x="4994" y="420"/>
                    <a:pt x="4997" y="420"/>
                    <a:pt x="5000" y="420"/>
                  </a:cubicBezTo>
                  <a:cubicBezTo>
                    <a:pt x="5001" y="416"/>
                    <a:pt x="5002" y="412"/>
                    <a:pt x="5003" y="407"/>
                  </a:cubicBezTo>
                  <a:cubicBezTo>
                    <a:pt x="5004" y="403"/>
                    <a:pt x="5005" y="398"/>
                    <a:pt x="5005" y="393"/>
                  </a:cubicBezTo>
                  <a:cubicBezTo>
                    <a:pt x="5004" y="384"/>
                    <a:pt x="5003" y="375"/>
                    <a:pt x="4999" y="366"/>
                  </a:cubicBezTo>
                  <a:cubicBezTo>
                    <a:pt x="4995" y="358"/>
                    <a:pt x="4991" y="348"/>
                    <a:pt x="4985" y="336"/>
                  </a:cubicBezTo>
                  <a:lnTo>
                    <a:pt x="4958" y="276"/>
                  </a:lnTo>
                  <a:cubicBezTo>
                    <a:pt x="4950" y="259"/>
                    <a:pt x="4944" y="241"/>
                    <a:pt x="4939" y="223"/>
                  </a:cubicBezTo>
                  <a:cubicBezTo>
                    <a:pt x="4934" y="205"/>
                    <a:pt x="4932" y="188"/>
                    <a:pt x="4932" y="171"/>
                  </a:cubicBezTo>
                  <a:cubicBezTo>
                    <a:pt x="4933" y="116"/>
                    <a:pt x="4948" y="75"/>
                    <a:pt x="4979" y="48"/>
                  </a:cubicBezTo>
                  <a:cubicBezTo>
                    <a:pt x="5010" y="20"/>
                    <a:pt x="5052" y="7"/>
                    <a:pt x="5104" y="7"/>
                  </a:cubicBezTo>
                  <a:close/>
                  <a:moveTo>
                    <a:pt x="3301" y="7"/>
                  </a:moveTo>
                  <a:cubicBezTo>
                    <a:pt x="3356" y="7"/>
                    <a:pt x="3393" y="21"/>
                    <a:pt x="3415" y="47"/>
                  </a:cubicBezTo>
                  <a:cubicBezTo>
                    <a:pt x="3436" y="73"/>
                    <a:pt x="3446" y="108"/>
                    <a:pt x="3445" y="151"/>
                  </a:cubicBezTo>
                  <a:cubicBezTo>
                    <a:pt x="3445" y="175"/>
                    <a:pt x="3443" y="200"/>
                    <a:pt x="3439" y="227"/>
                  </a:cubicBezTo>
                  <a:cubicBezTo>
                    <a:pt x="3435" y="253"/>
                    <a:pt x="3429" y="281"/>
                    <a:pt x="3423" y="310"/>
                  </a:cubicBezTo>
                  <a:cubicBezTo>
                    <a:pt x="3407" y="395"/>
                    <a:pt x="3382" y="457"/>
                    <a:pt x="3347" y="496"/>
                  </a:cubicBezTo>
                  <a:cubicBezTo>
                    <a:pt x="3311" y="535"/>
                    <a:pt x="3258" y="554"/>
                    <a:pt x="3188" y="554"/>
                  </a:cubicBezTo>
                  <a:cubicBezTo>
                    <a:pt x="3133" y="553"/>
                    <a:pt x="3096" y="540"/>
                    <a:pt x="3074" y="514"/>
                  </a:cubicBezTo>
                  <a:cubicBezTo>
                    <a:pt x="3053" y="487"/>
                    <a:pt x="3043" y="453"/>
                    <a:pt x="3044" y="409"/>
                  </a:cubicBezTo>
                  <a:cubicBezTo>
                    <a:pt x="3044" y="385"/>
                    <a:pt x="3047" y="360"/>
                    <a:pt x="3051" y="334"/>
                  </a:cubicBezTo>
                  <a:cubicBezTo>
                    <a:pt x="3055" y="307"/>
                    <a:pt x="3060" y="280"/>
                    <a:pt x="3067" y="251"/>
                  </a:cubicBezTo>
                  <a:cubicBezTo>
                    <a:pt x="3078" y="194"/>
                    <a:pt x="3092" y="148"/>
                    <a:pt x="3111" y="112"/>
                  </a:cubicBezTo>
                  <a:cubicBezTo>
                    <a:pt x="3129" y="76"/>
                    <a:pt x="3154" y="49"/>
                    <a:pt x="3184" y="32"/>
                  </a:cubicBezTo>
                  <a:cubicBezTo>
                    <a:pt x="3215" y="15"/>
                    <a:pt x="3254" y="7"/>
                    <a:pt x="3301" y="7"/>
                  </a:cubicBezTo>
                  <a:close/>
                  <a:moveTo>
                    <a:pt x="2912" y="7"/>
                  </a:moveTo>
                  <a:cubicBezTo>
                    <a:pt x="2941" y="7"/>
                    <a:pt x="2969" y="9"/>
                    <a:pt x="2995" y="13"/>
                  </a:cubicBezTo>
                  <a:cubicBezTo>
                    <a:pt x="3021" y="17"/>
                    <a:pt x="3040" y="21"/>
                    <a:pt x="3051" y="26"/>
                  </a:cubicBezTo>
                  <a:lnTo>
                    <a:pt x="3019" y="153"/>
                  </a:lnTo>
                  <a:cubicBezTo>
                    <a:pt x="3006" y="149"/>
                    <a:pt x="2990" y="146"/>
                    <a:pt x="2972" y="143"/>
                  </a:cubicBezTo>
                  <a:cubicBezTo>
                    <a:pt x="2954" y="140"/>
                    <a:pt x="2933" y="138"/>
                    <a:pt x="2910" y="138"/>
                  </a:cubicBezTo>
                  <a:cubicBezTo>
                    <a:pt x="2882" y="137"/>
                    <a:pt x="2863" y="144"/>
                    <a:pt x="2851" y="160"/>
                  </a:cubicBezTo>
                  <a:cubicBezTo>
                    <a:pt x="2840" y="176"/>
                    <a:pt x="2829" y="207"/>
                    <a:pt x="2819" y="252"/>
                  </a:cubicBezTo>
                  <a:cubicBezTo>
                    <a:pt x="2815" y="268"/>
                    <a:pt x="2812" y="288"/>
                    <a:pt x="2808" y="309"/>
                  </a:cubicBezTo>
                  <a:cubicBezTo>
                    <a:pt x="2804" y="331"/>
                    <a:pt x="2801" y="353"/>
                    <a:pt x="2799" y="374"/>
                  </a:cubicBezTo>
                  <a:cubicBezTo>
                    <a:pt x="2797" y="395"/>
                    <a:pt x="2795" y="413"/>
                    <a:pt x="2795" y="428"/>
                  </a:cubicBezTo>
                  <a:cubicBezTo>
                    <a:pt x="2798" y="429"/>
                    <a:pt x="2802" y="429"/>
                    <a:pt x="2805" y="429"/>
                  </a:cubicBezTo>
                  <a:cubicBezTo>
                    <a:pt x="2808" y="429"/>
                    <a:pt x="2811" y="429"/>
                    <a:pt x="2815" y="429"/>
                  </a:cubicBezTo>
                  <a:cubicBezTo>
                    <a:pt x="2824" y="429"/>
                    <a:pt x="2833" y="429"/>
                    <a:pt x="2842" y="428"/>
                  </a:cubicBezTo>
                  <a:cubicBezTo>
                    <a:pt x="2851" y="427"/>
                    <a:pt x="2860" y="426"/>
                    <a:pt x="2868" y="424"/>
                  </a:cubicBezTo>
                  <a:lnTo>
                    <a:pt x="2882" y="346"/>
                  </a:lnTo>
                  <a:lnTo>
                    <a:pt x="2841" y="346"/>
                  </a:lnTo>
                  <a:lnTo>
                    <a:pt x="2861" y="235"/>
                  </a:lnTo>
                  <a:lnTo>
                    <a:pt x="3025" y="235"/>
                  </a:lnTo>
                  <a:lnTo>
                    <a:pt x="2971" y="526"/>
                  </a:lnTo>
                  <a:cubicBezTo>
                    <a:pt x="2953" y="534"/>
                    <a:pt x="2927" y="541"/>
                    <a:pt x="2894" y="546"/>
                  </a:cubicBezTo>
                  <a:cubicBezTo>
                    <a:pt x="2861" y="551"/>
                    <a:pt x="2829" y="554"/>
                    <a:pt x="2796" y="554"/>
                  </a:cubicBezTo>
                  <a:cubicBezTo>
                    <a:pt x="2757" y="554"/>
                    <a:pt x="2727" y="548"/>
                    <a:pt x="2706" y="536"/>
                  </a:cubicBezTo>
                  <a:cubicBezTo>
                    <a:pt x="2685" y="524"/>
                    <a:pt x="2671" y="507"/>
                    <a:pt x="2663" y="485"/>
                  </a:cubicBezTo>
                  <a:cubicBezTo>
                    <a:pt x="2655" y="464"/>
                    <a:pt x="2652" y="439"/>
                    <a:pt x="2652" y="410"/>
                  </a:cubicBezTo>
                  <a:cubicBezTo>
                    <a:pt x="2652" y="386"/>
                    <a:pt x="2654" y="361"/>
                    <a:pt x="2658" y="334"/>
                  </a:cubicBezTo>
                  <a:cubicBezTo>
                    <a:pt x="2663" y="307"/>
                    <a:pt x="2668" y="280"/>
                    <a:pt x="2674" y="251"/>
                  </a:cubicBezTo>
                  <a:cubicBezTo>
                    <a:pt x="2690" y="166"/>
                    <a:pt x="2716" y="104"/>
                    <a:pt x="2752" y="65"/>
                  </a:cubicBezTo>
                  <a:cubicBezTo>
                    <a:pt x="2788" y="26"/>
                    <a:pt x="2842" y="6"/>
                    <a:pt x="2912" y="7"/>
                  </a:cubicBezTo>
                  <a:close/>
                  <a:moveTo>
                    <a:pt x="2452" y="7"/>
                  </a:moveTo>
                  <a:cubicBezTo>
                    <a:pt x="2483" y="7"/>
                    <a:pt x="2508" y="9"/>
                    <a:pt x="2527" y="13"/>
                  </a:cubicBezTo>
                  <a:cubicBezTo>
                    <a:pt x="2547" y="17"/>
                    <a:pt x="2561" y="21"/>
                    <a:pt x="2570" y="25"/>
                  </a:cubicBezTo>
                  <a:lnTo>
                    <a:pt x="2540" y="151"/>
                  </a:lnTo>
                  <a:cubicBezTo>
                    <a:pt x="2528" y="147"/>
                    <a:pt x="2516" y="143"/>
                    <a:pt x="2504" y="141"/>
                  </a:cubicBezTo>
                  <a:cubicBezTo>
                    <a:pt x="2493" y="139"/>
                    <a:pt x="2480" y="138"/>
                    <a:pt x="2467" y="138"/>
                  </a:cubicBezTo>
                  <a:cubicBezTo>
                    <a:pt x="2454" y="138"/>
                    <a:pt x="2444" y="140"/>
                    <a:pt x="2437" y="145"/>
                  </a:cubicBezTo>
                  <a:cubicBezTo>
                    <a:pt x="2430" y="150"/>
                    <a:pt x="2427" y="158"/>
                    <a:pt x="2427" y="169"/>
                  </a:cubicBezTo>
                  <a:cubicBezTo>
                    <a:pt x="2427" y="177"/>
                    <a:pt x="2428" y="186"/>
                    <a:pt x="2431" y="194"/>
                  </a:cubicBezTo>
                  <a:cubicBezTo>
                    <a:pt x="2434" y="203"/>
                    <a:pt x="2439" y="215"/>
                    <a:pt x="2445" y="230"/>
                  </a:cubicBezTo>
                  <a:lnTo>
                    <a:pt x="2471" y="291"/>
                  </a:lnTo>
                  <a:cubicBezTo>
                    <a:pt x="2478" y="306"/>
                    <a:pt x="2484" y="323"/>
                    <a:pt x="2490" y="341"/>
                  </a:cubicBezTo>
                  <a:cubicBezTo>
                    <a:pt x="2495" y="359"/>
                    <a:pt x="2499" y="377"/>
                    <a:pt x="2499" y="396"/>
                  </a:cubicBezTo>
                  <a:cubicBezTo>
                    <a:pt x="2498" y="451"/>
                    <a:pt x="2483" y="491"/>
                    <a:pt x="2454" y="516"/>
                  </a:cubicBezTo>
                  <a:cubicBezTo>
                    <a:pt x="2425" y="542"/>
                    <a:pt x="2388" y="554"/>
                    <a:pt x="2341" y="554"/>
                  </a:cubicBezTo>
                  <a:cubicBezTo>
                    <a:pt x="2308" y="553"/>
                    <a:pt x="2281" y="551"/>
                    <a:pt x="2260" y="547"/>
                  </a:cubicBezTo>
                  <a:cubicBezTo>
                    <a:pt x="2239" y="543"/>
                    <a:pt x="2224" y="539"/>
                    <a:pt x="2215" y="535"/>
                  </a:cubicBezTo>
                  <a:lnTo>
                    <a:pt x="2225" y="402"/>
                  </a:lnTo>
                  <a:cubicBezTo>
                    <a:pt x="2235" y="406"/>
                    <a:pt x="2248" y="410"/>
                    <a:pt x="2267" y="414"/>
                  </a:cubicBezTo>
                  <a:cubicBezTo>
                    <a:pt x="2286" y="418"/>
                    <a:pt x="2307" y="420"/>
                    <a:pt x="2331" y="420"/>
                  </a:cubicBezTo>
                  <a:cubicBezTo>
                    <a:pt x="2334" y="420"/>
                    <a:pt x="2337" y="420"/>
                    <a:pt x="2339" y="420"/>
                  </a:cubicBezTo>
                  <a:cubicBezTo>
                    <a:pt x="2342" y="420"/>
                    <a:pt x="2345" y="420"/>
                    <a:pt x="2348" y="420"/>
                  </a:cubicBezTo>
                  <a:cubicBezTo>
                    <a:pt x="2349" y="416"/>
                    <a:pt x="2350" y="412"/>
                    <a:pt x="2351" y="407"/>
                  </a:cubicBezTo>
                  <a:cubicBezTo>
                    <a:pt x="2352" y="403"/>
                    <a:pt x="2353" y="398"/>
                    <a:pt x="2353" y="393"/>
                  </a:cubicBezTo>
                  <a:cubicBezTo>
                    <a:pt x="2352" y="384"/>
                    <a:pt x="2351" y="375"/>
                    <a:pt x="2347" y="366"/>
                  </a:cubicBezTo>
                  <a:cubicBezTo>
                    <a:pt x="2343" y="358"/>
                    <a:pt x="2339" y="348"/>
                    <a:pt x="2333" y="336"/>
                  </a:cubicBezTo>
                  <a:lnTo>
                    <a:pt x="2306" y="276"/>
                  </a:lnTo>
                  <a:cubicBezTo>
                    <a:pt x="2298" y="259"/>
                    <a:pt x="2292" y="241"/>
                    <a:pt x="2287" y="223"/>
                  </a:cubicBezTo>
                  <a:cubicBezTo>
                    <a:pt x="2282" y="205"/>
                    <a:pt x="2280" y="188"/>
                    <a:pt x="2280" y="171"/>
                  </a:cubicBezTo>
                  <a:cubicBezTo>
                    <a:pt x="2281" y="116"/>
                    <a:pt x="2296" y="75"/>
                    <a:pt x="2327" y="48"/>
                  </a:cubicBezTo>
                  <a:cubicBezTo>
                    <a:pt x="2358" y="20"/>
                    <a:pt x="2400" y="7"/>
                    <a:pt x="2452" y="7"/>
                  </a:cubicBezTo>
                  <a:close/>
                  <a:moveTo>
                    <a:pt x="649" y="7"/>
                  </a:moveTo>
                  <a:cubicBezTo>
                    <a:pt x="704" y="7"/>
                    <a:pt x="741" y="21"/>
                    <a:pt x="763" y="47"/>
                  </a:cubicBezTo>
                  <a:cubicBezTo>
                    <a:pt x="784" y="73"/>
                    <a:pt x="794" y="108"/>
                    <a:pt x="793" y="151"/>
                  </a:cubicBezTo>
                  <a:cubicBezTo>
                    <a:pt x="793" y="175"/>
                    <a:pt x="791" y="200"/>
                    <a:pt x="787" y="227"/>
                  </a:cubicBezTo>
                  <a:cubicBezTo>
                    <a:pt x="783" y="253"/>
                    <a:pt x="777" y="281"/>
                    <a:pt x="771" y="310"/>
                  </a:cubicBezTo>
                  <a:cubicBezTo>
                    <a:pt x="755" y="395"/>
                    <a:pt x="730" y="457"/>
                    <a:pt x="695" y="496"/>
                  </a:cubicBezTo>
                  <a:cubicBezTo>
                    <a:pt x="659" y="535"/>
                    <a:pt x="606" y="554"/>
                    <a:pt x="536" y="554"/>
                  </a:cubicBezTo>
                  <a:cubicBezTo>
                    <a:pt x="481" y="553"/>
                    <a:pt x="444" y="540"/>
                    <a:pt x="422" y="514"/>
                  </a:cubicBezTo>
                  <a:cubicBezTo>
                    <a:pt x="401" y="487"/>
                    <a:pt x="391" y="453"/>
                    <a:pt x="392" y="409"/>
                  </a:cubicBezTo>
                  <a:cubicBezTo>
                    <a:pt x="392" y="385"/>
                    <a:pt x="395" y="360"/>
                    <a:pt x="399" y="334"/>
                  </a:cubicBezTo>
                  <a:cubicBezTo>
                    <a:pt x="403" y="307"/>
                    <a:pt x="408" y="280"/>
                    <a:pt x="415" y="251"/>
                  </a:cubicBezTo>
                  <a:cubicBezTo>
                    <a:pt x="426" y="194"/>
                    <a:pt x="440" y="148"/>
                    <a:pt x="459" y="112"/>
                  </a:cubicBezTo>
                  <a:cubicBezTo>
                    <a:pt x="477" y="76"/>
                    <a:pt x="502" y="49"/>
                    <a:pt x="532" y="32"/>
                  </a:cubicBezTo>
                  <a:cubicBezTo>
                    <a:pt x="563" y="15"/>
                    <a:pt x="602" y="7"/>
                    <a:pt x="649" y="7"/>
                  </a:cubicBezTo>
                  <a:close/>
                  <a:moveTo>
                    <a:pt x="260" y="7"/>
                  </a:moveTo>
                  <a:cubicBezTo>
                    <a:pt x="289" y="7"/>
                    <a:pt x="317" y="9"/>
                    <a:pt x="343" y="13"/>
                  </a:cubicBezTo>
                  <a:cubicBezTo>
                    <a:pt x="369" y="17"/>
                    <a:pt x="388" y="21"/>
                    <a:pt x="399" y="26"/>
                  </a:cubicBezTo>
                  <a:lnTo>
                    <a:pt x="367" y="153"/>
                  </a:lnTo>
                  <a:cubicBezTo>
                    <a:pt x="354" y="149"/>
                    <a:pt x="338" y="146"/>
                    <a:pt x="320" y="143"/>
                  </a:cubicBezTo>
                  <a:cubicBezTo>
                    <a:pt x="302" y="140"/>
                    <a:pt x="281" y="138"/>
                    <a:pt x="258" y="138"/>
                  </a:cubicBezTo>
                  <a:cubicBezTo>
                    <a:pt x="230" y="137"/>
                    <a:pt x="211" y="144"/>
                    <a:pt x="199" y="160"/>
                  </a:cubicBezTo>
                  <a:cubicBezTo>
                    <a:pt x="188" y="176"/>
                    <a:pt x="177" y="207"/>
                    <a:pt x="167" y="252"/>
                  </a:cubicBezTo>
                  <a:cubicBezTo>
                    <a:pt x="163" y="268"/>
                    <a:pt x="160" y="288"/>
                    <a:pt x="156" y="309"/>
                  </a:cubicBezTo>
                  <a:cubicBezTo>
                    <a:pt x="152" y="331"/>
                    <a:pt x="149" y="353"/>
                    <a:pt x="147" y="374"/>
                  </a:cubicBezTo>
                  <a:cubicBezTo>
                    <a:pt x="145" y="395"/>
                    <a:pt x="143" y="413"/>
                    <a:pt x="143" y="428"/>
                  </a:cubicBezTo>
                  <a:cubicBezTo>
                    <a:pt x="146" y="429"/>
                    <a:pt x="150" y="429"/>
                    <a:pt x="153" y="429"/>
                  </a:cubicBezTo>
                  <a:cubicBezTo>
                    <a:pt x="156" y="429"/>
                    <a:pt x="159" y="429"/>
                    <a:pt x="163" y="429"/>
                  </a:cubicBezTo>
                  <a:cubicBezTo>
                    <a:pt x="172" y="429"/>
                    <a:pt x="181" y="429"/>
                    <a:pt x="190" y="428"/>
                  </a:cubicBezTo>
                  <a:cubicBezTo>
                    <a:pt x="199" y="427"/>
                    <a:pt x="208" y="426"/>
                    <a:pt x="216" y="424"/>
                  </a:cubicBezTo>
                  <a:lnTo>
                    <a:pt x="230" y="346"/>
                  </a:lnTo>
                  <a:lnTo>
                    <a:pt x="189" y="346"/>
                  </a:lnTo>
                  <a:lnTo>
                    <a:pt x="209" y="235"/>
                  </a:lnTo>
                  <a:lnTo>
                    <a:pt x="373" y="235"/>
                  </a:lnTo>
                  <a:lnTo>
                    <a:pt x="319" y="526"/>
                  </a:lnTo>
                  <a:cubicBezTo>
                    <a:pt x="301" y="534"/>
                    <a:pt x="275" y="541"/>
                    <a:pt x="242" y="546"/>
                  </a:cubicBezTo>
                  <a:cubicBezTo>
                    <a:pt x="209" y="551"/>
                    <a:pt x="177" y="554"/>
                    <a:pt x="144" y="554"/>
                  </a:cubicBezTo>
                  <a:cubicBezTo>
                    <a:pt x="105" y="554"/>
                    <a:pt x="75" y="548"/>
                    <a:pt x="54" y="536"/>
                  </a:cubicBezTo>
                  <a:cubicBezTo>
                    <a:pt x="33" y="524"/>
                    <a:pt x="19" y="507"/>
                    <a:pt x="11" y="485"/>
                  </a:cubicBezTo>
                  <a:cubicBezTo>
                    <a:pt x="3" y="464"/>
                    <a:pt x="0" y="439"/>
                    <a:pt x="0" y="410"/>
                  </a:cubicBezTo>
                  <a:cubicBezTo>
                    <a:pt x="0" y="386"/>
                    <a:pt x="2" y="361"/>
                    <a:pt x="6" y="334"/>
                  </a:cubicBezTo>
                  <a:cubicBezTo>
                    <a:pt x="11" y="307"/>
                    <a:pt x="16" y="280"/>
                    <a:pt x="22" y="251"/>
                  </a:cubicBezTo>
                  <a:cubicBezTo>
                    <a:pt x="38" y="166"/>
                    <a:pt x="64" y="104"/>
                    <a:pt x="100" y="65"/>
                  </a:cubicBezTo>
                  <a:cubicBezTo>
                    <a:pt x="136" y="26"/>
                    <a:pt x="190" y="6"/>
                    <a:pt x="260" y="7"/>
                  </a:cubicBezTo>
                  <a:close/>
                  <a:moveTo>
                    <a:pt x="16953" y="0"/>
                  </a:moveTo>
                  <a:lnTo>
                    <a:pt x="16863" y="374"/>
                  </a:lnTo>
                  <a:lnTo>
                    <a:pt x="16744" y="374"/>
                  </a:lnTo>
                  <a:lnTo>
                    <a:pt x="16796" y="16"/>
                  </a:lnTo>
                  <a:lnTo>
                    <a:pt x="16953" y="0"/>
                  </a:lnTo>
                  <a:close/>
                  <a:moveTo>
                    <a:pt x="14299" y="0"/>
                  </a:moveTo>
                  <a:lnTo>
                    <a:pt x="14209" y="374"/>
                  </a:lnTo>
                  <a:lnTo>
                    <a:pt x="14090" y="374"/>
                  </a:lnTo>
                  <a:lnTo>
                    <a:pt x="14142" y="16"/>
                  </a:lnTo>
                  <a:lnTo>
                    <a:pt x="14299" y="0"/>
                  </a:lnTo>
                  <a:close/>
                  <a:moveTo>
                    <a:pt x="11647" y="0"/>
                  </a:moveTo>
                  <a:lnTo>
                    <a:pt x="11557" y="374"/>
                  </a:lnTo>
                  <a:lnTo>
                    <a:pt x="11438" y="374"/>
                  </a:lnTo>
                  <a:lnTo>
                    <a:pt x="11490" y="16"/>
                  </a:lnTo>
                  <a:lnTo>
                    <a:pt x="11647" y="0"/>
                  </a:lnTo>
                  <a:close/>
                  <a:moveTo>
                    <a:pt x="8993" y="0"/>
                  </a:moveTo>
                  <a:lnTo>
                    <a:pt x="8903" y="374"/>
                  </a:lnTo>
                  <a:lnTo>
                    <a:pt x="8784" y="374"/>
                  </a:lnTo>
                  <a:lnTo>
                    <a:pt x="8836" y="16"/>
                  </a:lnTo>
                  <a:lnTo>
                    <a:pt x="8993" y="0"/>
                  </a:lnTo>
                  <a:close/>
                  <a:moveTo>
                    <a:pt x="6341" y="0"/>
                  </a:moveTo>
                  <a:lnTo>
                    <a:pt x="6251" y="374"/>
                  </a:lnTo>
                  <a:lnTo>
                    <a:pt x="6132" y="374"/>
                  </a:lnTo>
                  <a:lnTo>
                    <a:pt x="6184" y="16"/>
                  </a:lnTo>
                  <a:lnTo>
                    <a:pt x="6341" y="0"/>
                  </a:lnTo>
                  <a:close/>
                  <a:moveTo>
                    <a:pt x="3687" y="0"/>
                  </a:moveTo>
                  <a:lnTo>
                    <a:pt x="3597" y="374"/>
                  </a:lnTo>
                  <a:lnTo>
                    <a:pt x="3478" y="374"/>
                  </a:lnTo>
                  <a:lnTo>
                    <a:pt x="3530" y="16"/>
                  </a:lnTo>
                  <a:lnTo>
                    <a:pt x="3687" y="0"/>
                  </a:lnTo>
                  <a:close/>
                  <a:moveTo>
                    <a:pt x="1035" y="0"/>
                  </a:moveTo>
                  <a:lnTo>
                    <a:pt x="945" y="374"/>
                  </a:lnTo>
                  <a:lnTo>
                    <a:pt x="826" y="374"/>
                  </a:lnTo>
                  <a:lnTo>
                    <a:pt x="878" y="16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0BCD377F-9B95-B0D0-FD53-E281044E87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31" y="2373337"/>
              <a:ext cx="12802442" cy="408031"/>
            </a:xfrm>
            <a:custGeom>
              <a:avLst/>
              <a:gdLst>
                <a:gd name="T0" fmla="*/ 10293 w 17383"/>
                <a:gd name="T1" fmla="*/ 544 h 554"/>
                <a:gd name="T2" fmla="*/ 2472 w 17383"/>
                <a:gd name="T3" fmla="*/ 544 h 554"/>
                <a:gd name="T4" fmla="*/ 15455 w 17383"/>
                <a:gd name="T5" fmla="*/ 132 h 554"/>
                <a:gd name="T6" fmla="*/ 12792 w 17383"/>
                <a:gd name="T7" fmla="*/ 131 h 554"/>
                <a:gd name="T8" fmla="*/ 7486 w 17383"/>
                <a:gd name="T9" fmla="*/ 131 h 554"/>
                <a:gd name="T10" fmla="*/ 4790 w 17383"/>
                <a:gd name="T11" fmla="*/ 157 h 554"/>
                <a:gd name="T12" fmla="*/ 2109 w 17383"/>
                <a:gd name="T13" fmla="*/ 251 h 554"/>
                <a:gd name="T14" fmla="*/ 17006 w 17383"/>
                <a:gd name="T15" fmla="*/ 211 h 554"/>
                <a:gd name="T16" fmla="*/ 16545 w 17383"/>
                <a:gd name="T17" fmla="*/ 145 h 554"/>
                <a:gd name="T18" fmla="*/ 16195 w 17383"/>
                <a:gd name="T19" fmla="*/ 414 h 554"/>
                <a:gd name="T20" fmla="*/ 14088 w 17383"/>
                <a:gd name="T21" fmla="*/ 544 h 554"/>
                <a:gd name="T22" fmla="*/ 13859 w 17383"/>
                <a:gd name="T23" fmla="*/ 414 h 554"/>
                <a:gd name="T24" fmla="*/ 11700 w 17383"/>
                <a:gd name="T25" fmla="*/ 211 h 554"/>
                <a:gd name="T26" fmla="*/ 11239 w 17383"/>
                <a:gd name="T27" fmla="*/ 145 h 554"/>
                <a:gd name="T28" fmla="*/ 10889 w 17383"/>
                <a:gd name="T29" fmla="*/ 414 h 554"/>
                <a:gd name="T30" fmla="*/ 8782 w 17383"/>
                <a:gd name="T31" fmla="*/ 544 h 554"/>
                <a:gd name="T32" fmla="*/ 8553 w 17383"/>
                <a:gd name="T33" fmla="*/ 414 h 554"/>
                <a:gd name="T34" fmla="*/ 6394 w 17383"/>
                <a:gd name="T35" fmla="*/ 211 h 554"/>
                <a:gd name="T36" fmla="*/ 5933 w 17383"/>
                <a:gd name="T37" fmla="*/ 145 h 554"/>
                <a:gd name="T38" fmla="*/ 5583 w 17383"/>
                <a:gd name="T39" fmla="*/ 414 h 554"/>
                <a:gd name="T40" fmla="*/ 3476 w 17383"/>
                <a:gd name="T41" fmla="*/ 544 h 554"/>
                <a:gd name="T42" fmla="*/ 3247 w 17383"/>
                <a:gd name="T43" fmla="*/ 414 h 554"/>
                <a:gd name="T44" fmla="*/ 1088 w 17383"/>
                <a:gd name="T45" fmla="*/ 211 h 554"/>
                <a:gd name="T46" fmla="*/ 627 w 17383"/>
                <a:gd name="T47" fmla="*/ 145 h 554"/>
                <a:gd name="T48" fmla="*/ 277 w 17383"/>
                <a:gd name="T49" fmla="*/ 414 h 554"/>
                <a:gd name="T50" fmla="*/ 17284 w 17383"/>
                <a:gd name="T51" fmla="*/ 291 h 554"/>
                <a:gd name="T52" fmla="*/ 17160 w 17383"/>
                <a:gd name="T53" fmla="*/ 366 h 554"/>
                <a:gd name="T54" fmla="*/ 15235 w 17383"/>
                <a:gd name="T55" fmla="*/ 514 h 554"/>
                <a:gd name="T56" fmla="*/ 14980 w 17383"/>
                <a:gd name="T57" fmla="*/ 252 h 554"/>
                <a:gd name="T58" fmla="*/ 14957 w 17383"/>
                <a:gd name="T59" fmla="*/ 554 h 554"/>
                <a:gd name="T60" fmla="*/ 14596 w 17383"/>
                <a:gd name="T61" fmla="*/ 145 h 554"/>
                <a:gd name="T62" fmla="*/ 14498 w 17383"/>
                <a:gd name="T63" fmla="*/ 420 h 554"/>
                <a:gd name="T64" fmla="*/ 12948 w 17383"/>
                <a:gd name="T65" fmla="*/ 227 h 554"/>
                <a:gd name="T66" fmla="*/ 12528 w 17383"/>
                <a:gd name="T67" fmla="*/ 153 h 554"/>
                <a:gd name="T68" fmla="*/ 12370 w 17383"/>
                <a:gd name="T69" fmla="*/ 235 h 554"/>
                <a:gd name="T70" fmla="*/ 12077 w 17383"/>
                <a:gd name="T71" fmla="*/ 25 h 554"/>
                <a:gd name="T72" fmla="*/ 11722 w 17383"/>
                <a:gd name="T73" fmla="*/ 535 h 554"/>
                <a:gd name="T74" fmla="*/ 11959 w 17383"/>
                <a:gd name="T75" fmla="*/ 7 h 554"/>
                <a:gd name="T76" fmla="*/ 10156 w 17383"/>
                <a:gd name="T77" fmla="*/ 7 h 554"/>
                <a:gd name="T78" fmla="*/ 9697 w 17383"/>
                <a:gd name="T79" fmla="*/ 428 h 554"/>
                <a:gd name="T80" fmla="*/ 9607 w 17383"/>
                <a:gd name="T81" fmla="*/ 65 h 554"/>
                <a:gd name="T82" fmla="*/ 9352 w 17383"/>
                <a:gd name="T83" fmla="*/ 396 h 554"/>
                <a:gd name="T84" fmla="*/ 9159 w 17383"/>
                <a:gd name="T85" fmla="*/ 276 h 554"/>
                <a:gd name="T86" fmla="*/ 7254 w 17383"/>
                <a:gd name="T87" fmla="*/ 334 h 554"/>
                <a:gd name="T88" fmla="*/ 7002 w 17383"/>
                <a:gd name="T89" fmla="*/ 374 h 554"/>
                <a:gd name="T90" fmla="*/ 6866 w 17383"/>
                <a:gd name="T91" fmla="*/ 485 h 554"/>
                <a:gd name="T92" fmla="*/ 6632 w 17383"/>
                <a:gd name="T93" fmla="*/ 194 h 554"/>
                <a:gd name="T94" fmla="*/ 6552 w 17383"/>
                <a:gd name="T95" fmla="*/ 407 h 554"/>
                <a:gd name="T96" fmla="*/ 4896 w 17383"/>
                <a:gd name="T97" fmla="*/ 496 h 554"/>
                <a:gd name="T98" fmla="*/ 4459 w 17383"/>
                <a:gd name="T99" fmla="*/ 138 h 554"/>
                <a:gd name="T100" fmla="*/ 4520 w 17383"/>
                <a:gd name="T101" fmla="*/ 526 h 554"/>
                <a:gd name="T102" fmla="*/ 4051 w 17383"/>
                <a:gd name="T103" fmla="*/ 141 h 554"/>
                <a:gd name="T104" fmla="*/ 3814 w 17383"/>
                <a:gd name="T105" fmla="*/ 414 h 554"/>
                <a:gd name="T106" fmla="*/ 2312 w 17383"/>
                <a:gd name="T107" fmla="*/ 47 h 554"/>
                <a:gd name="T108" fmla="*/ 1892 w 17383"/>
                <a:gd name="T109" fmla="*/ 13 h 554"/>
                <a:gd name="T110" fmla="*/ 1779 w 17383"/>
                <a:gd name="T111" fmla="*/ 346 h 554"/>
                <a:gd name="T112" fmla="*/ 1347 w 17383"/>
                <a:gd name="T113" fmla="*/ 7 h 554"/>
                <a:gd name="T114" fmla="*/ 1236 w 17383"/>
                <a:gd name="T115" fmla="*/ 554 h 554"/>
                <a:gd name="T116" fmla="*/ 1175 w 17383"/>
                <a:gd name="T117" fmla="*/ 171 h 554"/>
                <a:gd name="T118" fmla="*/ 10452 w 17383"/>
                <a:gd name="T119" fmla="*/ 374 h 554"/>
                <a:gd name="T120" fmla="*/ 2584 w 1738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83" h="554">
                  <a:moveTo>
                    <a:pt x="15623" y="419"/>
                  </a:moveTo>
                  <a:lnTo>
                    <a:pt x="15759" y="419"/>
                  </a:lnTo>
                  <a:lnTo>
                    <a:pt x="15736" y="544"/>
                  </a:lnTo>
                  <a:lnTo>
                    <a:pt x="15599" y="544"/>
                  </a:lnTo>
                  <a:lnTo>
                    <a:pt x="15623" y="419"/>
                  </a:lnTo>
                  <a:close/>
                  <a:moveTo>
                    <a:pt x="12971" y="419"/>
                  </a:moveTo>
                  <a:lnTo>
                    <a:pt x="13107" y="419"/>
                  </a:lnTo>
                  <a:lnTo>
                    <a:pt x="13084" y="544"/>
                  </a:lnTo>
                  <a:lnTo>
                    <a:pt x="12947" y="544"/>
                  </a:lnTo>
                  <a:lnTo>
                    <a:pt x="12971" y="419"/>
                  </a:lnTo>
                  <a:close/>
                  <a:moveTo>
                    <a:pt x="10317" y="419"/>
                  </a:moveTo>
                  <a:lnTo>
                    <a:pt x="10453" y="419"/>
                  </a:lnTo>
                  <a:lnTo>
                    <a:pt x="10430" y="544"/>
                  </a:lnTo>
                  <a:lnTo>
                    <a:pt x="10293" y="544"/>
                  </a:lnTo>
                  <a:lnTo>
                    <a:pt x="10317" y="419"/>
                  </a:lnTo>
                  <a:close/>
                  <a:moveTo>
                    <a:pt x="7665" y="419"/>
                  </a:moveTo>
                  <a:lnTo>
                    <a:pt x="7801" y="419"/>
                  </a:lnTo>
                  <a:lnTo>
                    <a:pt x="7778" y="544"/>
                  </a:lnTo>
                  <a:lnTo>
                    <a:pt x="7641" y="544"/>
                  </a:lnTo>
                  <a:lnTo>
                    <a:pt x="7665" y="419"/>
                  </a:lnTo>
                  <a:close/>
                  <a:moveTo>
                    <a:pt x="5011" y="419"/>
                  </a:moveTo>
                  <a:lnTo>
                    <a:pt x="5147" y="419"/>
                  </a:lnTo>
                  <a:lnTo>
                    <a:pt x="5124" y="544"/>
                  </a:lnTo>
                  <a:lnTo>
                    <a:pt x="4987" y="544"/>
                  </a:lnTo>
                  <a:lnTo>
                    <a:pt x="5011" y="419"/>
                  </a:lnTo>
                  <a:close/>
                  <a:moveTo>
                    <a:pt x="2359" y="419"/>
                  </a:moveTo>
                  <a:lnTo>
                    <a:pt x="2495" y="419"/>
                  </a:lnTo>
                  <a:lnTo>
                    <a:pt x="2472" y="544"/>
                  </a:lnTo>
                  <a:lnTo>
                    <a:pt x="2335" y="544"/>
                  </a:lnTo>
                  <a:lnTo>
                    <a:pt x="2359" y="419"/>
                  </a:lnTo>
                  <a:close/>
                  <a:moveTo>
                    <a:pt x="15444" y="131"/>
                  </a:moveTo>
                  <a:cubicBezTo>
                    <a:pt x="15426" y="131"/>
                    <a:pt x="15412" y="139"/>
                    <a:pt x="15402" y="157"/>
                  </a:cubicBezTo>
                  <a:cubicBezTo>
                    <a:pt x="15393" y="175"/>
                    <a:pt x="15383" y="206"/>
                    <a:pt x="15373" y="251"/>
                  </a:cubicBezTo>
                  <a:cubicBezTo>
                    <a:pt x="15367" y="277"/>
                    <a:pt x="15361" y="305"/>
                    <a:pt x="15356" y="336"/>
                  </a:cubicBezTo>
                  <a:cubicBezTo>
                    <a:pt x="15350" y="367"/>
                    <a:pt x="15347" y="398"/>
                    <a:pt x="15345" y="428"/>
                  </a:cubicBezTo>
                  <a:cubicBezTo>
                    <a:pt x="15349" y="428"/>
                    <a:pt x="15352" y="428"/>
                    <a:pt x="15356" y="428"/>
                  </a:cubicBezTo>
                  <a:cubicBezTo>
                    <a:pt x="15360" y="428"/>
                    <a:pt x="15363" y="428"/>
                    <a:pt x="15367" y="428"/>
                  </a:cubicBezTo>
                  <a:cubicBezTo>
                    <a:pt x="15385" y="429"/>
                    <a:pt x="15400" y="421"/>
                    <a:pt x="15409" y="403"/>
                  </a:cubicBezTo>
                  <a:cubicBezTo>
                    <a:pt x="15418" y="386"/>
                    <a:pt x="15428" y="354"/>
                    <a:pt x="15438" y="309"/>
                  </a:cubicBezTo>
                  <a:cubicBezTo>
                    <a:pt x="15444" y="284"/>
                    <a:pt x="15450" y="255"/>
                    <a:pt x="15455" y="224"/>
                  </a:cubicBezTo>
                  <a:cubicBezTo>
                    <a:pt x="15460" y="193"/>
                    <a:pt x="15463" y="162"/>
                    <a:pt x="15465" y="132"/>
                  </a:cubicBezTo>
                  <a:cubicBezTo>
                    <a:pt x="15462" y="132"/>
                    <a:pt x="15459" y="132"/>
                    <a:pt x="15455" y="132"/>
                  </a:cubicBezTo>
                  <a:cubicBezTo>
                    <a:pt x="15452" y="131"/>
                    <a:pt x="15448" y="131"/>
                    <a:pt x="15444" y="131"/>
                  </a:cubicBezTo>
                  <a:close/>
                  <a:moveTo>
                    <a:pt x="12792" y="131"/>
                  </a:moveTo>
                  <a:cubicBezTo>
                    <a:pt x="12774" y="131"/>
                    <a:pt x="12760" y="139"/>
                    <a:pt x="12750" y="157"/>
                  </a:cubicBezTo>
                  <a:cubicBezTo>
                    <a:pt x="12741" y="175"/>
                    <a:pt x="12731" y="206"/>
                    <a:pt x="12721" y="251"/>
                  </a:cubicBezTo>
                  <a:cubicBezTo>
                    <a:pt x="12715" y="277"/>
                    <a:pt x="12709" y="305"/>
                    <a:pt x="12704" y="336"/>
                  </a:cubicBezTo>
                  <a:cubicBezTo>
                    <a:pt x="12698" y="367"/>
                    <a:pt x="12695" y="398"/>
                    <a:pt x="12693" y="428"/>
                  </a:cubicBezTo>
                  <a:cubicBezTo>
                    <a:pt x="12697" y="428"/>
                    <a:pt x="12700" y="428"/>
                    <a:pt x="12704" y="428"/>
                  </a:cubicBezTo>
                  <a:cubicBezTo>
                    <a:pt x="12708" y="428"/>
                    <a:pt x="12711" y="428"/>
                    <a:pt x="12715" y="428"/>
                  </a:cubicBezTo>
                  <a:cubicBezTo>
                    <a:pt x="12733" y="429"/>
                    <a:pt x="12748" y="421"/>
                    <a:pt x="12757" y="403"/>
                  </a:cubicBezTo>
                  <a:cubicBezTo>
                    <a:pt x="12766" y="386"/>
                    <a:pt x="12776" y="354"/>
                    <a:pt x="12786" y="309"/>
                  </a:cubicBezTo>
                  <a:cubicBezTo>
                    <a:pt x="12792" y="284"/>
                    <a:pt x="12798" y="255"/>
                    <a:pt x="12803" y="224"/>
                  </a:cubicBezTo>
                  <a:cubicBezTo>
                    <a:pt x="12808" y="193"/>
                    <a:pt x="12811" y="162"/>
                    <a:pt x="12813" y="132"/>
                  </a:cubicBezTo>
                  <a:cubicBezTo>
                    <a:pt x="12810" y="132"/>
                    <a:pt x="12807" y="132"/>
                    <a:pt x="12803" y="132"/>
                  </a:cubicBezTo>
                  <a:cubicBezTo>
                    <a:pt x="12800" y="131"/>
                    <a:pt x="12796" y="131"/>
                    <a:pt x="12792" y="131"/>
                  </a:cubicBezTo>
                  <a:close/>
                  <a:moveTo>
                    <a:pt x="10138" y="131"/>
                  </a:moveTo>
                  <a:cubicBezTo>
                    <a:pt x="10120" y="131"/>
                    <a:pt x="10106" y="139"/>
                    <a:pt x="10096" y="157"/>
                  </a:cubicBezTo>
                  <a:cubicBezTo>
                    <a:pt x="10087" y="175"/>
                    <a:pt x="10077" y="206"/>
                    <a:pt x="10067" y="251"/>
                  </a:cubicBezTo>
                  <a:cubicBezTo>
                    <a:pt x="10061" y="277"/>
                    <a:pt x="10055" y="305"/>
                    <a:pt x="10050" y="336"/>
                  </a:cubicBezTo>
                  <a:cubicBezTo>
                    <a:pt x="10044" y="367"/>
                    <a:pt x="10041" y="398"/>
                    <a:pt x="10039" y="428"/>
                  </a:cubicBezTo>
                  <a:cubicBezTo>
                    <a:pt x="10043" y="428"/>
                    <a:pt x="10046" y="428"/>
                    <a:pt x="10050" y="428"/>
                  </a:cubicBezTo>
                  <a:cubicBezTo>
                    <a:pt x="10054" y="428"/>
                    <a:pt x="10057" y="428"/>
                    <a:pt x="10061" y="428"/>
                  </a:cubicBezTo>
                  <a:cubicBezTo>
                    <a:pt x="10079" y="429"/>
                    <a:pt x="10094" y="421"/>
                    <a:pt x="10103" y="403"/>
                  </a:cubicBezTo>
                  <a:cubicBezTo>
                    <a:pt x="10112" y="386"/>
                    <a:pt x="10122" y="354"/>
                    <a:pt x="10132" y="309"/>
                  </a:cubicBezTo>
                  <a:cubicBezTo>
                    <a:pt x="10138" y="284"/>
                    <a:pt x="10144" y="255"/>
                    <a:pt x="10149" y="224"/>
                  </a:cubicBezTo>
                  <a:cubicBezTo>
                    <a:pt x="10154" y="193"/>
                    <a:pt x="10157" y="162"/>
                    <a:pt x="10159" y="132"/>
                  </a:cubicBezTo>
                  <a:cubicBezTo>
                    <a:pt x="10156" y="132"/>
                    <a:pt x="10153" y="132"/>
                    <a:pt x="10149" y="132"/>
                  </a:cubicBezTo>
                  <a:cubicBezTo>
                    <a:pt x="10146" y="131"/>
                    <a:pt x="10142" y="131"/>
                    <a:pt x="10138" y="131"/>
                  </a:cubicBezTo>
                  <a:close/>
                  <a:moveTo>
                    <a:pt x="7486" y="131"/>
                  </a:moveTo>
                  <a:cubicBezTo>
                    <a:pt x="7468" y="131"/>
                    <a:pt x="7454" y="139"/>
                    <a:pt x="7444" y="157"/>
                  </a:cubicBezTo>
                  <a:cubicBezTo>
                    <a:pt x="7435" y="175"/>
                    <a:pt x="7425" y="206"/>
                    <a:pt x="7415" y="251"/>
                  </a:cubicBezTo>
                  <a:cubicBezTo>
                    <a:pt x="7409" y="277"/>
                    <a:pt x="7403" y="305"/>
                    <a:pt x="7398" y="336"/>
                  </a:cubicBezTo>
                  <a:cubicBezTo>
                    <a:pt x="7392" y="367"/>
                    <a:pt x="7389" y="398"/>
                    <a:pt x="7387" y="428"/>
                  </a:cubicBezTo>
                  <a:cubicBezTo>
                    <a:pt x="7391" y="428"/>
                    <a:pt x="7394" y="428"/>
                    <a:pt x="7398" y="428"/>
                  </a:cubicBezTo>
                  <a:cubicBezTo>
                    <a:pt x="7402" y="428"/>
                    <a:pt x="7405" y="428"/>
                    <a:pt x="7409" y="428"/>
                  </a:cubicBezTo>
                  <a:cubicBezTo>
                    <a:pt x="7427" y="429"/>
                    <a:pt x="7442" y="421"/>
                    <a:pt x="7451" y="403"/>
                  </a:cubicBezTo>
                  <a:cubicBezTo>
                    <a:pt x="7460" y="386"/>
                    <a:pt x="7470" y="354"/>
                    <a:pt x="7480" y="309"/>
                  </a:cubicBezTo>
                  <a:cubicBezTo>
                    <a:pt x="7486" y="284"/>
                    <a:pt x="7492" y="255"/>
                    <a:pt x="7497" y="224"/>
                  </a:cubicBezTo>
                  <a:cubicBezTo>
                    <a:pt x="7502" y="193"/>
                    <a:pt x="7505" y="162"/>
                    <a:pt x="7507" y="132"/>
                  </a:cubicBezTo>
                  <a:cubicBezTo>
                    <a:pt x="7504" y="132"/>
                    <a:pt x="7501" y="132"/>
                    <a:pt x="7497" y="132"/>
                  </a:cubicBezTo>
                  <a:cubicBezTo>
                    <a:pt x="7494" y="131"/>
                    <a:pt x="7490" y="131"/>
                    <a:pt x="7486" y="131"/>
                  </a:cubicBezTo>
                  <a:close/>
                  <a:moveTo>
                    <a:pt x="4832" y="131"/>
                  </a:moveTo>
                  <a:cubicBezTo>
                    <a:pt x="4814" y="131"/>
                    <a:pt x="4800" y="139"/>
                    <a:pt x="4790" y="157"/>
                  </a:cubicBezTo>
                  <a:cubicBezTo>
                    <a:pt x="4781" y="175"/>
                    <a:pt x="4771" y="206"/>
                    <a:pt x="4761" y="251"/>
                  </a:cubicBezTo>
                  <a:cubicBezTo>
                    <a:pt x="4755" y="277"/>
                    <a:pt x="4749" y="305"/>
                    <a:pt x="4744" y="336"/>
                  </a:cubicBezTo>
                  <a:cubicBezTo>
                    <a:pt x="4738" y="367"/>
                    <a:pt x="4735" y="398"/>
                    <a:pt x="4733" y="428"/>
                  </a:cubicBezTo>
                  <a:cubicBezTo>
                    <a:pt x="4737" y="428"/>
                    <a:pt x="4740" y="428"/>
                    <a:pt x="4744" y="428"/>
                  </a:cubicBezTo>
                  <a:cubicBezTo>
                    <a:pt x="4748" y="428"/>
                    <a:pt x="4751" y="428"/>
                    <a:pt x="4755" y="428"/>
                  </a:cubicBezTo>
                  <a:cubicBezTo>
                    <a:pt x="4773" y="429"/>
                    <a:pt x="4788" y="421"/>
                    <a:pt x="4797" y="403"/>
                  </a:cubicBezTo>
                  <a:cubicBezTo>
                    <a:pt x="4806" y="386"/>
                    <a:pt x="4816" y="354"/>
                    <a:pt x="4826" y="309"/>
                  </a:cubicBezTo>
                  <a:cubicBezTo>
                    <a:pt x="4832" y="284"/>
                    <a:pt x="4838" y="255"/>
                    <a:pt x="4843" y="224"/>
                  </a:cubicBezTo>
                  <a:cubicBezTo>
                    <a:pt x="4848" y="193"/>
                    <a:pt x="4851" y="162"/>
                    <a:pt x="4853" y="132"/>
                  </a:cubicBezTo>
                  <a:cubicBezTo>
                    <a:pt x="4850" y="132"/>
                    <a:pt x="4847" y="132"/>
                    <a:pt x="4843" y="132"/>
                  </a:cubicBezTo>
                  <a:cubicBezTo>
                    <a:pt x="4840" y="131"/>
                    <a:pt x="4836" y="131"/>
                    <a:pt x="4832" y="131"/>
                  </a:cubicBezTo>
                  <a:close/>
                  <a:moveTo>
                    <a:pt x="2180" y="131"/>
                  </a:moveTo>
                  <a:cubicBezTo>
                    <a:pt x="2162" y="131"/>
                    <a:pt x="2148" y="139"/>
                    <a:pt x="2138" y="157"/>
                  </a:cubicBezTo>
                  <a:cubicBezTo>
                    <a:pt x="2129" y="175"/>
                    <a:pt x="2119" y="206"/>
                    <a:pt x="2109" y="251"/>
                  </a:cubicBezTo>
                  <a:cubicBezTo>
                    <a:pt x="2103" y="277"/>
                    <a:pt x="2097" y="305"/>
                    <a:pt x="2092" y="336"/>
                  </a:cubicBezTo>
                  <a:cubicBezTo>
                    <a:pt x="2086" y="367"/>
                    <a:pt x="2083" y="398"/>
                    <a:pt x="2081" y="428"/>
                  </a:cubicBezTo>
                  <a:cubicBezTo>
                    <a:pt x="2085" y="428"/>
                    <a:pt x="2088" y="428"/>
                    <a:pt x="2092" y="428"/>
                  </a:cubicBezTo>
                  <a:cubicBezTo>
                    <a:pt x="2096" y="428"/>
                    <a:pt x="2099" y="428"/>
                    <a:pt x="2103" y="428"/>
                  </a:cubicBezTo>
                  <a:cubicBezTo>
                    <a:pt x="2121" y="429"/>
                    <a:pt x="2136" y="421"/>
                    <a:pt x="2145" y="403"/>
                  </a:cubicBezTo>
                  <a:cubicBezTo>
                    <a:pt x="2154" y="386"/>
                    <a:pt x="2164" y="354"/>
                    <a:pt x="2174" y="309"/>
                  </a:cubicBezTo>
                  <a:cubicBezTo>
                    <a:pt x="2180" y="284"/>
                    <a:pt x="2186" y="255"/>
                    <a:pt x="2191" y="224"/>
                  </a:cubicBezTo>
                  <a:cubicBezTo>
                    <a:pt x="2196" y="193"/>
                    <a:pt x="2199" y="162"/>
                    <a:pt x="2201" y="132"/>
                  </a:cubicBezTo>
                  <a:cubicBezTo>
                    <a:pt x="2198" y="132"/>
                    <a:pt x="2195" y="132"/>
                    <a:pt x="2191" y="132"/>
                  </a:cubicBezTo>
                  <a:cubicBezTo>
                    <a:pt x="2188" y="131"/>
                    <a:pt x="2184" y="131"/>
                    <a:pt x="2180" y="131"/>
                  </a:cubicBezTo>
                  <a:close/>
                  <a:moveTo>
                    <a:pt x="16965" y="16"/>
                  </a:moveTo>
                  <a:lnTo>
                    <a:pt x="17074" y="16"/>
                  </a:lnTo>
                  <a:lnTo>
                    <a:pt x="17056" y="115"/>
                  </a:lnTo>
                  <a:lnTo>
                    <a:pt x="17006" y="211"/>
                  </a:lnTo>
                  <a:lnTo>
                    <a:pt x="16928" y="211"/>
                  </a:lnTo>
                  <a:lnTo>
                    <a:pt x="16965" y="16"/>
                  </a:lnTo>
                  <a:close/>
                  <a:moveTo>
                    <a:pt x="16604" y="16"/>
                  </a:moveTo>
                  <a:lnTo>
                    <a:pt x="16929" y="16"/>
                  </a:lnTo>
                  <a:lnTo>
                    <a:pt x="16896" y="145"/>
                  </a:lnTo>
                  <a:lnTo>
                    <a:pt x="16816" y="145"/>
                  </a:lnTo>
                  <a:lnTo>
                    <a:pt x="16742" y="544"/>
                  </a:lnTo>
                  <a:lnTo>
                    <a:pt x="16597" y="544"/>
                  </a:lnTo>
                  <a:lnTo>
                    <a:pt x="16670" y="145"/>
                  </a:lnTo>
                  <a:lnTo>
                    <a:pt x="16581" y="145"/>
                  </a:lnTo>
                  <a:lnTo>
                    <a:pt x="16604" y="16"/>
                  </a:lnTo>
                  <a:close/>
                  <a:moveTo>
                    <a:pt x="16305" y="16"/>
                  </a:moveTo>
                  <a:lnTo>
                    <a:pt x="16578" y="16"/>
                  </a:lnTo>
                  <a:lnTo>
                    <a:pt x="16545" y="145"/>
                  </a:lnTo>
                  <a:lnTo>
                    <a:pt x="16426" y="145"/>
                  </a:lnTo>
                  <a:lnTo>
                    <a:pt x="16414" y="217"/>
                  </a:lnTo>
                  <a:lnTo>
                    <a:pt x="16531" y="217"/>
                  </a:lnTo>
                  <a:lnTo>
                    <a:pt x="16509" y="338"/>
                  </a:lnTo>
                  <a:lnTo>
                    <a:pt x="16391" y="338"/>
                  </a:lnTo>
                  <a:lnTo>
                    <a:pt x="16378" y="414"/>
                  </a:lnTo>
                  <a:lnTo>
                    <a:pt x="16513" y="414"/>
                  </a:lnTo>
                  <a:lnTo>
                    <a:pt x="16478" y="544"/>
                  </a:lnTo>
                  <a:lnTo>
                    <a:pt x="16208" y="544"/>
                  </a:lnTo>
                  <a:lnTo>
                    <a:pt x="16305" y="16"/>
                  </a:lnTo>
                  <a:close/>
                  <a:moveTo>
                    <a:pt x="16015" y="16"/>
                  </a:moveTo>
                  <a:lnTo>
                    <a:pt x="16160" y="16"/>
                  </a:lnTo>
                  <a:lnTo>
                    <a:pt x="16088" y="414"/>
                  </a:lnTo>
                  <a:lnTo>
                    <a:pt x="16195" y="414"/>
                  </a:lnTo>
                  <a:lnTo>
                    <a:pt x="16160" y="544"/>
                  </a:lnTo>
                  <a:lnTo>
                    <a:pt x="15918" y="544"/>
                  </a:lnTo>
                  <a:lnTo>
                    <a:pt x="16015" y="16"/>
                  </a:lnTo>
                  <a:close/>
                  <a:moveTo>
                    <a:pt x="14311" y="16"/>
                  </a:moveTo>
                  <a:lnTo>
                    <a:pt x="14420" y="16"/>
                  </a:lnTo>
                  <a:lnTo>
                    <a:pt x="14402" y="115"/>
                  </a:lnTo>
                  <a:lnTo>
                    <a:pt x="14352" y="211"/>
                  </a:lnTo>
                  <a:lnTo>
                    <a:pt x="14274" y="211"/>
                  </a:lnTo>
                  <a:lnTo>
                    <a:pt x="14311" y="16"/>
                  </a:lnTo>
                  <a:close/>
                  <a:moveTo>
                    <a:pt x="13950" y="16"/>
                  </a:moveTo>
                  <a:lnTo>
                    <a:pt x="14275" y="16"/>
                  </a:lnTo>
                  <a:lnTo>
                    <a:pt x="14242" y="145"/>
                  </a:lnTo>
                  <a:lnTo>
                    <a:pt x="14162" y="145"/>
                  </a:lnTo>
                  <a:lnTo>
                    <a:pt x="14088" y="544"/>
                  </a:lnTo>
                  <a:lnTo>
                    <a:pt x="13943" y="544"/>
                  </a:lnTo>
                  <a:lnTo>
                    <a:pt x="14016" y="145"/>
                  </a:lnTo>
                  <a:lnTo>
                    <a:pt x="13927" y="145"/>
                  </a:lnTo>
                  <a:lnTo>
                    <a:pt x="13950" y="16"/>
                  </a:lnTo>
                  <a:close/>
                  <a:moveTo>
                    <a:pt x="13651" y="16"/>
                  </a:moveTo>
                  <a:lnTo>
                    <a:pt x="13924" y="16"/>
                  </a:lnTo>
                  <a:lnTo>
                    <a:pt x="13891" y="145"/>
                  </a:lnTo>
                  <a:lnTo>
                    <a:pt x="13772" y="145"/>
                  </a:lnTo>
                  <a:lnTo>
                    <a:pt x="13760" y="217"/>
                  </a:lnTo>
                  <a:lnTo>
                    <a:pt x="13877" y="217"/>
                  </a:lnTo>
                  <a:lnTo>
                    <a:pt x="13855" y="338"/>
                  </a:lnTo>
                  <a:lnTo>
                    <a:pt x="13737" y="338"/>
                  </a:lnTo>
                  <a:lnTo>
                    <a:pt x="13724" y="414"/>
                  </a:lnTo>
                  <a:lnTo>
                    <a:pt x="13859" y="414"/>
                  </a:lnTo>
                  <a:lnTo>
                    <a:pt x="13824" y="544"/>
                  </a:lnTo>
                  <a:lnTo>
                    <a:pt x="13554" y="544"/>
                  </a:lnTo>
                  <a:lnTo>
                    <a:pt x="13651" y="16"/>
                  </a:lnTo>
                  <a:close/>
                  <a:moveTo>
                    <a:pt x="13361" y="16"/>
                  </a:moveTo>
                  <a:lnTo>
                    <a:pt x="13506" y="16"/>
                  </a:lnTo>
                  <a:lnTo>
                    <a:pt x="13434" y="414"/>
                  </a:lnTo>
                  <a:lnTo>
                    <a:pt x="13541" y="414"/>
                  </a:lnTo>
                  <a:lnTo>
                    <a:pt x="13506" y="544"/>
                  </a:lnTo>
                  <a:lnTo>
                    <a:pt x="13264" y="544"/>
                  </a:lnTo>
                  <a:lnTo>
                    <a:pt x="13361" y="16"/>
                  </a:lnTo>
                  <a:close/>
                  <a:moveTo>
                    <a:pt x="11659" y="16"/>
                  </a:moveTo>
                  <a:lnTo>
                    <a:pt x="11768" y="16"/>
                  </a:lnTo>
                  <a:lnTo>
                    <a:pt x="11750" y="115"/>
                  </a:lnTo>
                  <a:lnTo>
                    <a:pt x="11700" y="211"/>
                  </a:lnTo>
                  <a:lnTo>
                    <a:pt x="11622" y="211"/>
                  </a:lnTo>
                  <a:lnTo>
                    <a:pt x="11659" y="16"/>
                  </a:lnTo>
                  <a:close/>
                  <a:moveTo>
                    <a:pt x="11298" y="16"/>
                  </a:moveTo>
                  <a:lnTo>
                    <a:pt x="11623" y="16"/>
                  </a:lnTo>
                  <a:lnTo>
                    <a:pt x="11590" y="145"/>
                  </a:lnTo>
                  <a:lnTo>
                    <a:pt x="11510" y="145"/>
                  </a:lnTo>
                  <a:lnTo>
                    <a:pt x="11436" y="544"/>
                  </a:lnTo>
                  <a:lnTo>
                    <a:pt x="11291" y="544"/>
                  </a:lnTo>
                  <a:lnTo>
                    <a:pt x="11364" y="145"/>
                  </a:lnTo>
                  <a:lnTo>
                    <a:pt x="11275" y="145"/>
                  </a:lnTo>
                  <a:lnTo>
                    <a:pt x="11298" y="16"/>
                  </a:lnTo>
                  <a:close/>
                  <a:moveTo>
                    <a:pt x="10999" y="16"/>
                  </a:moveTo>
                  <a:lnTo>
                    <a:pt x="11272" y="16"/>
                  </a:lnTo>
                  <a:lnTo>
                    <a:pt x="11239" y="145"/>
                  </a:lnTo>
                  <a:lnTo>
                    <a:pt x="11120" y="145"/>
                  </a:lnTo>
                  <a:lnTo>
                    <a:pt x="11108" y="217"/>
                  </a:lnTo>
                  <a:lnTo>
                    <a:pt x="11225" y="217"/>
                  </a:lnTo>
                  <a:lnTo>
                    <a:pt x="11203" y="338"/>
                  </a:lnTo>
                  <a:lnTo>
                    <a:pt x="11085" y="338"/>
                  </a:lnTo>
                  <a:lnTo>
                    <a:pt x="11072" y="414"/>
                  </a:lnTo>
                  <a:lnTo>
                    <a:pt x="11207" y="414"/>
                  </a:lnTo>
                  <a:lnTo>
                    <a:pt x="11172" y="544"/>
                  </a:lnTo>
                  <a:lnTo>
                    <a:pt x="10902" y="544"/>
                  </a:lnTo>
                  <a:lnTo>
                    <a:pt x="10999" y="16"/>
                  </a:lnTo>
                  <a:close/>
                  <a:moveTo>
                    <a:pt x="10709" y="16"/>
                  </a:moveTo>
                  <a:lnTo>
                    <a:pt x="10854" y="16"/>
                  </a:lnTo>
                  <a:lnTo>
                    <a:pt x="10782" y="414"/>
                  </a:lnTo>
                  <a:lnTo>
                    <a:pt x="10889" y="414"/>
                  </a:lnTo>
                  <a:lnTo>
                    <a:pt x="10854" y="544"/>
                  </a:lnTo>
                  <a:lnTo>
                    <a:pt x="10612" y="544"/>
                  </a:lnTo>
                  <a:lnTo>
                    <a:pt x="10709" y="16"/>
                  </a:lnTo>
                  <a:close/>
                  <a:moveTo>
                    <a:pt x="9005" y="16"/>
                  </a:moveTo>
                  <a:lnTo>
                    <a:pt x="9114" y="16"/>
                  </a:lnTo>
                  <a:lnTo>
                    <a:pt x="9096" y="115"/>
                  </a:lnTo>
                  <a:lnTo>
                    <a:pt x="9046" y="211"/>
                  </a:lnTo>
                  <a:lnTo>
                    <a:pt x="8968" y="211"/>
                  </a:lnTo>
                  <a:lnTo>
                    <a:pt x="9005" y="16"/>
                  </a:lnTo>
                  <a:close/>
                  <a:moveTo>
                    <a:pt x="8644" y="16"/>
                  </a:moveTo>
                  <a:lnTo>
                    <a:pt x="8969" y="16"/>
                  </a:lnTo>
                  <a:lnTo>
                    <a:pt x="8936" y="145"/>
                  </a:lnTo>
                  <a:lnTo>
                    <a:pt x="8856" y="145"/>
                  </a:lnTo>
                  <a:lnTo>
                    <a:pt x="8782" y="544"/>
                  </a:lnTo>
                  <a:lnTo>
                    <a:pt x="8637" y="544"/>
                  </a:lnTo>
                  <a:lnTo>
                    <a:pt x="8710" y="145"/>
                  </a:lnTo>
                  <a:lnTo>
                    <a:pt x="8621" y="145"/>
                  </a:lnTo>
                  <a:lnTo>
                    <a:pt x="8644" y="16"/>
                  </a:lnTo>
                  <a:close/>
                  <a:moveTo>
                    <a:pt x="8345" y="16"/>
                  </a:moveTo>
                  <a:lnTo>
                    <a:pt x="8618" y="16"/>
                  </a:lnTo>
                  <a:lnTo>
                    <a:pt x="8585" y="145"/>
                  </a:lnTo>
                  <a:lnTo>
                    <a:pt x="8466" y="145"/>
                  </a:lnTo>
                  <a:lnTo>
                    <a:pt x="8454" y="217"/>
                  </a:lnTo>
                  <a:lnTo>
                    <a:pt x="8571" y="217"/>
                  </a:lnTo>
                  <a:lnTo>
                    <a:pt x="8549" y="338"/>
                  </a:lnTo>
                  <a:lnTo>
                    <a:pt x="8431" y="338"/>
                  </a:lnTo>
                  <a:lnTo>
                    <a:pt x="8418" y="414"/>
                  </a:lnTo>
                  <a:lnTo>
                    <a:pt x="8553" y="414"/>
                  </a:lnTo>
                  <a:lnTo>
                    <a:pt x="8518" y="544"/>
                  </a:lnTo>
                  <a:lnTo>
                    <a:pt x="8248" y="544"/>
                  </a:lnTo>
                  <a:lnTo>
                    <a:pt x="8345" y="16"/>
                  </a:lnTo>
                  <a:close/>
                  <a:moveTo>
                    <a:pt x="8055" y="16"/>
                  </a:moveTo>
                  <a:lnTo>
                    <a:pt x="8200" y="16"/>
                  </a:lnTo>
                  <a:lnTo>
                    <a:pt x="8128" y="414"/>
                  </a:lnTo>
                  <a:lnTo>
                    <a:pt x="8235" y="414"/>
                  </a:lnTo>
                  <a:lnTo>
                    <a:pt x="8200" y="544"/>
                  </a:lnTo>
                  <a:lnTo>
                    <a:pt x="7958" y="544"/>
                  </a:lnTo>
                  <a:lnTo>
                    <a:pt x="8055" y="16"/>
                  </a:lnTo>
                  <a:close/>
                  <a:moveTo>
                    <a:pt x="6353" y="16"/>
                  </a:moveTo>
                  <a:lnTo>
                    <a:pt x="6462" y="16"/>
                  </a:lnTo>
                  <a:lnTo>
                    <a:pt x="6444" y="115"/>
                  </a:lnTo>
                  <a:lnTo>
                    <a:pt x="6394" y="211"/>
                  </a:lnTo>
                  <a:lnTo>
                    <a:pt x="6316" y="211"/>
                  </a:lnTo>
                  <a:lnTo>
                    <a:pt x="6353" y="16"/>
                  </a:lnTo>
                  <a:close/>
                  <a:moveTo>
                    <a:pt x="5992" y="16"/>
                  </a:moveTo>
                  <a:lnTo>
                    <a:pt x="6317" y="16"/>
                  </a:lnTo>
                  <a:lnTo>
                    <a:pt x="6284" y="145"/>
                  </a:lnTo>
                  <a:lnTo>
                    <a:pt x="6204" y="145"/>
                  </a:lnTo>
                  <a:lnTo>
                    <a:pt x="6130" y="544"/>
                  </a:lnTo>
                  <a:lnTo>
                    <a:pt x="5985" y="544"/>
                  </a:lnTo>
                  <a:lnTo>
                    <a:pt x="6058" y="145"/>
                  </a:lnTo>
                  <a:lnTo>
                    <a:pt x="5969" y="145"/>
                  </a:lnTo>
                  <a:lnTo>
                    <a:pt x="5992" y="16"/>
                  </a:lnTo>
                  <a:close/>
                  <a:moveTo>
                    <a:pt x="5693" y="16"/>
                  </a:moveTo>
                  <a:lnTo>
                    <a:pt x="5966" y="16"/>
                  </a:lnTo>
                  <a:lnTo>
                    <a:pt x="5933" y="145"/>
                  </a:lnTo>
                  <a:lnTo>
                    <a:pt x="5814" y="145"/>
                  </a:lnTo>
                  <a:lnTo>
                    <a:pt x="5802" y="217"/>
                  </a:lnTo>
                  <a:lnTo>
                    <a:pt x="5919" y="217"/>
                  </a:lnTo>
                  <a:lnTo>
                    <a:pt x="5897" y="338"/>
                  </a:lnTo>
                  <a:lnTo>
                    <a:pt x="5779" y="338"/>
                  </a:lnTo>
                  <a:lnTo>
                    <a:pt x="5766" y="414"/>
                  </a:lnTo>
                  <a:lnTo>
                    <a:pt x="5901" y="414"/>
                  </a:lnTo>
                  <a:lnTo>
                    <a:pt x="5866" y="544"/>
                  </a:lnTo>
                  <a:lnTo>
                    <a:pt x="5596" y="544"/>
                  </a:lnTo>
                  <a:lnTo>
                    <a:pt x="5693" y="16"/>
                  </a:lnTo>
                  <a:close/>
                  <a:moveTo>
                    <a:pt x="5403" y="16"/>
                  </a:moveTo>
                  <a:lnTo>
                    <a:pt x="5548" y="16"/>
                  </a:lnTo>
                  <a:lnTo>
                    <a:pt x="5476" y="414"/>
                  </a:lnTo>
                  <a:lnTo>
                    <a:pt x="5583" y="414"/>
                  </a:lnTo>
                  <a:lnTo>
                    <a:pt x="5548" y="544"/>
                  </a:lnTo>
                  <a:lnTo>
                    <a:pt x="5306" y="544"/>
                  </a:lnTo>
                  <a:lnTo>
                    <a:pt x="5403" y="16"/>
                  </a:lnTo>
                  <a:close/>
                  <a:moveTo>
                    <a:pt x="3699" y="16"/>
                  </a:moveTo>
                  <a:lnTo>
                    <a:pt x="3808" y="16"/>
                  </a:lnTo>
                  <a:lnTo>
                    <a:pt x="3790" y="115"/>
                  </a:lnTo>
                  <a:lnTo>
                    <a:pt x="3740" y="211"/>
                  </a:lnTo>
                  <a:lnTo>
                    <a:pt x="3662" y="211"/>
                  </a:lnTo>
                  <a:lnTo>
                    <a:pt x="3699" y="16"/>
                  </a:lnTo>
                  <a:close/>
                  <a:moveTo>
                    <a:pt x="3338" y="16"/>
                  </a:moveTo>
                  <a:lnTo>
                    <a:pt x="3663" y="16"/>
                  </a:lnTo>
                  <a:lnTo>
                    <a:pt x="3630" y="145"/>
                  </a:lnTo>
                  <a:lnTo>
                    <a:pt x="3550" y="145"/>
                  </a:lnTo>
                  <a:lnTo>
                    <a:pt x="3476" y="544"/>
                  </a:lnTo>
                  <a:lnTo>
                    <a:pt x="3331" y="544"/>
                  </a:lnTo>
                  <a:lnTo>
                    <a:pt x="3404" y="145"/>
                  </a:lnTo>
                  <a:lnTo>
                    <a:pt x="3315" y="145"/>
                  </a:lnTo>
                  <a:lnTo>
                    <a:pt x="3338" y="16"/>
                  </a:lnTo>
                  <a:close/>
                  <a:moveTo>
                    <a:pt x="3039" y="16"/>
                  </a:moveTo>
                  <a:lnTo>
                    <a:pt x="3312" y="16"/>
                  </a:lnTo>
                  <a:lnTo>
                    <a:pt x="3279" y="145"/>
                  </a:lnTo>
                  <a:lnTo>
                    <a:pt x="3160" y="145"/>
                  </a:lnTo>
                  <a:lnTo>
                    <a:pt x="3148" y="217"/>
                  </a:lnTo>
                  <a:lnTo>
                    <a:pt x="3265" y="217"/>
                  </a:lnTo>
                  <a:lnTo>
                    <a:pt x="3243" y="338"/>
                  </a:lnTo>
                  <a:lnTo>
                    <a:pt x="3125" y="338"/>
                  </a:lnTo>
                  <a:lnTo>
                    <a:pt x="3112" y="414"/>
                  </a:lnTo>
                  <a:lnTo>
                    <a:pt x="3247" y="414"/>
                  </a:lnTo>
                  <a:lnTo>
                    <a:pt x="3212" y="544"/>
                  </a:lnTo>
                  <a:lnTo>
                    <a:pt x="2942" y="544"/>
                  </a:lnTo>
                  <a:lnTo>
                    <a:pt x="3039" y="16"/>
                  </a:lnTo>
                  <a:close/>
                  <a:moveTo>
                    <a:pt x="2749" y="16"/>
                  </a:moveTo>
                  <a:lnTo>
                    <a:pt x="2894" y="16"/>
                  </a:lnTo>
                  <a:lnTo>
                    <a:pt x="2822" y="414"/>
                  </a:lnTo>
                  <a:lnTo>
                    <a:pt x="2929" y="414"/>
                  </a:lnTo>
                  <a:lnTo>
                    <a:pt x="2894" y="544"/>
                  </a:lnTo>
                  <a:lnTo>
                    <a:pt x="2652" y="544"/>
                  </a:lnTo>
                  <a:lnTo>
                    <a:pt x="2749" y="16"/>
                  </a:lnTo>
                  <a:close/>
                  <a:moveTo>
                    <a:pt x="1047" y="16"/>
                  </a:moveTo>
                  <a:lnTo>
                    <a:pt x="1156" y="16"/>
                  </a:lnTo>
                  <a:lnTo>
                    <a:pt x="1138" y="115"/>
                  </a:lnTo>
                  <a:lnTo>
                    <a:pt x="1088" y="211"/>
                  </a:lnTo>
                  <a:lnTo>
                    <a:pt x="1010" y="211"/>
                  </a:lnTo>
                  <a:lnTo>
                    <a:pt x="1047" y="16"/>
                  </a:lnTo>
                  <a:close/>
                  <a:moveTo>
                    <a:pt x="686" y="16"/>
                  </a:moveTo>
                  <a:lnTo>
                    <a:pt x="1011" y="16"/>
                  </a:lnTo>
                  <a:lnTo>
                    <a:pt x="978" y="145"/>
                  </a:lnTo>
                  <a:lnTo>
                    <a:pt x="898" y="145"/>
                  </a:lnTo>
                  <a:lnTo>
                    <a:pt x="824" y="544"/>
                  </a:lnTo>
                  <a:lnTo>
                    <a:pt x="679" y="544"/>
                  </a:lnTo>
                  <a:lnTo>
                    <a:pt x="752" y="145"/>
                  </a:lnTo>
                  <a:lnTo>
                    <a:pt x="663" y="145"/>
                  </a:lnTo>
                  <a:lnTo>
                    <a:pt x="686" y="16"/>
                  </a:lnTo>
                  <a:close/>
                  <a:moveTo>
                    <a:pt x="387" y="16"/>
                  </a:moveTo>
                  <a:lnTo>
                    <a:pt x="660" y="16"/>
                  </a:lnTo>
                  <a:lnTo>
                    <a:pt x="627" y="145"/>
                  </a:lnTo>
                  <a:lnTo>
                    <a:pt x="508" y="145"/>
                  </a:lnTo>
                  <a:lnTo>
                    <a:pt x="496" y="217"/>
                  </a:lnTo>
                  <a:lnTo>
                    <a:pt x="613" y="217"/>
                  </a:lnTo>
                  <a:lnTo>
                    <a:pt x="591" y="338"/>
                  </a:lnTo>
                  <a:lnTo>
                    <a:pt x="473" y="338"/>
                  </a:lnTo>
                  <a:lnTo>
                    <a:pt x="460" y="414"/>
                  </a:lnTo>
                  <a:lnTo>
                    <a:pt x="595" y="414"/>
                  </a:lnTo>
                  <a:lnTo>
                    <a:pt x="560" y="544"/>
                  </a:lnTo>
                  <a:lnTo>
                    <a:pt x="290" y="544"/>
                  </a:lnTo>
                  <a:lnTo>
                    <a:pt x="387" y="16"/>
                  </a:lnTo>
                  <a:close/>
                  <a:moveTo>
                    <a:pt x="97" y="16"/>
                  </a:moveTo>
                  <a:lnTo>
                    <a:pt x="242" y="16"/>
                  </a:lnTo>
                  <a:lnTo>
                    <a:pt x="170" y="414"/>
                  </a:lnTo>
                  <a:lnTo>
                    <a:pt x="277" y="414"/>
                  </a:lnTo>
                  <a:lnTo>
                    <a:pt x="242" y="544"/>
                  </a:lnTo>
                  <a:lnTo>
                    <a:pt x="0" y="544"/>
                  </a:lnTo>
                  <a:lnTo>
                    <a:pt x="97" y="16"/>
                  </a:lnTo>
                  <a:close/>
                  <a:moveTo>
                    <a:pt x="17265" y="7"/>
                  </a:moveTo>
                  <a:cubicBezTo>
                    <a:pt x="17296" y="7"/>
                    <a:pt x="17321" y="9"/>
                    <a:pt x="17340" y="13"/>
                  </a:cubicBezTo>
                  <a:cubicBezTo>
                    <a:pt x="17360" y="17"/>
                    <a:pt x="17374" y="21"/>
                    <a:pt x="17383" y="25"/>
                  </a:cubicBezTo>
                  <a:lnTo>
                    <a:pt x="17353" y="151"/>
                  </a:lnTo>
                  <a:cubicBezTo>
                    <a:pt x="17341" y="147"/>
                    <a:pt x="17329" y="143"/>
                    <a:pt x="17317" y="141"/>
                  </a:cubicBezTo>
                  <a:cubicBezTo>
                    <a:pt x="17306" y="139"/>
                    <a:pt x="17293" y="138"/>
                    <a:pt x="17280" y="138"/>
                  </a:cubicBezTo>
                  <a:cubicBezTo>
                    <a:pt x="17267" y="138"/>
                    <a:pt x="17257" y="140"/>
                    <a:pt x="17250" y="145"/>
                  </a:cubicBezTo>
                  <a:cubicBezTo>
                    <a:pt x="17243" y="150"/>
                    <a:pt x="17240" y="158"/>
                    <a:pt x="17240" y="169"/>
                  </a:cubicBezTo>
                  <a:cubicBezTo>
                    <a:pt x="17240" y="177"/>
                    <a:pt x="17241" y="186"/>
                    <a:pt x="17244" y="194"/>
                  </a:cubicBezTo>
                  <a:cubicBezTo>
                    <a:pt x="17247" y="203"/>
                    <a:pt x="17252" y="215"/>
                    <a:pt x="17258" y="230"/>
                  </a:cubicBezTo>
                  <a:lnTo>
                    <a:pt x="17284" y="291"/>
                  </a:lnTo>
                  <a:cubicBezTo>
                    <a:pt x="17291" y="306"/>
                    <a:pt x="17297" y="323"/>
                    <a:pt x="17303" y="341"/>
                  </a:cubicBezTo>
                  <a:cubicBezTo>
                    <a:pt x="17308" y="359"/>
                    <a:pt x="17312" y="377"/>
                    <a:pt x="17312" y="396"/>
                  </a:cubicBezTo>
                  <a:cubicBezTo>
                    <a:pt x="17311" y="451"/>
                    <a:pt x="17296" y="491"/>
                    <a:pt x="17267" y="516"/>
                  </a:cubicBezTo>
                  <a:cubicBezTo>
                    <a:pt x="17238" y="542"/>
                    <a:pt x="17201" y="554"/>
                    <a:pt x="17154" y="554"/>
                  </a:cubicBezTo>
                  <a:cubicBezTo>
                    <a:pt x="17121" y="553"/>
                    <a:pt x="17094" y="551"/>
                    <a:pt x="17073" y="547"/>
                  </a:cubicBezTo>
                  <a:cubicBezTo>
                    <a:pt x="17052" y="543"/>
                    <a:pt x="17037" y="539"/>
                    <a:pt x="17028" y="535"/>
                  </a:cubicBezTo>
                  <a:lnTo>
                    <a:pt x="17038" y="402"/>
                  </a:lnTo>
                  <a:cubicBezTo>
                    <a:pt x="17048" y="406"/>
                    <a:pt x="17061" y="410"/>
                    <a:pt x="17080" y="414"/>
                  </a:cubicBezTo>
                  <a:cubicBezTo>
                    <a:pt x="17099" y="418"/>
                    <a:pt x="17120" y="420"/>
                    <a:pt x="17144" y="420"/>
                  </a:cubicBezTo>
                  <a:cubicBezTo>
                    <a:pt x="17147" y="420"/>
                    <a:pt x="17150" y="420"/>
                    <a:pt x="17152" y="420"/>
                  </a:cubicBezTo>
                  <a:cubicBezTo>
                    <a:pt x="17155" y="420"/>
                    <a:pt x="17158" y="420"/>
                    <a:pt x="17161" y="420"/>
                  </a:cubicBezTo>
                  <a:cubicBezTo>
                    <a:pt x="17162" y="416"/>
                    <a:pt x="17163" y="412"/>
                    <a:pt x="17164" y="407"/>
                  </a:cubicBezTo>
                  <a:cubicBezTo>
                    <a:pt x="17165" y="403"/>
                    <a:pt x="17166" y="398"/>
                    <a:pt x="17166" y="393"/>
                  </a:cubicBezTo>
                  <a:cubicBezTo>
                    <a:pt x="17165" y="384"/>
                    <a:pt x="17164" y="375"/>
                    <a:pt x="17160" y="366"/>
                  </a:cubicBezTo>
                  <a:cubicBezTo>
                    <a:pt x="17156" y="358"/>
                    <a:pt x="17152" y="348"/>
                    <a:pt x="17146" y="336"/>
                  </a:cubicBezTo>
                  <a:lnTo>
                    <a:pt x="17119" y="276"/>
                  </a:lnTo>
                  <a:cubicBezTo>
                    <a:pt x="17111" y="259"/>
                    <a:pt x="17105" y="241"/>
                    <a:pt x="17100" y="223"/>
                  </a:cubicBezTo>
                  <a:cubicBezTo>
                    <a:pt x="17095" y="205"/>
                    <a:pt x="17093" y="188"/>
                    <a:pt x="17093" y="171"/>
                  </a:cubicBezTo>
                  <a:cubicBezTo>
                    <a:pt x="17094" y="116"/>
                    <a:pt x="17109" y="75"/>
                    <a:pt x="17140" y="48"/>
                  </a:cubicBezTo>
                  <a:cubicBezTo>
                    <a:pt x="17171" y="20"/>
                    <a:pt x="17213" y="7"/>
                    <a:pt x="17265" y="7"/>
                  </a:cubicBezTo>
                  <a:close/>
                  <a:moveTo>
                    <a:pt x="15462" y="7"/>
                  </a:moveTo>
                  <a:cubicBezTo>
                    <a:pt x="15517" y="7"/>
                    <a:pt x="15554" y="21"/>
                    <a:pt x="15576" y="47"/>
                  </a:cubicBezTo>
                  <a:cubicBezTo>
                    <a:pt x="15597" y="73"/>
                    <a:pt x="15607" y="108"/>
                    <a:pt x="15606" y="151"/>
                  </a:cubicBezTo>
                  <a:cubicBezTo>
                    <a:pt x="15606" y="175"/>
                    <a:pt x="15604" y="200"/>
                    <a:pt x="15600" y="227"/>
                  </a:cubicBezTo>
                  <a:cubicBezTo>
                    <a:pt x="15596" y="253"/>
                    <a:pt x="15590" y="281"/>
                    <a:pt x="15584" y="310"/>
                  </a:cubicBezTo>
                  <a:cubicBezTo>
                    <a:pt x="15568" y="395"/>
                    <a:pt x="15543" y="457"/>
                    <a:pt x="15508" y="496"/>
                  </a:cubicBezTo>
                  <a:cubicBezTo>
                    <a:pt x="15472" y="535"/>
                    <a:pt x="15419" y="554"/>
                    <a:pt x="15349" y="554"/>
                  </a:cubicBezTo>
                  <a:cubicBezTo>
                    <a:pt x="15294" y="553"/>
                    <a:pt x="15257" y="540"/>
                    <a:pt x="15235" y="514"/>
                  </a:cubicBezTo>
                  <a:cubicBezTo>
                    <a:pt x="15214" y="487"/>
                    <a:pt x="15204" y="453"/>
                    <a:pt x="15205" y="409"/>
                  </a:cubicBezTo>
                  <a:cubicBezTo>
                    <a:pt x="15205" y="385"/>
                    <a:pt x="15208" y="360"/>
                    <a:pt x="15212" y="334"/>
                  </a:cubicBezTo>
                  <a:cubicBezTo>
                    <a:pt x="15216" y="307"/>
                    <a:pt x="15221" y="280"/>
                    <a:pt x="15228" y="251"/>
                  </a:cubicBezTo>
                  <a:cubicBezTo>
                    <a:pt x="15239" y="194"/>
                    <a:pt x="15253" y="148"/>
                    <a:pt x="15272" y="112"/>
                  </a:cubicBezTo>
                  <a:cubicBezTo>
                    <a:pt x="15290" y="76"/>
                    <a:pt x="15315" y="49"/>
                    <a:pt x="15345" y="32"/>
                  </a:cubicBezTo>
                  <a:cubicBezTo>
                    <a:pt x="15376" y="15"/>
                    <a:pt x="15415" y="7"/>
                    <a:pt x="15462" y="7"/>
                  </a:cubicBezTo>
                  <a:close/>
                  <a:moveTo>
                    <a:pt x="15073" y="7"/>
                  </a:moveTo>
                  <a:cubicBezTo>
                    <a:pt x="15102" y="7"/>
                    <a:pt x="15130" y="9"/>
                    <a:pt x="15156" y="13"/>
                  </a:cubicBezTo>
                  <a:cubicBezTo>
                    <a:pt x="15182" y="17"/>
                    <a:pt x="15201" y="21"/>
                    <a:pt x="15212" y="26"/>
                  </a:cubicBezTo>
                  <a:lnTo>
                    <a:pt x="15180" y="153"/>
                  </a:lnTo>
                  <a:cubicBezTo>
                    <a:pt x="15167" y="149"/>
                    <a:pt x="15151" y="146"/>
                    <a:pt x="15133" y="143"/>
                  </a:cubicBezTo>
                  <a:cubicBezTo>
                    <a:pt x="15115" y="140"/>
                    <a:pt x="15094" y="138"/>
                    <a:pt x="15071" y="138"/>
                  </a:cubicBezTo>
                  <a:cubicBezTo>
                    <a:pt x="15043" y="137"/>
                    <a:pt x="15024" y="144"/>
                    <a:pt x="15012" y="160"/>
                  </a:cubicBezTo>
                  <a:cubicBezTo>
                    <a:pt x="15001" y="176"/>
                    <a:pt x="14990" y="207"/>
                    <a:pt x="14980" y="252"/>
                  </a:cubicBezTo>
                  <a:cubicBezTo>
                    <a:pt x="14976" y="268"/>
                    <a:pt x="14973" y="288"/>
                    <a:pt x="14969" y="309"/>
                  </a:cubicBezTo>
                  <a:cubicBezTo>
                    <a:pt x="14965" y="331"/>
                    <a:pt x="14962" y="353"/>
                    <a:pt x="14960" y="374"/>
                  </a:cubicBezTo>
                  <a:cubicBezTo>
                    <a:pt x="14958" y="395"/>
                    <a:pt x="14956" y="413"/>
                    <a:pt x="14956" y="428"/>
                  </a:cubicBezTo>
                  <a:cubicBezTo>
                    <a:pt x="14959" y="429"/>
                    <a:pt x="14963" y="429"/>
                    <a:pt x="14966" y="429"/>
                  </a:cubicBezTo>
                  <a:cubicBezTo>
                    <a:pt x="14969" y="429"/>
                    <a:pt x="14972" y="429"/>
                    <a:pt x="14976" y="429"/>
                  </a:cubicBezTo>
                  <a:cubicBezTo>
                    <a:pt x="14985" y="429"/>
                    <a:pt x="14994" y="429"/>
                    <a:pt x="15003" y="428"/>
                  </a:cubicBezTo>
                  <a:cubicBezTo>
                    <a:pt x="15012" y="427"/>
                    <a:pt x="15021" y="426"/>
                    <a:pt x="15029" y="424"/>
                  </a:cubicBezTo>
                  <a:lnTo>
                    <a:pt x="15043" y="346"/>
                  </a:lnTo>
                  <a:lnTo>
                    <a:pt x="15002" y="346"/>
                  </a:lnTo>
                  <a:lnTo>
                    <a:pt x="15022" y="235"/>
                  </a:lnTo>
                  <a:lnTo>
                    <a:pt x="15186" y="235"/>
                  </a:lnTo>
                  <a:lnTo>
                    <a:pt x="15132" y="526"/>
                  </a:lnTo>
                  <a:cubicBezTo>
                    <a:pt x="15114" y="534"/>
                    <a:pt x="15088" y="541"/>
                    <a:pt x="15055" y="546"/>
                  </a:cubicBezTo>
                  <a:cubicBezTo>
                    <a:pt x="15022" y="551"/>
                    <a:pt x="14990" y="554"/>
                    <a:pt x="14957" y="554"/>
                  </a:cubicBezTo>
                  <a:cubicBezTo>
                    <a:pt x="14918" y="554"/>
                    <a:pt x="14888" y="548"/>
                    <a:pt x="14867" y="536"/>
                  </a:cubicBezTo>
                  <a:cubicBezTo>
                    <a:pt x="14846" y="524"/>
                    <a:pt x="14832" y="507"/>
                    <a:pt x="14824" y="485"/>
                  </a:cubicBezTo>
                  <a:cubicBezTo>
                    <a:pt x="14816" y="464"/>
                    <a:pt x="14813" y="439"/>
                    <a:pt x="14813" y="410"/>
                  </a:cubicBezTo>
                  <a:cubicBezTo>
                    <a:pt x="14813" y="386"/>
                    <a:pt x="14815" y="361"/>
                    <a:pt x="14819" y="334"/>
                  </a:cubicBezTo>
                  <a:cubicBezTo>
                    <a:pt x="14824" y="307"/>
                    <a:pt x="14829" y="280"/>
                    <a:pt x="14835" y="251"/>
                  </a:cubicBezTo>
                  <a:cubicBezTo>
                    <a:pt x="14851" y="166"/>
                    <a:pt x="14877" y="104"/>
                    <a:pt x="14913" y="65"/>
                  </a:cubicBezTo>
                  <a:cubicBezTo>
                    <a:pt x="14949" y="26"/>
                    <a:pt x="15003" y="6"/>
                    <a:pt x="15073" y="7"/>
                  </a:cubicBezTo>
                  <a:close/>
                  <a:moveTo>
                    <a:pt x="14611" y="7"/>
                  </a:moveTo>
                  <a:cubicBezTo>
                    <a:pt x="14642" y="7"/>
                    <a:pt x="14667" y="9"/>
                    <a:pt x="14686" y="13"/>
                  </a:cubicBezTo>
                  <a:cubicBezTo>
                    <a:pt x="14706" y="17"/>
                    <a:pt x="14720" y="21"/>
                    <a:pt x="14729" y="25"/>
                  </a:cubicBezTo>
                  <a:lnTo>
                    <a:pt x="14699" y="151"/>
                  </a:lnTo>
                  <a:cubicBezTo>
                    <a:pt x="14687" y="147"/>
                    <a:pt x="14675" y="143"/>
                    <a:pt x="14663" y="141"/>
                  </a:cubicBezTo>
                  <a:cubicBezTo>
                    <a:pt x="14652" y="139"/>
                    <a:pt x="14639" y="138"/>
                    <a:pt x="14626" y="138"/>
                  </a:cubicBezTo>
                  <a:cubicBezTo>
                    <a:pt x="14613" y="138"/>
                    <a:pt x="14603" y="140"/>
                    <a:pt x="14596" y="145"/>
                  </a:cubicBezTo>
                  <a:cubicBezTo>
                    <a:pt x="14589" y="150"/>
                    <a:pt x="14586" y="158"/>
                    <a:pt x="14586" y="169"/>
                  </a:cubicBezTo>
                  <a:cubicBezTo>
                    <a:pt x="14586" y="177"/>
                    <a:pt x="14587" y="186"/>
                    <a:pt x="14590" y="194"/>
                  </a:cubicBezTo>
                  <a:cubicBezTo>
                    <a:pt x="14593" y="203"/>
                    <a:pt x="14598" y="215"/>
                    <a:pt x="14604" y="230"/>
                  </a:cubicBezTo>
                  <a:lnTo>
                    <a:pt x="14630" y="291"/>
                  </a:lnTo>
                  <a:cubicBezTo>
                    <a:pt x="14637" y="306"/>
                    <a:pt x="14643" y="323"/>
                    <a:pt x="14649" y="341"/>
                  </a:cubicBezTo>
                  <a:cubicBezTo>
                    <a:pt x="14654" y="359"/>
                    <a:pt x="14658" y="377"/>
                    <a:pt x="14658" y="396"/>
                  </a:cubicBezTo>
                  <a:cubicBezTo>
                    <a:pt x="14657" y="451"/>
                    <a:pt x="14642" y="491"/>
                    <a:pt x="14613" y="516"/>
                  </a:cubicBezTo>
                  <a:cubicBezTo>
                    <a:pt x="14584" y="542"/>
                    <a:pt x="14547" y="554"/>
                    <a:pt x="14500" y="554"/>
                  </a:cubicBezTo>
                  <a:cubicBezTo>
                    <a:pt x="14467" y="553"/>
                    <a:pt x="14440" y="551"/>
                    <a:pt x="14419" y="547"/>
                  </a:cubicBezTo>
                  <a:cubicBezTo>
                    <a:pt x="14398" y="543"/>
                    <a:pt x="14383" y="539"/>
                    <a:pt x="14374" y="535"/>
                  </a:cubicBezTo>
                  <a:lnTo>
                    <a:pt x="14384" y="402"/>
                  </a:lnTo>
                  <a:cubicBezTo>
                    <a:pt x="14394" y="406"/>
                    <a:pt x="14407" y="410"/>
                    <a:pt x="14426" y="414"/>
                  </a:cubicBezTo>
                  <a:cubicBezTo>
                    <a:pt x="14445" y="418"/>
                    <a:pt x="14466" y="420"/>
                    <a:pt x="14490" y="420"/>
                  </a:cubicBezTo>
                  <a:cubicBezTo>
                    <a:pt x="14493" y="420"/>
                    <a:pt x="14496" y="420"/>
                    <a:pt x="14498" y="420"/>
                  </a:cubicBezTo>
                  <a:cubicBezTo>
                    <a:pt x="14501" y="420"/>
                    <a:pt x="14504" y="420"/>
                    <a:pt x="14507" y="420"/>
                  </a:cubicBezTo>
                  <a:cubicBezTo>
                    <a:pt x="14508" y="416"/>
                    <a:pt x="14509" y="412"/>
                    <a:pt x="14510" y="407"/>
                  </a:cubicBezTo>
                  <a:cubicBezTo>
                    <a:pt x="14511" y="403"/>
                    <a:pt x="14512" y="398"/>
                    <a:pt x="14512" y="393"/>
                  </a:cubicBezTo>
                  <a:cubicBezTo>
                    <a:pt x="14511" y="384"/>
                    <a:pt x="14510" y="375"/>
                    <a:pt x="14506" y="366"/>
                  </a:cubicBezTo>
                  <a:cubicBezTo>
                    <a:pt x="14502" y="358"/>
                    <a:pt x="14498" y="348"/>
                    <a:pt x="14492" y="336"/>
                  </a:cubicBezTo>
                  <a:lnTo>
                    <a:pt x="14465" y="276"/>
                  </a:lnTo>
                  <a:cubicBezTo>
                    <a:pt x="14457" y="259"/>
                    <a:pt x="14451" y="241"/>
                    <a:pt x="14446" y="223"/>
                  </a:cubicBezTo>
                  <a:cubicBezTo>
                    <a:pt x="14441" y="205"/>
                    <a:pt x="14439" y="188"/>
                    <a:pt x="14439" y="171"/>
                  </a:cubicBezTo>
                  <a:cubicBezTo>
                    <a:pt x="14440" y="116"/>
                    <a:pt x="14455" y="75"/>
                    <a:pt x="14486" y="48"/>
                  </a:cubicBezTo>
                  <a:cubicBezTo>
                    <a:pt x="14517" y="20"/>
                    <a:pt x="14559" y="7"/>
                    <a:pt x="14611" y="7"/>
                  </a:cubicBezTo>
                  <a:close/>
                  <a:moveTo>
                    <a:pt x="12810" y="7"/>
                  </a:moveTo>
                  <a:cubicBezTo>
                    <a:pt x="12865" y="7"/>
                    <a:pt x="12902" y="21"/>
                    <a:pt x="12924" y="47"/>
                  </a:cubicBezTo>
                  <a:cubicBezTo>
                    <a:pt x="12945" y="73"/>
                    <a:pt x="12955" y="108"/>
                    <a:pt x="12954" y="151"/>
                  </a:cubicBezTo>
                  <a:cubicBezTo>
                    <a:pt x="12954" y="175"/>
                    <a:pt x="12952" y="200"/>
                    <a:pt x="12948" y="227"/>
                  </a:cubicBezTo>
                  <a:cubicBezTo>
                    <a:pt x="12944" y="253"/>
                    <a:pt x="12938" y="281"/>
                    <a:pt x="12932" y="310"/>
                  </a:cubicBezTo>
                  <a:cubicBezTo>
                    <a:pt x="12916" y="395"/>
                    <a:pt x="12891" y="457"/>
                    <a:pt x="12856" y="496"/>
                  </a:cubicBezTo>
                  <a:cubicBezTo>
                    <a:pt x="12820" y="535"/>
                    <a:pt x="12767" y="554"/>
                    <a:pt x="12697" y="554"/>
                  </a:cubicBezTo>
                  <a:cubicBezTo>
                    <a:pt x="12642" y="553"/>
                    <a:pt x="12605" y="540"/>
                    <a:pt x="12583" y="514"/>
                  </a:cubicBezTo>
                  <a:cubicBezTo>
                    <a:pt x="12562" y="487"/>
                    <a:pt x="12552" y="453"/>
                    <a:pt x="12553" y="409"/>
                  </a:cubicBezTo>
                  <a:cubicBezTo>
                    <a:pt x="12553" y="385"/>
                    <a:pt x="12556" y="360"/>
                    <a:pt x="12560" y="334"/>
                  </a:cubicBezTo>
                  <a:cubicBezTo>
                    <a:pt x="12564" y="307"/>
                    <a:pt x="12569" y="280"/>
                    <a:pt x="12576" y="251"/>
                  </a:cubicBezTo>
                  <a:cubicBezTo>
                    <a:pt x="12587" y="194"/>
                    <a:pt x="12601" y="148"/>
                    <a:pt x="12620" y="112"/>
                  </a:cubicBezTo>
                  <a:cubicBezTo>
                    <a:pt x="12638" y="76"/>
                    <a:pt x="12663" y="49"/>
                    <a:pt x="12693" y="32"/>
                  </a:cubicBezTo>
                  <a:cubicBezTo>
                    <a:pt x="12724" y="15"/>
                    <a:pt x="12763" y="7"/>
                    <a:pt x="12810" y="7"/>
                  </a:cubicBezTo>
                  <a:close/>
                  <a:moveTo>
                    <a:pt x="12421" y="7"/>
                  </a:moveTo>
                  <a:cubicBezTo>
                    <a:pt x="12450" y="7"/>
                    <a:pt x="12478" y="9"/>
                    <a:pt x="12504" y="13"/>
                  </a:cubicBezTo>
                  <a:cubicBezTo>
                    <a:pt x="12530" y="17"/>
                    <a:pt x="12549" y="21"/>
                    <a:pt x="12560" y="26"/>
                  </a:cubicBezTo>
                  <a:lnTo>
                    <a:pt x="12528" y="153"/>
                  </a:lnTo>
                  <a:cubicBezTo>
                    <a:pt x="12515" y="149"/>
                    <a:pt x="12499" y="146"/>
                    <a:pt x="12481" y="143"/>
                  </a:cubicBezTo>
                  <a:cubicBezTo>
                    <a:pt x="12463" y="140"/>
                    <a:pt x="12442" y="138"/>
                    <a:pt x="12419" y="138"/>
                  </a:cubicBezTo>
                  <a:cubicBezTo>
                    <a:pt x="12391" y="137"/>
                    <a:pt x="12372" y="144"/>
                    <a:pt x="12360" y="160"/>
                  </a:cubicBezTo>
                  <a:cubicBezTo>
                    <a:pt x="12349" y="176"/>
                    <a:pt x="12338" y="207"/>
                    <a:pt x="12328" y="252"/>
                  </a:cubicBezTo>
                  <a:cubicBezTo>
                    <a:pt x="12324" y="268"/>
                    <a:pt x="12321" y="288"/>
                    <a:pt x="12317" y="309"/>
                  </a:cubicBezTo>
                  <a:cubicBezTo>
                    <a:pt x="12313" y="331"/>
                    <a:pt x="12310" y="353"/>
                    <a:pt x="12308" y="374"/>
                  </a:cubicBezTo>
                  <a:cubicBezTo>
                    <a:pt x="12306" y="395"/>
                    <a:pt x="12304" y="413"/>
                    <a:pt x="12304" y="428"/>
                  </a:cubicBezTo>
                  <a:cubicBezTo>
                    <a:pt x="12307" y="429"/>
                    <a:pt x="12311" y="429"/>
                    <a:pt x="12314" y="429"/>
                  </a:cubicBezTo>
                  <a:cubicBezTo>
                    <a:pt x="12317" y="429"/>
                    <a:pt x="12320" y="429"/>
                    <a:pt x="12324" y="429"/>
                  </a:cubicBezTo>
                  <a:cubicBezTo>
                    <a:pt x="12333" y="429"/>
                    <a:pt x="12342" y="429"/>
                    <a:pt x="12351" y="428"/>
                  </a:cubicBezTo>
                  <a:cubicBezTo>
                    <a:pt x="12360" y="427"/>
                    <a:pt x="12369" y="426"/>
                    <a:pt x="12377" y="424"/>
                  </a:cubicBezTo>
                  <a:lnTo>
                    <a:pt x="12391" y="346"/>
                  </a:lnTo>
                  <a:lnTo>
                    <a:pt x="12350" y="346"/>
                  </a:lnTo>
                  <a:lnTo>
                    <a:pt x="12370" y="235"/>
                  </a:lnTo>
                  <a:lnTo>
                    <a:pt x="12534" y="235"/>
                  </a:lnTo>
                  <a:lnTo>
                    <a:pt x="12480" y="526"/>
                  </a:lnTo>
                  <a:cubicBezTo>
                    <a:pt x="12462" y="534"/>
                    <a:pt x="12436" y="541"/>
                    <a:pt x="12403" y="546"/>
                  </a:cubicBezTo>
                  <a:cubicBezTo>
                    <a:pt x="12370" y="551"/>
                    <a:pt x="12338" y="554"/>
                    <a:pt x="12305" y="554"/>
                  </a:cubicBezTo>
                  <a:cubicBezTo>
                    <a:pt x="12266" y="554"/>
                    <a:pt x="12236" y="548"/>
                    <a:pt x="12215" y="536"/>
                  </a:cubicBezTo>
                  <a:cubicBezTo>
                    <a:pt x="12194" y="524"/>
                    <a:pt x="12180" y="507"/>
                    <a:pt x="12172" y="485"/>
                  </a:cubicBezTo>
                  <a:cubicBezTo>
                    <a:pt x="12164" y="464"/>
                    <a:pt x="12161" y="439"/>
                    <a:pt x="12161" y="410"/>
                  </a:cubicBezTo>
                  <a:cubicBezTo>
                    <a:pt x="12161" y="386"/>
                    <a:pt x="12163" y="361"/>
                    <a:pt x="12167" y="334"/>
                  </a:cubicBezTo>
                  <a:cubicBezTo>
                    <a:pt x="12172" y="307"/>
                    <a:pt x="12177" y="280"/>
                    <a:pt x="12183" y="251"/>
                  </a:cubicBezTo>
                  <a:cubicBezTo>
                    <a:pt x="12199" y="166"/>
                    <a:pt x="12225" y="104"/>
                    <a:pt x="12261" y="65"/>
                  </a:cubicBezTo>
                  <a:cubicBezTo>
                    <a:pt x="12297" y="26"/>
                    <a:pt x="12351" y="6"/>
                    <a:pt x="12421" y="7"/>
                  </a:cubicBezTo>
                  <a:close/>
                  <a:moveTo>
                    <a:pt x="11959" y="7"/>
                  </a:moveTo>
                  <a:cubicBezTo>
                    <a:pt x="11990" y="7"/>
                    <a:pt x="12015" y="9"/>
                    <a:pt x="12034" y="13"/>
                  </a:cubicBezTo>
                  <a:cubicBezTo>
                    <a:pt x="12054" y="17"/>
                    <a:pt x="12068" y="21"/>
                    <a:pt x="12077" y="25"/>
                  </a:cubicBezTo>
                  <a:lnTo>
                    <a:pt x="12047" y="151"/>
                  </a:lnTo>
                  <a:cubicBezTo>
                    <a:pt x="12035" y="147"/>
                    <a:pt x="12023" y="143"/>
                    <a:pt x="12011" y="141"/>
                  </a:cubicBezTo>
                  <a:cubicBezTo>
                    <a:pt x="12000" y="139"/>
                    <a:pt x="11987" y="138"/>
                    <a:pt x="11974" y="138"/>
                  </a:cubicBezTo>
                  <a:cubicBezTo>
                    <a:pt x="11961" y="138"/>
                    <a:pt x="11951" y="140"/>
                    <a:pt x="11944" y="145"/>
                  </a:cubicBezTo>
                  <a:cubicBezTo>
                    <a:pt x="11937" y="150"/>
                    <a:pt x="11934" y="158"/>
                    <a:pt x="11934" y="169"/>
                  </a:cubicBezTo>
                  <a:cubicBezTo>
                    <a:pt x="11934" y="177"/>
                    <a:pt x="11935" y="186"/>
                    <a:pt x="11938" y="194"/>
                  </a:cubicBezTo>
                  <a:cubicBezTo>
                    <a:pt x="11941" y="203"/>
                    <a:pt x="11946" y="215"/>
                    <a:pt x="11952" y="230"/>
                  </a:cubicBezTo>
                  <a:lnTo>
                    <a:pt x="11978" y="291"/>
                  </a:lnTo>
                  <a:cubicBezTo>
                    <a:pt x="11985" y="306"/>
                    <a:pt x="11991" y="323"/>
                    <a:pt x="11997" y="341"/>
                  </a:cubicBezTo>
                  <a:cubicBezTo>
                    <a:pt x="12002" y="359"/>
                    <a:pt x="12006" y="377"/>
                    <a:pt x="12006" y="396"/>
                  </a:cubicBezTo>
                  <a:cubicBezTo>
                    <a:pt x="12005" y="451"/>
                    <a:pt x="11990" y="491"/>
                    <a:pt x="11961" y="516"/>
                  </a:cubicBezTo>
                  <a:cubicBezTo>
                    <a:pt x="11932" y="542"/>
                    <a:pt x="11895" y="554"/>
                    <a:pt x="11848" y="554"/>
                  </a:cubicBezTo>
                  <a:cubicBezTo>
                    <a:pt x="11815" y="553"/>
                    <a:pt x="11788" y="551"/>
                    <a:pt x="11767" y="547"/>
                  </a:cubicBezTo>
                  <a:cubicBezTo>
                    <a:pt x="11746" y="543"/>
                    <a:pt x="11731" y="539"/>
                    <a:pt x="11722" y="535"/>
                  </a:cubicBezTo>
                  <a:lnTo>
                    <a:pt x="11732" y="402"/>
                  </a:lnTo>
                  <a:cubicBezTo>
                    <a:pt x="11742" y="406"/>
                    <a:pt x="11755" y="410"/>
                    <a:pt x="11774" y="414"/>
                  </a:cubicBezTo>
                  <a:cubicBezTo>
                    <a:pt x="11793" y="418"/>
                    <a:pt x="11814" y="420"/>
                    <a:pt x="11838" y="420"/>
                  </a:cubicBezTo>
                  <a:cubicBezTo>
                    <a:pt x="11841" y="420"/>
                    <a:pt x="11844" y="420"/>
                    <a:pt x="11846" y="420"/>
                  </a:cubicBezTo>
                  <a:cubicBezTo>
                    <a:pt x="11849" y="420"/>
                    <a:pt x="11852" y="420"/>
                    <a:pt x="11855" y="420"/>
                  </a:cubicBezTo>
                  <a:cubicBezTo>
                    <a:pt x="11856" y="416"/>
                    <a:pt x="11857" y="412"/>
                    <a:pt x="11858" y="407"/>
                  </a:cubicBezTo>
                  <a:cubicBezTo>
                    <a:pt x="11859" y="403"/>
                    <a:pt x="11860" y="398"/>
                    <a:pt x="11860" y="393"/>
                  </a:cubicBezTo>
                  <a:cubicBezTo>
                    <a:pt x="11859" y="384"/>
                    <a:pt x="11858" y="375"/>
                    <a:pt x="11854" y="366"/>
                  </a:cubicBezTo>
                  <a:cubicBezTo>
                    <a:pt x="11850" y="358"/>
                    <a:pt x="11846" y="348"/>
                    <a:pt x="11840" y="336"/>
                  </a:cubicBezTo>
                  <a:lnTo>
                    <a:pt x="11813" y="276"/>
                  </a:lnTo>
                  <a:cubicBezTo>
                    <a:pt x="11805" y="259"/>
                    <a:pt x="11799" y="241"/>
                    <a:pt x="11794" y="223"/>
                  </a:cubicBezTo>
                  <a:cubicBezTo>
                    <a:pt x="11789" y="205"/>
                    <a:pt x="11787" y="188"/>
                    <a:pt x="11787" y="171"/>
                  </a:cubicBezTo>
                  <a:cubicBezTo>
                    <a:pt x="11788" y="116"/>
                    <a:pt x="11803" y="75"/>
                    <a:pt x="11834" y="48"/>
                  </a:cubicBezTo>
                  <a:cubicBezTo>
                    <a:pt x="11865" y="20"/>
                    <a:pt x="11907" y="7"/>
                    <a:pt x="11959" y="7"/>
                  </a:cubicBezTo>
                  <a:close/>
                  <a:moveTo>
                    <a:pt x="10156" y="7"/>
                  </a:moveTo>
                  <a:cubicBezTo>
                    <a:pt x="10211" y="7"/>
                    <a:pt x="10248" y="21"/>
                    <a:pt x="10270" y="47"/>
                  </a:cubicBezTo>
                  <a:cubicBezTo>
                    <a:pt x="10291" y="73"/>
                    <a:pt x="10301" y="108"/>
                    <a:pt x="10300" y="151"/>
                  </a:cubicBezTo>
                  <a:cubicBezTo>
                    <a:pt x="10300" y="175"/>
                    <a:pt x="10298" y="200"/>
                    <a:pt x="10294" y="227"/>
                  </a:cubicBezTo>
                  <a:cubicBezTo>
                    <a:pt x="10290" y="253"/>
                    <a:pt x="10284" y="281"/>
                    <a:pt x="10278" y="310"/>
                  </a:cubicBezTo>
                  <a:cubicBezTo>
                    <a:pt x="10262" y="395"/>
                    <a:pt x="10237" y="457"/>
                    <a:pt x="10202" y="496"/>
                  </a:cubicBezTo>
                  <a:cubicBezTo>
                    <a:pt x="10166" y="535"/>
                    <a:pt x="10113" y="554"/>
                    <a:pt x="10043" y="554"/>
                  </a:cubicBezTo>
                  <a:cubicBezTo>
                    <a:pt x="9988" y="553"/>
                    <a:pt x="9951" y="540"/>
                    <a:pt x="9929" y="514"/>
                  </a:cubicBezTo>
                  <a:cubicBezTo>
                    <a:pt x="9908" y="487"/>
                    <a:pt x="9898" y="453"/>
                    <a:pt x="9899" y="409"/>
                  </a:cubicBezTo>
                  <a:cubicBezTo>
                    <a:pt x="9899" y="385"/>
                    <a:pt x="9902" y="360"/>
                    <a:pt x="9906" y="334"/>
                  </a:cubicBezTo>
                  <a:cubicBezTo>
                    <a:pt x="9910" y="307"/>
                    <a:pt x="9915" y="280"/>
                    <a:pt x="9922" y="251"/>
                  </a:cubicBezTo>
                  <a:cubicBezTo>
                    <a:pt x="9933" y="194"/>
                    <a:pt x="9947" y="148"/>
                    <a:pt x="9966" y="112"/>
                  </a:cubicBezTo>
                  <a:cubicBezTo>
                    <a:pt x="9984" y="76"/>
                    <a:pt x="10009" y="49"/>
                    <a:pt x="10039" y="32"/>
                  </a:cubicBezTo>
                  <a:cubicBezTo>
                    <a:pt x="10070" y="15"/>
                    <a:pt x="10109" y="7"/>
                    <a:pt x="10156" y="7"/>
                  </a:cubicBezTo>
                  <a:close/>
                  <a:moveTo>
                    <a:pt x="9767" y="7"/>
                  </a:moveTo>
                  <a:cubicBezTo>
                    <a:pt x="9796" y="7"/>
                    <a:pt x="9824" y="9"/>
                    <a:pt x="9850" y="13"/>
                  </a:cubicBezTo>
                  <a:cubicBezTo>
                    <a:pt x="9876" y="17"/>
                    <a:pt x="9895" y="21"/>
                    <a:pt x="9906" y="26"/>
                  </a:cubicBezTo>
                  <a:lnTo>
                    <a:pt x="9874" y="153"/>
                  </a:lnTo>
                  <a:cubicBezTo>
                    <a:pt x="9861" y="149"/>
                    <a:pt x="9845" y="146"/>
                    <a:pt x="9827" y="143"/>
                  </a:cubicBezTo>
                  <a:cubicBezTo>
                    <a:pt x="9809" y="140"/>
                    <a:pt x="9788" y="138"/>
                    <a:pt x="9765" y="138"/>
                  </a:cubicBezTo>
                  <a:cubicBezTo>
                    <a:pt x="9737" y="137"/>
                    <a:pt x="9718" y="144"/>
                    <a:pt x="9706" y="160"/>
                  </a:cubicBezTo>
                  <a:cubicBezTo>
                    <a:pt x="9695" y="176"/>
                    <a:pt x="9684" y="207"/>
                    <a:pt x="9674" y="252"/>
                  </a:cubicBezTo>
                  <a:cubicBezTo>
                    <a:pt x="9670" y="268"/>
                    <a:pt x="9667" y="288"/>
                    <a:pt x="9663" y="309"/>
                  </a:cubicBezTo>
                  <a:cubicBezTo>
                    <a:pt x="9659" y="331"/>
                    <a:pt x="9656" y="353"/>
                    <a:pt x="9654" y="374"/>
                  </a:cubicBezTo>
                  <a:cubicBezTo>
                    <a:pt x="9652" y="395"/>
                    <a:pt x="9650" y="413"/>
                    <a:pt x="9650" y="428"/>
                  </a:cubicBezTo>
                  <a:cubicBezTo>
                    <a:pt x="9653" y="429"/>
                    <a:pt x="9657" y="429"/>
                    <a:pt x="9660" y="429"/>
                  </a:cubicBezTo>
                  <a:cubicBezTo>
                    <a:pt x="9663" y="429"/>
                    <a:pt x="9666" y="429"/>
                    <a:pt x="9670" y="429"/>
                  </a:cubicBezTo>
                  <a:cubicBezTo>
                    <a:pt x="9679" y="429"/>
                    <a:pt x="9688" y="429"/>
                    <a:pt x="9697" y="428"/>
                  </a:cubicBezTo>
                  <a:cubicBezTo>
                    <a:pt x="9706" y="427"/>
                    <a:pt x="9715" y="426"/>
                    <a:pt x="9723" y="424"/>
                  </a:cubicBezTo>
                  <a:lnTo>
                    <a:pt x="9737" y="346"/>
                  </a:lnTo>
                  <a:lnTo>
                    <a:pt x="9696" y="346"/>
                  </a:lnTo>
                  <a:lnTo>
                    <a:pt x="9716" y="235"/>
                  </a:lnTo>
                  <a:lnTo>
                    <a:pt x="9880" y="235"/>
                  </a:lnTo>
                  <a:lnTo>
                    <a:pt x="9826" y="526"/>
                  </a:lnTo>
                  <a:cubicBezTo>
                    <a:pt x="9808" y="534"/>
                    <a:pt x="9782" y="541"/>
                    <a:pt x="9749" y="546"/>
                  </a:cubicBezTo>
                  <a:cubicBezTo>
                    <a:pt x="9716" y="551"/>
                    <a:pt x="9684" y="554"/>
                    <a:pt x="9651" y="554"/>
                  </a:cubicBezTo>
                  <a:cubicBezTo>
                    <a:pt x="9612" y="554"/>
                    <a:pt x="9582" y="548"/>
                    <a:pt x="9561" y="536"/>
                  </a:cubicBezTo>
                  <a:cubicBezTo>
                    <a:pt x="9540" y="524"/>
                    <a:pt x="9526" y="507"/>
                    <a:pt x="9518" y="485"/>
                  </a:cubicBezTo>
                  <a:cubicBezTo>
                    <a:pt x="9510" y="464"/>
                    <a:pt x="9507" y="439"/>
                    <a:pt x="9507" y="410"/>
                  </a:cubicBezTo>
                  <a:cubicBezTo>
                    <a:pt x="9507" y="386"/>
                    <a:pt x="9509" y="361"/>
                    <a:pt x="9513" y="334"/>
                  </a:cubicBezTo>
                  <a:cubicBezTo>
                    <a:pt x="9518" y="307"/>
                    <a:pt x="9523" y="280"/>
                    <a:pt x="9529" y="251"/>
                  </a:cubicBezTo>
                  <a:cubicBezTo>
                    <a:pt x="9545" y="166"/>
                    <a:pt x="9571" y="104"/>
                    <a:pt x="9607" y="65"/>
                  </a:cubicBezTo>
                  <a:cubicBezTo>
                    <a:pt x="9643" y="26"/>
                    <a:pt x="9697" y="6"/>
                    <a:pt x="9767" y="7"/>
                  </a:cubicBezTo>
                  <a:close/>
                  <a:moveTo>
                    <a:pt x="9305" y="7"/>
                  </a:moveTo>
                  <a:cubicBezTo>
                    <a:pt x="9336" y="7"/>
                    <a:pt x="9361" y="9"/>
                    <a:pt x="9380" y="13"/>
                  </a:cubicBezTo>
                  <a:cubicBezTo>
                    <a:pt x="9400" y="17"/>
                    <a:pt x="9414" y="21"/>
                    <a:pt x="9423" y="25"/>
                  </a:cubicBezTo>
                  <a:lnTo>
                    <a:pt x="9393" y="151"/>
                  </a:lnTo>
                  <a:cubicBezTo>
                    <a:pt x="9381" y="147"/>
                    <a:pt x="9369" y="143"/>
                    <a:pt x="9357" y="141"/>
                  </a:cubicBezTo>
                  <a:cubicBezTo>
                    <a:pt x="9346" y="139"/>
                    <a:pt x="9333" y="138"/>
                    <a:pt x="9320" y="138"/>
                  </a:cubicBezTo>
                  <a:cubicBezTo>
                    <a:pt x="9307" y="138"/>
                    <a:pt x="9297" y="140"/>
                    <a:pt x="9290" y="145"/>
                  </a:cubicBezTo>
                  <a:cubicBezTo>
                    <a:pt x="9283" y="150"/>
                    <a:pt x="9280" y="158"/>
                    <a:pt x="9280" y="169"/>
                  </a:cubicBezTo>
                  <a:cubicBezTo>
                    <a:pt x="9280" y="177"/>
                    <a:pt x="9281" y="186"/>
                    <a:pt x="9284" y="194"/>
                  </a:cubicBezTo>
                  <a:cubicBezTo>
                    <a:pt x="9287" y="203"/>
                    <a:pt x="9292" y="215"/>
                    <a:pt x="9298" y="230"/>
                  </a:cubicBezTo>
                  <a:lnTo>
                    <a:pt x="9324" y="291"/>
                  </a:lnTo>
                  <a:cubicBezTo>
                    <a:pt x="9331" y="306"/>
                    <a:pt x="9337" y="323"/>
                    <a:pt x="9343" y="341"/>
                  </a:cubicBezTo>
                  <a:cubicBezTo>
                    <a:pt x="9348" y="359"/>
                    <a:pt x="9352" y="377"/>
                    <a:pt x="9352" y="396"/>
                  </a:cubicBezTo>
                  <a:cubicBezTo>
                    <a:pt x="9351" y="451"/>
                    <a:pt x="9336" y="491"/>
                    <a:pt x="9307" y="516"/>
                  </a:cubicBezTo>
                  <a:cubicBezTo>
                    <a:pt x="9278" y="542"/>
                    <a:pt x="9241" y="554"/>
                    <a:pt x="9194" y="554"/>
                  </a:cubicBezTo>
                  <a:cubicBezTo>
                    <a:pt x="9161" y="553"/>
                    <a:pt x="9134" y="551"/>
                    <a:pt x="9113" y="547"/>
                  </a:cubicBezTo>
                  <a:cubicBezTo>
                    <a:pt x="9092" y="543"/>
                    <a:pt x="9077" y="539"/>
                    <a:pt x="9068" y="535"/>
                  </a:cubicBezTo>
                  <a:lnTo>
                    <a:pt x="9078" y="402"/>
                  </a:lnTo>
                  <a:cubicBezTo>
                    <a:pt x="9088" y="406"/>
                    <a:pt x="9101" y="410"/>
                    <a:pt x="9120" y="414"/>
                  </a:cubicBezTo>
                  <a:cubicBezTo>
                    <a:pt x="9139" y="418"/>
                    <a:pt x="9160" y="420"/>
                    <a:pt x="9184" y="420"/>
                  </a:cubicBezTo>
                  <a:cubicBezTo>
                    <a:pt x="9187" y="420"/>
                    <a:pt x="9190" y="420"/>
                    <a:pt x="9192" y="420"/>
                  </a:cubicBezTo>
                  <a:cubicBezTo>
                    <a:pt x="9195" y="420"/>
                    <a:pt x="9198" y="420"/>
                    <a:pt x="9201" y="420"/>
                  </a:cubicBezTo>
                  <a:cubicBezTo>
                    <a:pt x="9202" y="416"/>
                    <a:pt x="9203" y="412"/>
                    <a:pt x="9204" y="407"/>
                  </a:cubicBezTo>
                  <a:cubicBezTo>
                    <a:pt x="9205" y="403"/>
                    <a:pt x="9206" y="398"/>
                    <a:pt x="9206" y="393"/>
                  </a:cubicBezTo>
                  <a:cubicBezTo>
                    <a:pt x="9205" y="384"/>
                    <a:pt x="9204" y="375"/>
                    <a:pt x="9200" y="366"/>
                  </a:cubicBezTo>
                  <a:cubicBezTo>
                    <a:pt x="9196" y="358"/>
                    <a:pt x="9192" y="348"/>
                    <a:pt x="9186" y="336"/>
                  </a:cubicBezTo>
                  <a:lnTo>
                    <a:pt x="9159" y="276"/>
                  </a:lnTo>
                  <a:cubicBezTo>
                    <a:pt x="9151" y="259"/>
                    <a:pt x="9145" y="241"/>
                    <a:pt x="9140" y="223"/>
                  </a:cubicBezTo>
                  <a:cubicBezTo>
                    <a:pt x="9135" y="205"/>
                    <a:pt x="9133" y="188"/>
                    <a:pt x="9133" y="171"/>
                  </a:cubicBezTo>
                  <a:cubicBezTo>
                    <a:pt x="9134" y="116"/>
                    <a:pt x="9149" y="75"/>
                    <a:pt x="9180" y="48"/>
                  </a:cubicBezTo>
                  <a:cubicBezTo>
                    <a:pt x="9211" y="20"/>
                    <a:pt x="9253" y="7"/>
                    <a:pt x="9305" y="7"/>
                  </a:cubicBezTo>
                  <a:close/>
                  <a:moveTo>
                    <a:pt x="7504" y="7"/>
                  </a:moveTo>
                  <a:cubicBezTo>
                    <a:pt x="7559" y="7"/>
                    <a:pt x="7596" y="21"/>
                    <a:pt x="7618" y="47"/>
                  </a:cubicBezTo>
                  <a:cubicBezTo>
                    <a:pt x="7639" y="73"/>
                    <a:pt x="7649" y="108"/>
                    <a:pt x="7648" y="151"/>
                  </a:cubicBezTo>
                  <a:cubicBezTo>
                    <a:pt x="7648" y="175"/>
                    <a:pt x="7646" y="200"/>
                    <a:pt x="7642" y="227"/>
                  </a:cubicBezTo>
                  <a:cubicBezTo>
                    <a:pt x="7638" y="253"/>
                    <a:pt x="7632" y="281"/>
                    <a:pt x="7626" y="310"/>
                  </a:cubicBezTo>
                  <a:cubicBezTo>
                    <a:pt x="7610" y="395"/>
                    <a:pt x="7585" y="457"/>
                    <a:pt x="7550" y="496"/>
                  </a:cubicBezTo>
                  <a:cubicBezTo>
                    <a:pt x="7514" y="535"/>
                    <a:pt x="7461" y="554"/>
                    <a:pt x="7391" y="554"/>
                  </a:cubicBezTo>
                  <a:cubicBezTo>
                    <a:pt x="7336" y="553"/>
                    <a:pt x="7299" y="540"/>
                    <a:pt x="7277" y="514"/>
                  </a:cubicBezTo>
                  <a:cubicBezTo>
                    <a:pt x="7256" y="487"/>
                    <a:pt x="7246" y="453"/>
                    <a:pt x="7247" y="409"/>
                  </a:cubicBezTo>
                  <a:cubicBezTo>
                    <a:pt x="7247" y="385"/>
                    <a:pt x="7250" y="360"/>
                    <a:pt x="7254" y="334"/>
                  </a:cubicBezTo>
                  <a:cubicBezTo>
                    <a:pt x="7258" y="307"/>
                    <a:pt x="7263" y="280"/>
                    <a:pt x="7270" y="251"/>
                  </a:cubicBezTo>
                  <a:cubicBezTo>
                    <a:pt x="7281" y="194"/>
                    <a:pt x="7295" y="148"/>
                    <a:pt x="7314" y="112"/>
                  </a:cubicBezTo>
                  <a:cubicBezTo>
                    <a:pt x="7332" y="76"/>
                    <a:pt x="7357" y="49"/>
                    <a:pt x="7387" y="32"/>
                  </a:cubicBezTo>
                  <a:cubicBezTo>
                    <a:pt x="7418" y="15"/>
                    <a:pt x="7457" y="7"/>
                    <a:pt x="7504" y="7"/>
                  </a:cubicBezTo>
                  <a:close/>
                  <a:moveTo>
                    <a:pt x="7115" y="7"/>
                  </a:moveTo>
                  <a:cubicBezTo>
                    <a:pt x="7144" y="7"/>
                    <a:pt x="7172" y="9"/>
                    <a:pt x="7198" y="13"/>
                  </a:cubicBezTo>
                  <a:cubicBezTo>
                    <a:pt x="7224" y="17"/>
                    <a:pt x="7243" y="21"/>
                    <a:pt x="7254" y="26"/>
                  </a:cubicBezTo>
                  <a:lnTo>
                    <a:pt x="7222" y="153"/>
                  </a:lnTo>
                  <a:cubicBezTo>
                    <a:pt x="7209" y="149"/>
                    <a:pt x="7193" y="146"/>
                    <a:pt x="7175" y="143"/>
                  </a:cubicBezTo>
                  <a:cubicBezTo>
                    <a:pt x="7157" y="140"/>
                    <a:pt x="7136" y="138"/>
                    <a:pt x="7113" y="138"/>
                  </a:cubicBezTo>
                  <a:cubicBezTo>
                    <a:pt x="7085" y="137"/>
                    <a:pt x="7066" y="144"/>
                    <a:pt x="7054" y="160"/>
                  </a:cubicBezTo>
                  <a:cubicBezTo>
                    <a:pt x="7043" y="176"/>
                    <a:pt x="7032" y="207"/>
                    <a:pt x="7022" y="252"/>
                  </a:cubicBezTo>
                  <a:cubicBezTo>
                    <a:pt x="7018" y="268"/>
                    <a:pt x="7015" y="288"/>
                    <a:pt x="7011" y="309"/>
                  </a:cubicBezTo>
                  <a:cubicBezTo>
                    <a:pt x="7007" y="331"/>
                    <a:pt x="7004" y="353"/>
                    <a:pt x="7002" y="374"/>
                  </a:cubicBezTo>
                  <a:cubicBezTo>
                    <a:pt x="7000" y="395"/>
                    <a:pt x="6998" y="413"/>
                    <a:pt x="6998" y="428"/>
                  </a:cubicBezTo>
                  <a:cubicBezTo>
                    <a:pt x="7001" y="429"/>
                    <a:pt x="7005" y="429"/>
                    <a:pt x="7008" y="429"/>
                  </a:cubicBezTo>
                  <a:cubicBezTo>
                    <a:pt x="7011" y="429"/>
                    <a:pt x="7014" y="429"/>
                    <a:pt x="7018" y="429"/>
                  </a:cubicBezTo>
                  <a:cubicBezTo>
                    <a:pt x="7027" y="429"/>
                    <a:pt x="7036" y="429"/>
                    <a:pt x="7045" y="428"/>
                  </a:cubicBezTo>
                  <a:cubicBezTo>
                    <a:pt x="7054" y="427"/>
                    <a:pt x="7063" y="426"/>
                    <a:pt x="7071" y="424"/>
                  </a:cubicBezTo>
                  <a:lnTo>
                    <a:pt x="7085" y="346"/>
                  </a:lnTo>
                  <a:lnTo>
                    <a:pt x="7044" y="346"/>
                  </a:lnTo>
                  <a:lnTo>
                    <a:pt x="7064" y="235"/>
                  </a:lnTo>
                  <a:lnTo>
                    <a:pt x="7228" y="235"/>
                  </a:lnTo>
                  <a:lnTo>
                    <a:pt x="7174" y="526"/>
                  </a:lnTo>
                  <a:cubicBezTo>
                    <a:pt x="7156" y="534"/>
                    <a:pt x="7130" y="541"/>
                    <a:pt x="7097" y="546"/>
                  </a:cubicBezTo>
                  <a:cubicBezTo>
                    <a:pt x="7064" y="551"/>
                    <a:pt x="7032" y="554"/>
                    <a:pt x="6999" y="554"/>
                  </a:cubicBezTo>
                  <a:cubicBezTo>
                    <a:pt x="6960" y="554"/>
                    <a:pt x="6930" y="548"/>
                    <a:pt x="6909" y="536"/>
                  </a:cubicBezTo>
                  <a:cubicBezTo>
                    <a:pt x="6888" y="524"/>
                    <a:pt x="6874" y="507"/>
                    <a:pt x="6866" y="485"/>
                  </a:cubicBezTo>
                  <a:cubicBezTo>
                    <a:pt x="6858" y="464"/>
                    <a:pt x="6855" y="439"/>
                    <a:pt x="6855" y="410"/>
                  </a:cubicBezTo>
                  <a:cubicBezTo>
                    <a:pt x="6855" y="386"/>
                    <a:pt x="6857" y="361"/>
                    <a:pt x="6861" y="334"/>
                  </a:cubicBezTo>
                  <a:cubicBezTo>
                    <a:pt x="6866" y="307"/>
                    <a:pt x="6871" y="280"/>
                    <a:pt x="6877" y="251"/>
                  </a:cubicBezTo>
                  <a:cubicBezTo>
                    <a:pt x="6893" y="166"/>
                    <a:pt x="6919" y="104"/>
                    <a:pt x="6955" y="65"/>
                  </a:cubicBezTo>
                  <a:cubicBezTo>
                    <a:pt x="6991" y="26"/>
                    <a:pt x="7045" y="6"/>
                    <a:pt x="7115" y="7"/>
                  </a:cubicBezTo>
                  <a:close/>
                  <a:moveTo>
                    <a:pt x="6653" y="7"/>
                  </a:moveTo>
                  <a:cubicBezTo>
                    <a:pt x="6684" y="7"/>
                    <a:pt x="6709" y="9"/>
                    <a:pt x="6728" y="13"/>
                  </a:cubicBezTo>
                  <a:cubicBezTo>
                    <a:pt x="6748" y="17"/>
                    <a:pt x="6762" y="21"/>
                    <a:pt x="6771" y="25"/>
                  </a:cubicBezTo>
                  <a:lnTo>
                    <a:pt x="6741" y="151"/>
                  </a:lnTo>
                  <a:cubicBezTo>
                    <a:pt x="6729" y="147"/>
                    <a:pt x="6717" y="143"/>
                    <a:pt x="6705" y="141"/>
                  </a:cubicBezTo>
                  <a:cubicBezTo>
                    <a:pt x="6694" y="139"/>
                    <a:pt x="6681" y="138"/>
                    <a:pt x="6668" y="138"/>
                  </a:cubicBezTo>
                  <a:cubicBezTo>
                    <a:pt x="6655" y="138"/>
                    <a:pt x="6645" y="140"/>
                    <a:pt x="6638" y="145"/>
                  </a:cubicBezTo>
                  <a:cubicBezTo>
                    <a:pt x="6631" y="150"/>
                    <a:pt x="6628" y="158"/>
                    <a:pt x="6628" y="169"/>
                  </a:cubicBezTo>
                  <a:cubicBezTo>
                    <a:pt x="6628" y="177"/>
                    <a:pt x="6629" y="186"/>
                    <a:pt x="6632" y="194"/>
                  </a:cubicBezTo>
                  <a:cubicBezTo>
                    <a:pt x="6635" y="203"/>
                    <a:pt x="6640" y="215"/>
                    <a:pt x="6646" y="230"/>
                  </a:cubicBezTo>
                  <a:lnTo>
                    <a:pt x="6672" y="291"/>
                  </a:lnTo>
                  <a:cubicBezTo>
                    <a:pt x="6679" y="306"/>
                    <a:pt x="6685" y="323"/>
                    <a:pt x="6691" y="341"/>
                  </a:cubicBezTo>
                  <a:cubicBezTo>
                    <a:pt x="6696" y="359"/>
                    <a:pt x="6700" y="377"/>
                    <a:pt x="6700" y="396"/>
                  </a:cubicBezTo>
                  <a:cubicBezTo>
                    <a:pt x="6699" y="451"/>
                    <a:pt x="6684" y="491"/>
                    <a:pt x="6655" y="516"/>
                  </a:cubicBezTo>
                  <a:cubicBezTo>
                    <a:pt x="6626" y="542"/>
                    <a:pt x="6589" y="554"/>
                    <a:pt x="6542" y="554"/>
                  </a:cubicBezTo>
                  <a:cubicBezTo>
                    <a:pt x="6509" y="553"/>
                    <a:pt x="6482" y="551"/>
                    <a:pt x="6461" y="547"/>
                  </a:cubicBezTo>
                  <a:cubicBezTo>
                    <a:pt x="6440" y="543"/>
                    <a:pt x="6425" y="539"/>
                    <a:pt x="6416" y="535"/>
                  </a:cubicBezTo>
                  <a:lnTo>
                    <a:pt x="6426" y="402"/>
                  </a:lnTo>
                  <a:cubicBezTo>
                    <a:pt x="6436" y="406"/>
                    <a:pt x="6449" y="410"/>
                    <a:pt x="6468" y="414"/>
                  </a:cubicBezTo>
                  <a:cubicBezTo>
                    <a:pt x="6487" y="418"/>
                    <a:pt x="6508" y="420"/>
                    <a:pt x="6532" y="420"/>
                  </a:cubicBezTo>
                  <a:cubicBezTo>
                    <a:pt x="6535" y="420"/>
                    <a:pt x="6538" y="420"/>
                    <a:pt x="6540" y="420"/>
                  </a:cubicBezTo>
                  <a:cubicBezTo>
                    <a:pt x="6543" y="420"/>
                    <a:pt x="6546" y="420"/>
                    <a:pt x="6549" y="420"/>
                  </a:cubicBezTo>
                  <a:cubicBezTo>
                    <a:pt x="6550" y="416"/>
                    <a:pt x="6551" y="412"/>
                    <a:pt x="6552" y="407"/>
                  </a:cubicBezTo>
                  <a:cubicBezTo>
                    <a:pt x="6553" y="403"/>
                    <a:pt x="6554" y="398"/>
                    <a:pt x="6554" y="393"/>
                  </a:cubicBezTo>
                  <a:cubicBezTo>
                    <a:pt x="6553" y="384"/>
                    <a:pt x="6552" y="375"/>
                    <a:pt x="6548" y="366"/>
                  </a:cubicBezTo>
                  <a:cubicBezTo>
                    <a:pt x="6544" y="358"/>
                    <a:pt x="6540" y="348"/>
                    <a:pt x="6534" y="336"/>
                  </a:cubicBezTo>
                  <a:lnTo>
                    <a:pt x="6507" y="276"/>
                  </a:lnTo>
                  <a:cubicBezTo>
                    <a:pt x="6499" y="259"/>
                    <a:pt x="6493" y="241"/>
                    <a:pt x="6488" y="223"/>
                  </a:cubicBezTo>
                  <a:cubicBezTo>
                    <a:pt x="6483" y="205"/>
                    <a:pt x="6481" y="188"/>
                    <a:pt x="6481" y="171"/>
                  </a:cubicBezTo>
                  <a:cubicBezTo>
                    <a:pt x="6482" y="116"/>
                    <a:pt x="6497" y="75"/>
                    <a:pt x="6528" y="48"/>
                  </a:cubicBezTo>
                  <a:cubicBezTo>
                    <a:pt x="6559" y="20"/>
                    <a:pt x="6601" y="7"/>
                    <a:pt x="6653" y="7"/>
                  </a:cubicBezTo>
                  <a:close/>
                  <a:moveTo>
                    <a:pt x="4850" y="7"/>
                  </a:moveTo>
                  <a:cubicBezTo>
                    <a:pt x="4905" y="7"/>
                    <a:pt x="4942" y="21"/>
                    <a:pt x="4964" y="47"/>
                  </a:cubicBezTo>
                  <a:cubicBezTo>
                    <a:pt x="4985" y="73"/>
                    <a:pt x="4995" y="108"/>
                    <a:pt x="4994" y="151"/>
                  </a:cubicBezTo>
                  <a:cubicBezTo>
                    <a:pt x="4994" y="175"/>
                    <a:pt x="4992" y="200"/>
                    <a:pt x="4988" y="227"/>
                  </a:cubicBezTo>
                  <a:cubicBezTo>
                    <a:pt x="4984" y="253"/>
                    <a:pt x="4978" y="281"/>
                    <a:pt x="4972" y="310"/>
                  </a:cubicBezTo>
                  <a:cubicBezTo>
                    <a:pt x="4956" y="395"/>
                    <a:pt x="4931" y="457"/>
                    <a:pt x="4896" y="496"/>
                  </a:cubicBezTo>
                  <a:cubicBezTo>
                    <a:pt x="4860" y="535"/>
                    <a:pt x="4807" y="554"/>
                    <a:pt x="4737" y="554"/>
                  </a:cubicBezTo>
                  <a:cubicBezTo>
                    <a:pt x="4682" y="553"/>
                    <a:pt x="4645" y="540"/>
                    <a:pt x="4623" y="514"/>
                  </a:cubicBezTo>
                  <a:cubicBezTo>
                    <a:pt x="4602" y="487"/>
                    <a:pt x="4592" y="453"/>
                    <a:pt x="4593" y="409"/>
                  </a:cubicBezTo>
                  <a:cubicBezTo>
                    <a:pt x="4593" y="385"/>
                    <a:pt x="4596" y="360"/>
                    <a:pt x="4600" y="334"/>
                  </a:cubicBezTo>
                  <a:cubicBezTo>
                    <a:pt x="4604" y="307"/>
                    <a:pt x="4609" y="280"/>
                    <a:pt x="4616" y="251"/>
                  </a:cubicBezTo>
                  <a:cubicBezTo>
                    <a:pt x="4627" y="194"/>
                    <a:pt x="4641" y="148"/>
                    <a:pt x="4660" y="112"/>
                  </a:cubicBezTo>
                  <a:cubicBezTo>
                    <a:pt x="4678" y="76"/>
                    <a:pt x="4703" y="49"/>
                    <a:pt x="4733" y="32"/>
                  </a:cubicBezTo>
                  <a:cubicBezTo>
                    <a:pt x="4764" y="15"/>
                    <a:pt x="4803" y="7"/>
                    <a:pt x="4850" y="7"/>
                  </a:cubicBezTo>
                  <a:close/>
                  <a:moveTo>
                    <a:pt x="4461" y="7"/>
                  </a:moveTo>
                  <a:cubicBezTo>
                    <a:pt x="4490" y="7"/>
                    <a:pt x="4518" y="9"/>
                    <a:pt x="4544" y="13"/>
                  </a:cubicBezTo>
                  <a:cubicBezTo>
                    <a:pt x="4570" y="17"/>
                    <a:pt x="4589" y="21"/>
                    <a:pt x="4600" y="26"/>
                  </a:cubicBezTo>
                  <a:lnTo>
                    <a:pt x="4568" y="153"/>
                  </a:lnTo>
                  <a:cubicBezTo>
                    <a:pt x="4555" y="149"/>
                    <a:pt x="4539" y="146"/>
                    <a:pt x="4521" y="143"/>
                  </a:cubicBezTo>
                  <a:cubicBezTo>
                    <a:pt x="4503" y="140"/>
                    <a:pt x="4482" y="138"/>
                    <a:pt x="4459" y="138"/>
                  </a:cubicBezTo>
                  <a:cubicBezTo>
                    <a:pt x="4431" y="137"/>
                    <a:pt x="4412" y="144"/>
                    <a:pt x="4400" y="160"/>
                  </a:cubicBezTo>
                  <a:cubicBezTo>
                    <a:pt x="4389" y="176"/>
                    <a:pt x="4378" y="207"/>
                    <a:pt x="4368" y="252"/>
                  </a:cubicBezTo>
                  <a:cubicBezTo>
                    <a:pt x="4364" y="268"/>
                    <a:pt x="4361" y="288"/>
                    <a:pt x="4357" y="309"/>
                  </a:cubicBezTo>
                  <a:cubicBezTo>
                    <a:pt x="4353" y="331"/>
                    <a:pt x="4350" y="353"/>
                    <a:pt x="4348" y="374"/>
                  </a:cubicBezTo>
                  <a:cubicBezTo>
                    <a:pt x="4346" y="395"/>
                    <a:pt x="4344" y="413"/>
                    <a:pt x="4344" y="428"/>
                  </a:cubicBezTo>
                  <a:cubicBezTo>
                    <a:pt x="4347" y="429"/>
                    <a:pt x="4351" y="429"/>
                    <a:pt x="4354" y="429"/>
                  </a:cubicBezTo>
                  <a:cubicBezTo>
                    <a:pt x="4357" y="429"/>
                    <a:pt x="4360" y="429"/>
                    <a:pt x="4364" y="429"/>
                  </a:cubicBezTo>
                  <a:cubicBezTo>
                    <a:pt x="4373" y="429"/>
                    <a:pt x="4382" y="429"/>
                    <a:pt x="4391" y="428"/>
                  </a:cubicBezTo>
                  <a:cubicBezTo>
                    <a:pt x="4400" y="427"/>
                    <a:pt x="4409" y="426"/>
                    <a:pt x="4417" y="424"/>
                  </a:cubicBezTo>
                  <a:lnTo>
                    <a:pt x="4431" y="346"/>
                  </a:lnTo>
                  <a:lnTo>
                    <a:pt x="4390" y="346"/>
                  </a:lnTo>
                  <a:lnTo>
                    <a:pt x="4410" y="235"/>
                  </a:lnTo>
                  <a:lnTo>
                    <a:pt x="4574" y="235"/>
                  </a:lnTo>
                  <a:lnTo>
                    <a:pt x="4520" y="526"/>
                  </a:lnTo>
                  <a:cubicBezTo>
                    <a:pt x="4502" y="534"/>
                    <a:pt x="4476" y="541"/>
                    <a:pt x="4443" y="546"/>
                  </a:cubicBezTo>
                  <a:cubicBezTo>
                    <a:pt x="4410" y="551"/>
                    <a:pt x="4378" y="554"/>
                    <a:pt x="4345" y="554"/>
                  </a:cubicBezTo>
                  <a:cubicBezTo>
                    <a:pt x="4306" y="554"/>
                    <a:pt x="4276" y="548"/>
                    <a:pt x="4255" y="536"/>
                  </a:cubicBezTo>
                  <a:cubicBezTo>
                    <a:pt x="4234" y="524"/>
                    <a:pt x="4220" y="507"/>
                    <a:pt x="4212" y="485"/>
                  </a:cubicBezTo>
                  <a:cubicBezTo>
                    <a:pt x="4204" y="464"/>
                    <a:pt x="4201" y="439"/>
                    <a:pt x="4201" y="410"/>
                  </a:cubicBezTo>
                  <a:cubicBezTo>
                    <a:pt x="4201" y="386"/>
                    <a:pt x="4203" y="361"/>
                    <a:pt x="4207" y="334"/>
                  </a:cubicBezTo>
                  <a:cubicBezTo>
                    <a:pt x="4212" y="307"/>
                    <a:pt x="4217" y="280"/>
                    <a:pt x="4223" y="251"/>
                  </a:cubicBezTo>
                  <a:cubicBezTo>
                    <a:pt x="4239" y="166"/>
                    <a:pt x="4265" y="104"/>
                    <a:pt x="4301" y="65"/>
                  </a:cubicBezTo>
                  <a:cubicBezTo>
                    <a:pt x="4337" y="26"/>
                    <a:pt x="4391" y="6"/>
                    <a:pt x="4461" y="7"/>
                  </a:cubicBezTo>
                  <a:close/>
                  <a:moveTo>
                    <a:pt x="3999" y="7"/>
                  </a:moveTo>
                  <a:cubicBezTo>
                    <a:pt x="4030" y="7"/>
                    <a:pt x="4055" y="9"/>
                    <a:pt x="4074" y="13"/>
                  </a:cubicBezTo>
                  <a:cubicBezTo>
                    <a:pt x="4094" y="17"/>
                    <a:pt x="4108" y="21"/>
                    <a:pt x="4117" y="25"/>
                  </a:cubicBezTo>
                  <a:lnTo>
                    <a:pt x="4087" y="151"/>
                  </a:lnTo>
                  <a:cubicBezTo>
                    <a:pt x="4075" y="147"/>
                    <a:pt x="4063" y="143"/>
                    <a:pt x="4051" y="141"/>
                  </a:cubicBezTo>
                  <a:cubicBezTo>
                    <a:pt x="4040" y="139"/>
                    <a:pt x="4027" y="138"/>
                    <a:pt x="4014" y="138"/>
                  </a:cubicBezTo>
                  <a:cubicBezTo>
                    <a:pt x="4001" y="138"/>
                    <a:pt x="3991" y="140"/>
                    <a:pt x="3984" y="145"/>
                  </a:cubicBezTo>
                  <a:cubicBezTo>
                    <a:pt x="3977" y="150"/>
                    <a:pt x="3974" y="158"/>
                    <a:pt x="3974" y="169"/>
                  </a:cubicBezTo>
                  <a:cubicBezTo>
                    <a:pt x="3974" y="177"/>
                    <a:pt x="3975" y="186"/>
                    <a:pt x="3978" y="194"/>
                  </a:cubicBezTo>
                  <a:cubicBezTo>
                    <a:pt x="3981" y="203"/>
                    <a:pt x="3986" y="215"/>
                    <a:pt x="3992" y="230"/>
                  </a:cubicBezTo>
                  <a:lnTo>
                    <a:pt x="4018" y="291"/>
                  </a:lnTo>
                  <a:cubicBezTo>
                    <a:pt x="4025" y="306"/>
                    <a:pt x="4031" y="323"/>
                    <a:pt x="4037" y="341"/>
                  </a:cubicBezTo>
                  <a:cubicBezTo>
                    <a:pt x="4042" y="359"/>
                    <a:pt x="4046" y="377"/>
                    <a:pt x="4046" y="396"/>
                  </a:cubicBezTo>
                  <a:cubicBezTo>
                    <a:pt x="4045" y="451"/>
                    <a:pt x="4030" y="491"/>
                    <a:pt x="4001" y="516"/>
                  </a:cubicBezTo>
                  <a:cubicBezTo>
                    <a:pt x="3972" y="542"/>
                    <a:pt x="3935" y="554"/>
                    <a:pt x="3888" y="554"/>
                  </a:cubicBezTo>
                  <a:cubicBezTo>
                    <a:pt x="3855" y="553"/>
                    <a:pt x="3828" y="551"/>
                    <a:pt x="3807" y="547"/>
                  </a:cubicBezTo>
                  <a:cubicBezTo>
                    <a:pt x="3786" y="543"/>
                    <a:pt x="3771" y="539"/>
                    <a:pt x="3762" y="535"/>
                  </a:cubicBezTo>
                  <a:lnTo>
                    <a:pt x="3772" y="402"/>
                  </a:lnTo>
                  <a:cubicBezTo>
                    <a:pt x="3782" y="406"/>
                    <a:pt x="3795" y="410"/>
                    <a:pt x="3814" y="414"/>
                  </a:cubicBezTo>
                  <a:cubicBezTo>
                    <a:pt x="3833" y="418"/>
                    <a:pt x="3854" y="420"/>
                    <a:pt x="3878" y="420"/>
                  </a:cubicBezTo>
                  <a:cubicBezTo>
                    <a:pt x="3881" y="420"/>
                    <a:pt x="3884" y="420"/>
                    <a:pt x="3886" y="420"/>
                  </a:cubicBezTo>
                  <a:cubicBezTo>
                    <a:pt x="3889" y="420"/>
                    <a:pt x="3892" y="420"/>
                    <a:pt x="3895" y="420"/>
                  </a:cubicBezTo>
                  <a:cubicBezTo>
                    <a:pt x="3896" y="416"/>
                    <a:pt x="3897" y="412"/>
                    <a:pt x="3898" y="407"/>
                  </a:cubicBezTo>
                  <a:cubicBezTo>
                    <a:pt x="3899" y="403"/>
                    <a:pt x="3900" y="398"/>
                    <a:pt x="3900" y="393"/>
                  </a:cubicBezTo>
                  <a:cubicBezTo>
                    <a:pt x="3899" y="384"/>
                    <a:pt x="3898" y="375"/>
                    <a:pt x="3894" y="366"/>
                  </a:cubicBezTo>
                  <a:cubicBezTo>
                    <a:pt x="3890" y="358"/>
                    <a:pt x="3886" y="348"/>
                    <a:pt x="3880" y="336"/>
                  </a:cubicBezTo>
                  <a:lnTo>
                    <a:pt x="3853" y="276"/>
                  </a:lnTo>
                  <a:cubicBezTo>
                    <a:pt x="3845" y="259"/>
                    <a:pt x="3839" y="241"/>
                    <a:pt x="3834" y="223"/>
                  </a:cubicBezTo>
                  <a:cubicBezTo>
                    <a:pt x="3829" y="205"/>
                    <a:pt x="3827" y="188"/>
                    <a:pt x="3827" y="171"/>
                  </a:cubicBezTo>
                  <a:cubicBezTo>
                    <a:pt x="3828" y="116"/>
                    <a:pt x="3843" y="75"/>
                    <a:pt x="3874" y="48"/>
                  </a:cubicBezTo>
                  <a:cubicBezTo>
                    <a:pt x="3905" y="20"/>
                    <a:pt x="3947" y="7"/>
                    <a:pt x="3999" y="7"/>
                  </a:cubicBezTo>
                  <a:close/>
                  <a:moveTo>
                    <a:pt x="2198" y="7"/>
                  </a:moveTo>
                  <a:cubicBezTo>
                    <a:pt x="2253" y="7"/>
                    <a:pt x="2290" y="21"/>
                    <a:pt x="2312" y="47"/>
                  </a:cubicBezTo>
                  <a:cubicBezTo>
                    <a:pt x="2333" y="73"/>
                    <a:pt x="2343" y="108"/>
                    <a:pt x="2342" y="151"/>
                  </a:cubicBezTo>
                  <a:cubicBezTo>
                    <a:pt x="2342" y="175"/>
                    <a:pt x="2340" y="200"/>
                    <a:pt x="2336" y="227"/>
                  </a:cubicBezTo>
                  <a:cubicBezTo>
                    <a:pt x="2332" y="253"/>
                    <a:pt x="2326" y="281"/>
                    <a:pt x="2320" y="310"/>
                  </a:cubicBezTo>
                  <a:cubicBezTo>
                    <a:pt x="2304" y="395"/>
                    <a:pt x="2279" y="457"/>
                    <a:pt x="2244" y="496"/>
                  </a:cubicBezTo>
                  <a:cubicBezTo>
                    <a:pt x="2208" y="535"/>
                    <a:pt x="2155" y="554"/>
                    <a:pt x="2085" y="554"/>
                  </a:cubicBezTo>
                  <a:cubicBezTo>
                    <a:pt x="2030" y="553"/>
                    <a:pt x="1993" y="540"/>
                    <a:pt x="1971" y="514"/>
                  </a:cubicBezTo>
                  <a:cubicBezTo>
                    <a:pt x="1950" y="487"/>
                    <a:pt x="1940" y="453"/>
                    <a:pt x="1941" y="409"/>
                  </a:cubicBezTo>
                  <a:cubicBezTo>
                    <a:pt x="1941" y="385"/>
                    <a:pt x="1944" y="360"/>
                    <a:pt x="1948" y="334"/>
                  </a:cubicBezTo>
                  <a:cubicBezTo>
                    <a:pt x="1952" y="307"/>
                    <a:pt x="1957" y="280"/>
                    <a:pt x="1964" y="251"/>
                  </a:cubicBezTo>
                  <a:cubicBezTo>
                    <a:pt x="1975" y="194"/>
                    <a:pt x="1989" y="148"/>
                    <a:pt x="2008" y="112"/>
                  </a:cubicBezTo>
                  <a:cubicBezTo>
                    <a:pt x="2026" y="76"/>
                    <a:pt x="2051" y="49"/>
                    <a:pt x="2081" y="32"/>
                  </a:cubicBezTo>
                  <a:cubicBezTo>
                    <a:pt x="2112" y="15"/>
                    <a:pt x="2151" y="7"/>
                    <a:pt x="2198" y="7"/>
                  </a:cubicBezTo>
                  <a:close/>
                  <a:moveTo>
                    <a:pt x="1809" y="7"/>
                  </a:moveTo>
                  <a:cubicBezTo>
                    <a:pt x="1838" y="7"/>
                    <a:pt x="1866" y="9"/>
                    <a:pt x="1892" y="13"/>
                  </a:cubicBezTo>
                  <a:cubicBezTo>
                    <a:pt x="1918" y="17"/>
                    <a:pt x="1937" y="21"/>
                    <a:pt x="1948" y="26"/>
                  </a:cubicBezTo>
                  <a:lnTo>
                    <a:pt x="1916" y="153"/>
                  </a:lnTo>
                  <a:cubicBezTo>
                    <a:pt x="1903" y="149"/>
                    <a:pt x="1887" y="146"/>
                    <a:pt x="1869" y="143"/>
                  </a:cubicBezTo>
                  <a:cubicBezTo>
                    <a:pt x="1851" y="140"/>
                    <a:pt x="1830" y="138"/>
                    <a:pt x="1807" y="138"/>
                  </a:cubicBezTo>
                  <a:cubicBezTo>
                    <a:pt x="1779" y="137"/>
                    <a:pt x="1760" y="144"/>
                    <a:pt x="1748" y="160"/>
                  </a:cubicBezTo>
                  <a:cubicBezTo>
                    <a:pt x="1737" y="176"/>
                    <a:pt x="1726" y="207"/>
                    <a:pt x="1716" y="252"/>
                  </a:cubicBezTo>
                  <a:cubicBezTo>
                    <a:pt x="1712" y="268"/>
                    <a:pt x="1709" y="288"/>
                    <a:pt x="1705" y="309"/>
                  </a:cubicBezTo>
                  <a:cubicBezTo>
                    <a:pt x="1701" y="331"/>
                    <a:pt x="1698" y="353"/>
                    <a:pt x="1696" y="374"/>
                  </a:cubicBezTo>
                  <a:cubicBezTo>
                    <a:pt x="1694" y="395"/>
                    <a:pt x="1692" y="413"/>
                    <a:pt x="1692" y="428"/>
                  </a:cubicBezTo>
                  <a:cubicBezTo>
                    <a:pt x="1695" y="429"/>
                    <a:pt x="1699" y="429"/>
                    <a:pt x="1702" y="429"/>
                  </a:cubicBezTo>
                  <a:cubicBezTo>
                    <a:pt x="1705" y="429"/>
                    <a:pt x="1708" y="429"/>
                    <a:pt x="1712" y="429"/>
                  </a:cubicBezTo>
                  <a:cubicBezTo>
                    <a:pt x="1721" y="429"/>
                    <a:pt x="1730" y="429"/>
                    <a:pt x="1739" y="428"/>
                  </a:cubicBezTo>
                  <a:cubicBezTo>
                    <a:pt x="1748" y="427"/>
                    <a:pt x="1757" y="426"/>
                    <a:pt x="1765" y="424"/>
                  </a:cubicBezTo>
                  <a:lnTo>
                    <a:pt x="1779" y="346"/>
                  </a:lnTo>
                  <a:lnTo>
                    <a:pt x="1738" y="346"/>
                  </a:lnTo>
                  <a:lnTo>
                    <a:pt x="1758" y="235"/>
                  </a:lnTo>
                  <a:lnTo>
                    <a:pt x="1922" y="235"/>
                  </a:lnTo>
                  <a:lnTo>
                    <a:pt x="1868" y="526"/>
                  </a:lnTo>
                  <a:cubicBezTo>
                    <a:pt x="1850" y="534"/>
                    <a:pt x="1824" y="541"/>
                    <a:pt x="1791" y="546"/>
                  </a:cubicBezTo>
                  <a:cubicBezTo>
                    <a:pt x="1758" y="551"/>
                    <a:pt x="1726" y="554"/>
                    <a:pt x="1693" y="554"/>
                  </a:cubicBezTo>
                  <a:cubicBezTo>
                    <a:pt x="1654" y="554"/>
                    <a:pt x="1624" y="548"/>
                    <a:pt x="1603" y="536"/>
                  </a:cubicBezTo>
                  <a:cubicBezTo>
                    <a:pt x="1582" y="524"/>
                    <a:pt x="1568" y="507"/>
                    <a:pt x="1560" y="485"/>
                  </a:cubicBezTo>
                  <a:cubicBezTo>
                    <a:pt x="1552" y="464"/>
                    <a:pt x="1549" y="439"/>
                    <a:pt x="1549" y="410"/>
                  </a:cubicBezTo>
                  <a:cubicBezTo>
                    <a:pt x="1549" y="386"/>
                    <a:pt x="1551" y="361"/>
                    <a:pt x="1555" y="334"/>
                  </a:cubicBezTo>
                  <a:cubicBezTo>
                    <a:pt x="1560" y="307"/>
                    <a:pt x="1565" y="280"/>
                    <a:pt x="1571" y="251"/>
                  </a:cubicBezTo>
                  <a:cubicBezTo>
                    <a:pt x="1587" y="166"/>
                    <a:pt x="1613" y="104"/>
                    <a:pt x="1649" y="65"/>
                  </a:cubicBezTo>
                  <a:cubicBezTo>
                    <a:pt x="1685" y="26"/>
                    <a:pt x="1739" y="6"/>
                    <a:pt x="1809" y="7"/>
                  </a:cubicBezTo>
                  <a:close/>
                  <a:moveTo>
                    <a:pt x="1347" y="7"/>
                  </a:moveTo>
                  <a:cubicBezTo>
                    <a:pt x="1378" y="7"/>
                    <a:pt x="1403" y="9"/>
                    <a:pt x="1422" y="13"/>
                  </a:cubicBezTo>
                  <a:cubicBezTo>
                    <a:pt x="1442" y="17"/>
                    <a:pt x="1456" y="21"/>
                    <a:pt x="1465" y="25"/>
                  </a:cubicBezTo>
                  <a:lnTo>
                    <a:pt x="1435" y="151"/>
                  </a:lnTo>
                  <a:cubicBezTo>
                    <a:pt x="1423" y="147"/>
                    <a:pt x="1411" y="143"/>
                    <a:pt x="1399" y="141"/>
                  </a:cubicBezTo>
                  <a:cubicBezTo>
                    <a:pt x="1388" y="139"/>
                    <a:pt x="1375" y="138"/>
                    <a:pt x="1362" y="138"/>
                  </a:cubicBezTo>
                  <a:cubicBezTo>
                    <a:pt x="1349" y="138"/>
                    <a:pt x="1339" y="140"/>
                    <a:pt x="1332" y="145"/>
                  </a:cubicBezTo>
                  <a:cubicBezTo>
                    <a:pt x="1325" y="150"/>
                    <a:pt x="1322" y="158"/>
                    <a:pt x="1322" y="169"/>
                  </a:cubicBezTo>
                  <a:cubicBezTo>
                    <a:pt x="1322" y="177"/>
                    <a:pt x="1323" y="186"/>
                    <a:pt x="1326" y="194"/>
                  </a:cubicBezTo>
                  <a:cubicBezTo>
                    <a:pt x="1329" y="203"/>
                    <a:pt x="1334" y="215"/>
                    <a:pt x="1340" y="230"/>
                  </a:cubicBezTo>
                  <a:lnTo>
                    <a:pt x="1366" y="291"/>
                  </a:lnTo>
                  <a:cubicBezTo>
                    <a:pt x="1373" y="306"/>
                    <a:pt x="1379" y="323"/>
                    <a:pt x="1385" y="341"/>
                  </a:cubicBezTo>
                  <a:cubicBezTo>
                    <a:pt x="1390" y="359"/>
                    <a:pt x="1394" y="377"/>
                    <a:pt x="1394" y="396"/>
                  </a:cubicBezTo>
                  <a:cubicBezTo>
                    <a:pt x="1393" y="451"/>
                    <a:pt x="1378" y="491"/>
                    <a:pt x="1349" y="516"/>
                  </a:cubicBezTo>
                  <a:cubicBezTo>
                    <a:pt x="1320" y="542"/>
                    <a:pt x="1283" y="554"/>
                    <a:pt x="1236" y="554"/>
                  </a:cubicBezTo>
                  <a:cubicBezTo>
                    <a:pt x="1203" y="553"/>
                    <a:pt x="1176" y="551"/>
                    <a:pt x="1155" y="547"/>
                  </a:cubicBezTo>
                  <a:cubicBezTo>
                    <a:pt x="1134" y="543"/>
                    <a:pt x="1119" y="539"/>
                    <a:pt x="1110" y="535"/>
                  </a:cubicBezTo>
                  <a:lnTo>
                    <a:pt x="1120" y="402"/>
                  </a:lnTo>
                  <a:cubicBezTo>
                    <a:pt x="1130" y="406"/>
                    <a:pt x="1143" y="410"/>
                    <a:pt x="1162" y="414"/>
                  </a:cubicBezTo>
                  <a:cubicBezTo>
                    <a:pt x="1181" y="418"/>
                    <a:pt x="1202" y="420"/>
                    <a:pt x="1226" y="420"/>
                  </a:cubicBezTo>
                  <a:cubicBezTo>
                    <a:pt x="1229" y="420"/>
                    <a:pt x="1232" y="420"/>
                    <a:pt x="1234" y="420"/>
                  </a:cubicBezTo>
                  <a:cubicBezTo>
                    <a:pt x="1237" y="420"/>
                    <a:pt x="1240" y="420"/>
                    <a:pt x="1243" y="420"/>
                  </a:cubicBezTo>
                  <a:cubicBezTo>
                    <a:pt x="1244" y="416"/>
                    <a:pt x="1245" y="412"/>
                    <a:pt x="1246" y="407"/>
                  </a:cubicBezTo>
                  <a:cubicBezTo>
                    <a:pt x="1247" y="403"/>
                    <a:pt x="1248" y="398"/>
                    <a:pt x="1248" y="393"/>
                  </a:cubicBezTo>
                  <a:cubicBezTo>
                    <a:pt x="1247" y="384"/>
                    <a:pt x="1246" y="375"/>
                    <a:pt x="1242" y="366"/>
                  </a:cubicBezTo>
                  <a:cubicBezTo>
                    <a:pt x="1238" y="358"/>
                    <a:pt x="1234" y="348"/>
                    <a:pt x="1228" y="336"/>
                  </a:cubicBezTo>
                  <a:lnTo>
                    <a:pt x="1201" y="276"/>
                  </a:lnTo>
                  <a:cubicBezTo>
                    <a:pt x="1193" y="259"/>
                    <a:pt x="1187" y="241"/>
                    <a:pt x="1182" y="223"/>
                  </a:cubicBezTo>
                  <a:cubicBezTo>
                    <a:pt x="1177" y="205"/>
                    <a:pt x="1175" y="188"/>
                    <a:pt x="1175" y="171"/>
                  </a:cubicBezTo>
                  <a:cubicBezTo>
                    <a:pt x="1176" y="116"/>
                    <a:pt x="1191" y="75"/>
                    <a:pt x="1222" y="48"/>
                  </a:cubicBezTo>
                  <a:cubicBezTo>
                    <a:pt x="1253" y="20"/>
                    <a:pt x="1295" y="7"/>
                    <a:pt x="1347" y="7"/>
                  </a:cubicBezTo>
                  <a:close/>
                  <a:moveTo>
                    <a:pt x="15848" y="0"/>
                  </a:moveTo>
                  <a:lnTo>
                    <a:pt x="15758" y="374"/>
                  </a:lnTo>
                  <a:lnTo>
                    <a:pt x="15639" y="374"/>
                  </a:lnTo>
                  <a:lnTo>
                    <a:pt x="15691" y="16"/>
                  </a:lnTo>
                  <a:lnTo>
                    <a:pt x="15848" y="0"/>
                  </a:lnTo>
                  <a:close/>
                  <a:moveTo>
                    <a:pt x="13196" y="0"/>
                  </a:moveTo>
                  <a:lnTo>
                    <a:pt x="13106" y="374"/>
                  </a:lnTo>
                  <a:lnTo>
                    <a:pt x="12987" y="374"/>
                  </a:lnTo>
                  <a:lnTo>
                    <a:pt x="13039" y="16"/>
                  </a:lnTo>
                  <a:lnTo>
                    <a:pt x="13196" y="0"/>
                  </a:lnTo>
                  <a:close/>
                  <a:moveTo>
                    <a:pt x="10542" y="0"/>
                  </a:moveTo>
                  <a:lnTo>
                    <a:pt x="10452" y="374"/>
                  </a:lnTo>
                  <a:lnTo>
                    <a:pt x="10333" y="374"/>
                  </a:lnTo>
                  <a:lnTo>
                    <a:pt x="10385" y="16"/>
                  </a:lnTo>
                  <a:lnTo>
                    <a:pt x="10542" y="0"/>
                  </a:lnTo>
                  <a:close/>
                  <a:moveTo>
                    <a:pt x="7890" y="0"/>
                  </a:moveTo>
                  <a:lnTo>
                    <a:pt x="7800" y="374"/>
                  </a:lnTo>
                  <a:lnTo>
                    <a:pt x="7681" y="374"/>
                  </a:lnTo>
                  <a:lnTo>
                    <a:pt x="7733" y="16"/>
                  </a:lnTo>
                  <a:lnTo>
                    <a:pt x="7890" y="0"/>
                  </a:lnTo>
                  <a:close/>
                  <a:moveTo>
                    <a:pt x="5236" y="0"/>
                  </a:moveTo>
                  <a:lnTo>
                    <a:pt x="5146" y="374"/>
                  </a:lnTo>
                  <a:lnTo>
                    <a:pt x="5027" y="374"/>
                  </a:lnTo>
                  <a:lnTo>
                    <a:pt x="5079" y="16"/>
                  </a:lnTo>
                  <a:lnTo>
                    <a:pt x="5236" y="0"/>
                  </a:lnTo>
                  <a:close/>
                  <a:moveTo>
                    <a:pt x="2584" y="0"/>
                  </a:moveTo>
                  <a:lnTo>
                    <a:pt x="2494" y="374"/>
                  </a:lnTo>
                  <a:lnTo>
                    <a:pt x="2375" y="374"/>
                  </a:lnTo>
                  <a:lnTo>
                    <a:pt x="2427" y="16"/>
                  </a:lnTo>
                  <a:lnTo>
                    <a:pt x="2584" y="0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9" name="Freeform 15">
              <a:extLst>
                <a:ext uri="{FF2B5EF4-FFF2-40B4-BE49-F238E27FC236}">
                  <a16:creationId xmlns:a16="http://schemas.microsoft.com/office/drawing/2014/main" id="{D409B1AC-B996-8D92-7695-AB313FC25C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086" y="2950779"/>
              <a:ext cx="12484683" cy="408031"/>
            </a:xfrm>
            <a:custGeom>
              <a:avLst/>
              <a:gdLst>
                <a:gd name="T0" fmla="*/ 11398 w 16953"/>
                <a:gd name="T1" fmla="*/ 544 h 554"/>
                <a:gd name="T2" fmla="*/ 3575 w 16953"/>
                <a:gd name="T3" fmla="*/ 544 h 554"/>
                <a:gd name="T4" fmla="*/ 16472 w 16953"/>
                <a:gd name="T5" fmla="*/ 428 h 554"/>
                <a:gd name="T6" fmla="*/ 13860 w 16953"/>
                <a:gd name="T7" fmla="*/ 403 h 554"/>
                <a:gd name="T8" fmla="*/ 11237 w 16953"/>
                <a:gd name="T9" fmla="*/ 309 h 554"/>
                <a:gd name="T10" fmla="*/ 8600 w 16953"/>
                <a:gd name="T11" fmla="*/ 224 h 554"/>
                <a:gd name="T12" fmla="*/ 5958 w 16953"/>
                <a:gd name="T13" fmla="*/ 132 h 554"/>
                <a:gd name="T14" fmla="*/ 3294 w 16953"/>
                <a:gd name="T15" fmla="*/ 132 h 554"/>
                <a:gd name="T16" fmla="*/ 631 w 16953"/>
                <a:gd name="T17" fmla="*/ 131 h 554"/>
                <a:gd name="T18" fmla="*/ 15032 w 16953"/>
                <a:gd name="T19" fmla="*/ 145 h 554"/>
                <a:gd name="T20" fmla="*/ 14756 w 16953"/>
                <a:gd name="T21" fmla="*/ 16 h 554"/>
                <a:gd name="T22" fmla="*/ 12401 w 16953"/>
                <a:gd name="T23" fmla="*/ 16 h 554"/>
                <a:gd name="T24" fmla="*/ 12328 w 16953"/>
                <a:gd name="T25" fmla="*/ 217 h 554"/>
                <a:gd name="T26" fmla="*/ 11812 w 16953"/>
                <a:gd name="T27" fmla="*/ 16 h 554"/>
                <a:gd name="T28" fmla="*/ 9726 w 16953"/>
                <a:gd name="T29" fmla="*/ 145 h 554"/>
                <a:gd name="T30" fmla="*/ 9450 w 16953"/>
                <a:gd name="T31" fmla="*/ 16 h 554"/>
                <a:gd name="T32" fmla="*/ 7095 w 16953"/>
                <a:gd name="T33" fmla="*/ 16 h 554"/>
                <a:gd name="T34" fmla="*/ 7022 w 16953"/>
                <a:gd name="T35" fmla="*/ 217 h 554"/>
                <a:gd name="T36" fmla="*/ 6506 w 16953"/>
                <a:gd name="T37" fmla="*/ 16 h 554"/>
                <a:gd name="T38" fmla="*/ 4420 w 16953"/>
                <a:gd name="T39" fmla="*/ 145 h 554"/>
                <a:gd name="T40" fmla="*/ 4144 w 16953"/>
                <a:gd name="T41" fmla="*/ 16 h 554"/>
                <a:gd name="T42" fmla="*/ 1791 w 16953"/>
                <a:gd name="T43" fmla="*/ 16 h 554"/>
                <a:gd name="T44" fmla="*/ 1718 w 16953"/>
                <a:gd name="T45" fmla="*/ 217 h 554"/>
                <a:gd name="T46" fmla="*/ 1202 w 16953"/>
                <a:gd name="T47" fmla="*/ 16 h 554"/>
                <a:gd name="T48" fmla="*/ 16567 w 16953"/>
                <a:gd name="T49" fmla="*/ 7 h 554"/>
                <a:gd name="T50" fmla="*/ 16108 w 16953"/>
                <a:gd name="T51" fmla="*/ 428 h 554"/>
                <a:gd name="T52" fmla="*/ 16018 w 16953"/>
                <a:gd name="T53" fmla="*/ 65 h 554"/>
                <a:gd name="T54" fmla="*/ 15763 w 16953"/>
                <a:gd name="T55" fmla="*/ 396 h 554"/>
                <a:gd name="T56" fmla="*/ 15570 w 16953"/>
                <a:gd name="T57" fmla="*/ 276 h 554"/>
                <a:gd name="T58" fmla="*/ 13663 w 16953"/>
                <a:gd name="T59" fmla="*/ 334 h 554"/>
                <a:gd name="T60" fmla="*/ 13411 w 16953"/>
                <a:gd name="T61" fmla="*/ 374 h 554"/>
                <a:gd name="T62" fmla="*/ 13275 w 16953"/>
                <a:gd name="T63" fmla="*/ 485 h 554"/>
                <a:gd name="T64" fmla="*/ 13041 w 16953"/>
                <a:gd name="T65" fmla="*/ 194 h 554"/>
                <a:gd name="T66" fmla="*/ 12961 w 16953"/>
                <a:gd name="T67" fmla="*/ 407 h 554"/>
                <a:gd name="T68" fmla="*/ 11307 w 16953"/>
                <a:gd name="T69" fmla="*/ 496 h 554"/>
                <a:gd name="T70" fmla="*/ 10870 w 16953"/>
                <a:gd name="T71" fmla="*/ 138 h 554"/>
                <a:gd name="T72" fmla="*/ 10931 w 16953"/>
                <a:gd name="T73" fmla="*/ 526 h 554"/>
                <a:gd name="T74" fmla="*/ 10462 w 16953"/>
                <a:gd name="T75" fmla="*/ 141 h 554"/>
                <a:gd name="T76" fmla="*/ 10225 w 16953"/>
                <a:gd name="T77" fmla="*/ 414 h 554"/>
                <a:gd name="T78" fmla="*/ 8721 w 16953"/>
                <a:gd name="T79" fmla="*/ 47 h 554"/>
                <a:gd name="T80" fmla="*/ 8301 w 16953"/>
                <a:gd name="T81" fmla="*/ 13 h 554"/>
                <a:gd name="T82" fmla="*/ 8188 w 16953"/>
                <a:gd name="T83" fmla="*/ 346 h 554"/>
                <a:gd name="T84" fmla="*/ 7756 w 16953"/>
                <a:gd name="T85" fmla="*/ 7 h 554"/>
                <a:gd name="T86" fmla="*/ 7645 w 16953"/>
                <a:gd name="T87" fmla="*/ 554 h 554"/>
                <a:gd name="T88" fmla="*/ 7584 w 16953"/>
                <a:gd name="T89" fmla="*/ 171 h 554"/>
                <a:gd name="T90" fmla="*/ 5765 w 16953"/>
                <a:gd name="T91" fmla="*/ 112 h 554"/>
                <a:gd name="T92" fmla="*/ 5459 w 16953"/>
                <a:gd name="T93" fmla="*/ 429 h 554"/>
                <a:gd name="T94" fmla="*/ 5312 w 16953"/>
                <a:gd name="T95" fmla="*/ 334 h 554"/>
                <a:gd name="T96" fmla="*/ 5123 w 16953"/>
                <a:gd name="T97" fmla="*/ 291 h 554"/>
                <a:gd name="T98" fmla="*/ 4999 w 16953"/>
                <a:gd name="T99" fmla="*/ 366 h 554"/>
                <a:gd name="T100" fmla="*/ 3074 w 16953"/>
                <a:gd name="T101" fmla="*/ 514 h 554"/>
                <a:gd name="T102" fmla="*/ 2819 w 16953"/>
                <a:gd name="T103" fmla="*/ 252 h 554"/>
                <a:gd name="T104" fmla="*/ 2796 w 16953"/>
                <a:gd name="T105" fmla="*/ 554 h 554"/>
                <a:gd name="T106" fmla="*/ 2437 w 16953"/>
                <a:gd name="T107" fmla="*/ 145 h 554"/>
                <a:gd name="T108" fmla="*/ 2339 w 16953"/>
                <a:gd name="T109" fmla="*/ 420 h 554"/>
                <a:gd name="T110" fmla="*/ 787 w 16953"/>
                <a:gd name="T111" fmla="*/ 227 h 554"/>
                <a:gd name="T112" fmla="*/ 367 w 16953"/>
                <a:gd name="T113" fmla="*/ 153 h 554"/>
                <a:gd name="T114" fmla="*/ 209 w 16953"/>
                <a:gd name="T115" fmla="*/ 235 h 554"/>
                <a:gd name="T116" fmla="*/ 16744 w 16953"/>
                <a:gd name="T117" fmla="*/ 374 h 554"/>
                <a:gd name="T118" fmla="*/ 8903 w 16953"/>
                <a:gd name="T119" fmla="*/ 374 h 554"/>
                <a:gd name="T120" fmla="*/ 1035 w 1695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953" h="554">
                  <a:moveTo>
                    <a:pt x="16728" y="419"/>
                  </a:moveTo>
                  <a:lnTo>
                    <a:pt x="16864" y="419"/>
                  </a:lnTo>
                  <a:lnTo>
                    <a:pt x="16841" y="544"/>
                  </a:lnTo>
                  <a:lnTo>
                    <a:pt x="16704" y="544"/>
                  </a:lnTo>
                  <a:lnTo>
                    <a:pt x="16728" y="419"/>
                  </a:lnTo>
                  <a:close/>
                  <a:moveTo>
                    <a:pt x="14074" y="419"/>
                  </a:moveTo>
                  <a:lnTo>
                    <a:pt x="14210" y="419"/>
                  </a:lnTo>
                  <a:lnTo>
                    <a:pt x="14187" y="544"/>
                  </a:lnTo>
                  <a:lnTo>
                    <a:pt x="14050" y="544"/>
                  </a:lnTo>
                  <a:lnTo>
                    <a:pt x="14074" y="419"/>
                  </a:lnTo>
                  <a:close/>
                  <a:moveTo>
                    <a:pt x="11422" y="419"/>
                  </a:moveTo>
                  <a:lnTo>
                    <a:pt x="11558" y="419"/>
                  </a:lnTo>
                  <a:lnTo>
                    <a:pt x="11535" y="544"/>
                  </a:lnTo>
                  <a:lnTo>
                    <a:pt x="11398" y="544"/>
                  </a:lnTo>
                  <a:lnTo>
                    <a:pt x="11422" y="419"/>
                  </a:lnTo>
                  <a:close/>
                  <a:moveTo>
                    <a:pt x="8768" y="419"/>
                  </a:moveTo>
                  <a:lnTo>
                    <a:pt x="8904" y="419"/>
                  </a:lnTo>
                  <a:lnTo>
                    <a:pt x="8881" y="544"/>
                  </a:lnTo>
                  <a:lnTo>
                    <a:pt x="8744" y="544"/>
                  </a:lnTo>
                  <a:lnTo>
                    <a:pt x="8768" y="419"/>
                  </a:lnTo>
                  <a:close/>
                  <a:moveTo>
                    <a:pt x="6116" y="419"/>
                  </a:moveTo>
                  <a:lnTo>
                    <a:pt x="6252" y="419"/>
                  </a:lnTo>
                  <a:lnTo>
                    <a:pt x="6229" y="544"/>
                  </a:lnTo>
                  <a:lnTo>
                    <a:pt x="6092" y="544"/>
                  </a:lnTo>
                  <a:lnTo>
                    <a:pt x="6116" y="419"/>
                  </a:lnTo>
                  <a:close/>
                  <a:moveTo>
                    <a:pt x="3462" y="419"/>
                  </a:moveTo>
                  <a:lnTo>
                    <a:pt x="3598" y="419"/>
                  </a:lnTo>
                  <a:lnTo>
                    <a:pt x="3575" y="544"/>
                  </a:lnTo>
                  <a:lnTo>
                    <a:pt x="3438" y="544"/>
                  </a:lnTo>
                  <a:lnTo>
                    <a:pt x="3462" y="419"/>
                  </a:lnTo>
                  <a:close/>
                  <a:moveTo>
                    <a:pt x="810" y="419"/>
                  </a:moveTo>
                  <a:lnTo>
                    <a:pt x="946" y="419"/>
                  </a:lnTo>
                  <a:lnTo>
                    <a:pt x="923" y="544"/>
                  </a:lnTo>
                  <a:lnTo>
                    <a:pt x="786" y="544"/>
                  </a:lnTo>
                  <a:lnTo>
                    <a:pt x="810" y="419"/>
                  </a:lnTo>
                  <a:close/>
                  <a:moveTo>
                    <a:pt x="16549" y="131"/>
                  </a:moveTo>
                  <a:cubicBezTo>
                    <a:pt x="16531" y="131"/>
                    <a:pt x="16517" y="139"/>
                    <a:pt x="16507" y="157"/>
                  </a:cubicBezTo>
                  <a:cubicBezTo>
                    <a:pt x="16498" y="175"/>
                    <a:pt x="16488" y="206"/>
                    <a:pt x="16478" y="251"/>
                  </a:cubicBezTo>
                  <a:cubicBezTo>
                    <a:pt x="16472" y="277"/>
                    <a:pt x="16466" y="305"/>
                    <a:pt x="16461" y="336"/>
                  </a:cubicBezTo>
                  <a:cubicBezTo>
                    <a:pt x="16455" y="367"/>
                    <a:pt x="16452" y="398"/>
                    <a:pt x="16450" y="428"/>
                  </a:cubicBezTo>
                  <a:cubicBezTo>
                    <a:pt x="16454" y="428"/>
                    <a:pt x="16457" y="428"/>
                    <a:pt x="16461" y="428"/>
                  </a:cubicBezTo>
                  <a:cubicBezTo>
                    <a:pt x="16465" y="428"/>
                    <a:pt x="16468" y="428"/>
                    <a:pt x="16472" y="428"/>
                  </a:cubicBezTo>
                  <a:cubicBezTo>
                    <a:pt x="16490" y="429"/>
                    <a:pt x="16505" y="421"/>
                    <a:pt x="16514" y="403"/>
                  </a:cubicBezTo>
                  <a:cubicBezTo>
                    <a:pt x="16523" y="386"/>
                    <a:pt x="16533" y="354"/>
                    <a:pt x="16543" y="309"/>
                  </a:cubicBezTo>
                  <a:cubicBezTo>
                    <a:pt x="16549" y="284"/>
                    <a:pt x="16555" y="255"/>
                    <a:pt x="16560" y="224"/>
                  </a:cubicBezTo>
                  <a:cubicBezTo>
                    <a:pt x="16565" y="193"/>
                    <a:pt x="16568" y="162"/>
                    <a:pt x="16570" y="132"/>
                  </a:cubicBezTo>
                  <a:cubicBezTo>
                    <a:pt x="16567" y="132"/>
                    <a:pt x="16564" y="132"/>
                    <a:pt x="16560" y="132"/>
                  </a:cubicBezTo>
                  <a:cubicBezTo>
                    <a:pt x="16557" y="131"/>
                    <a:pt x="16553" y="131"/>
                    <a:pt x="16549" y="131"/>
                  </a:cubicBezTo>
                  <a:close/>
                  <a:moveTo>
                    <a:pt x="13895" y="131"/>
                  </a:moveTo>
                  <a:cubicBezTo>
                    <a:pt x="13877" y="131"/>
                    <a:pt x="13863" y="139"/>
                    <a:pt x="13853" y="157"/>
                  </a:cubicBezTo>
                  <a:cubicBezTo>
                    <a:pt x="13844" y="175"/>
                    <a:pt x="13834" y="206"/>
                    <a:pt x="13824" y="251"/>
                  </a:cubicBezTo>
                  <a:cubicBezTo>
                    <a:pt x="13818" y="277"/>
                    <a:pt x="13812" y="305"/>
                    <a:pt x="13807" y="336"/>
                  </a:cubicBezTo>
                  <a:cubicBezTo>
                    <a:pt x="13801" y="367"/>
                    <a:pt x="13798" y="398"/>
                    <a:pt x="13796" y="428"/>
                  </a:cubicBezTo>
                  <a:cubicBezTo>
                    <a:pt x="13800" y="428"/>
                    <a:pt x="13803" y="428"/>
                    <a:pt x="13807" y="428"/>
                  </a:cubicBezTo>
                  <a:cubicBezTo>
                    <a:pt x="13811" y="428"/>
                    <a:pt x="13814" y="428"/>
                    <a:pt x="13818" y="428"/>
                  </a:cubicBezTo>
                  <a:cubicBezTo>
                    <a:pt x="13836" y="429"/>
                    <a:pt x="13851" y="421"/>
                    <a:pt x="13860" y="403"/>
                  </a:cubicBezTo>
                  <a:cubicBezTo>
                    <a:pt x="13869" y="386"/>
                    <a:pt x="13879" y="354"/>
                    <a:pt x="13889" y="309"/>
                  </a:cubicBezTo>
                  <a:cubicBezTo>
                    <a:pt x="13895" y="284"/>
                    <a:pt x="13901" y="255"/>
                    <a:pt x="13906" y="224"/>
                  </a:cubicBezTo>
                  <a:cubicBezTo>
                    <a:pt x="13911" y="193"/>
                    <a:pt x="13914" y="162"/>
                    <a:pt x="13916" y="132"/>
                  </a:cubicBezTo>
                  <a:cubicBezTo>
                    <a:pt x="13913" y="132"/>
                    <a:pt x="13910" y="132"/>
                    <a:pt x="13906" y="132"/>
                  </a:cubicBezTo>
                  <a:cubicBezTo>
                    <a:pt x="13903" y="131"/>
                    <a:pt x="13899" y="131"/>
                    <a:pt x="13895" y="131"/>
                  </a:cubicBezTo>
                  <a:close/>
                  <a:moveTo>
                    <a:pt x="11243" y="131"/>
                  </a:moveTo>
                  <a:cubicBezTo>
                    <a:pt x="11225" y="131"/>
                    <a:pt x="11211" y="139"/>
                    <a:pt x="11201" y="157"/>
                  </a:cubicBezTo>
                  <a:cubicBezTo>
                    <a:pt x="11192" y="175"/>
                    <a:pt x="11182" y="206"/>
                    <a:pt x="11172" y="251"/>
                  </a:cubicBezTo>
                  <a:cubicBezTo>
                    <a:pt x="11166" y="277"/>
                    <a:pt x="11160" y="305"/>
                    <a:pt x="11155" y="336"/>
                  </a:cubicBezTo>
                  <a:cubicBezTo>
                    <a:pt x="11149" y="367"/>
                    <a:pt x="11146" y="398"/>
                    <a:pt x="11144" y="428"/>
                  </a:cubicBezTo>
                  <a:cubicBezTo>
                    <a:pt x="11148" y="428"/>
                    <a:pt x="11151" y="428"/>
                    <a:pt x="11155" y="428"/>
                  </a:cubicBezTo>
                  <a:cubicBezTo>
                    <a:pt x="11159" y="428"/>
                    <a:pt x="11162" y="428"/>
                    <a:pt x="11166" y="428"/>
                  </a:cubicBezTo>
                  <a:cubicBezTo>
                    <a:pt x="11184" y="429"/>
                    <a:pt x="11199" y="421"/>
                    <a:pt x="11208" y="403"/>
                  </a:cubicBezTo>
                  <a:cubicBezTo>
                    <a:pt x="11217" y="386"/>
                    <a:pt x="11227" y="354"/>
                    <a:pt x="11237" y="309"/>
                  </a:cubicBezTo>
                  <a:cubicBezTo>
                    <a:pt x="11243" y="284"/>
                    <a:pt x="11249" y="255"/>
                    <a:pt x="11254" y="224"/>
                  </a:cubicBezTo>
                  <a:cubicBezTo>
                    <a:pt x="11259" y="193"/>
                    <a:pt x="11262" y="162"/>
                    <a:pt x="11264" y="132"/>
                  </a:cubicBezTo>
                  <a:cubicBezTo>
                    <a:pt x="11261" y="132"/>
                    <a:pt x="11258" y="132"/>
                    <a:pt x="11254" y="132"/>
                  </a:cubicBezTo>
                  <a:cubicBezTo>
                    <a:pt x="11251" y="131"/>
                    <a:pt x="11247" y="131"/>
                    <a:pt x="11243" y="131"/>
                  </a:cubicBezTo>
                  <a:close/>
                  <a:moveTo>
                    <a:pt x="8589" y="131"/>
                  </a:moveTo>
                  <a:cubicBezTo>
                    <a:pt x="8571" y="131"/>
                    <a:pt x="8557" y="139"/>
                    <a:pt x="8547" y="157"/>
                  </a:cubicBezTo>
                  <a:cubicBezTo>
                    <a:pt x="8538" y="175"/>
                    <a:pt x="8528" y="206"/>
                    <a:pt x="8518" y="251"/>
                  </a:cubicBezTo>
                  <a:cubicBezTo>
                    <a:pt x="8512" y="277"/>
                    <a:pt x="8506" y="305"/>
                    <a:pt x="8501" y="336"/>
                  </a:cubicBezTo>
                  <a:cubicBezTo>
                    <a:pt x="8495" y="367"/>
                    <a:pt x="8492" y="398"/>
                    <a:pt x="8490" y="428"/>
                  </a:cubicBezTo>
                  <a:cubicBezTo>
                    <a:pt x="8494" y="428"/>
                    <a:pt x="8497" y="428"/>
                    <a:pt x="8501" y="428"/>
                  </a:cubicBezTo>
                  <a:cubicBezTo>
                    <a:pt x="8505" y="428"/>
                    <a:pt x="8508" y="428"/>
                    <a:pt x="8512" y="428"/>
                  </a:cubicBezTo>
                  <a:cubicBezTo>
                    <a:pt x="8530" y="429"/>
                    <a:pt x="8545" y="421"/>
                    <a:pt x="8554" y="403"/>
                  </a:cubicBezTo>
                  <a:cubicBezTo>
                    <a:pt x="8563" y="386"/>
                    <a:pt x="8573" y="354"/>
                    <a:pt x="8583" y="309"/>
                  </a:cubicBezTo>
                  <a:cubicBezTo>
                    <a:pt x="8589" y="284"/>
                    <a:pt x="8595" y="255"/>
                    <a:pt x="8600" y="224"/>
                  </a:cubicBezTo>
                  <a:cubicBezTo>
                    <a:pt x="8605" y="193"/>
                    <a:pt x="8608" y="162"/>
                    <a:pt x="8610" y="132"/>
                  </a:cubicBezTo>
                  <a:cubicBezTo>
                    <a:pt x="8607" y="132"/>
                    <a:pt x="8604" y="132"/>
                    <a:pt x="8600" y="132"/>
                  </a:cubicBezTo>
                  <a:cubicBezTo>
                    <a:pt x="8597" y="131"/>
                    <a:pt x="8593" y="131"/>
                    <a:pt x="8589" y="131"/>
                  </a:cubicBezTo>
                  <a:close/>
                  <a:moveTo>
                    <a:pt x="5937" y="131"/>
                  </a:moveTo>
                  <a:cubicBezTo>
                    <a:pt x="5919" y="131"/>
                    <a:pt x="5905" y="139"/>
                    <a:pt x="5895" y="157"/>
                  </a:cubicBezTo>
                  <a:cubicBezTo>
                    <a:pt x="5886" y="175"/>
                    <a:pt x="5876" y="206"/>
                    <a:pt x="5866" y="251"/>
                  </a:cubicBezTo>
                  <a:cubicBezTo>
                    <a:pt x="5860" y="277"/>
                    <a:pt x="5854" y="305"/>
                    <a:pt x="5849" y="336"/>
                  </a:cubicBezTo>
                  <a:cubicBezTo>
                    <a:pt x="5843" y="367"/>
                    <a:pt x="5840" y="398"/>
                    <a:pt x="5838" y="428"/>
                  </a:cubicBezTo>
                  <a:cubicBezTo>
                    <a:pt x="5842" y="428"/>
                    <a:pt x="5845" y="428"/>
                    <a:pt x="5849" y="428"/>
                  </a:cubicBezTo>
                  <a:cubicBezTo>
                    <a:pt x="5853" y="428"/>
                    <a:pt x="5856" y="428"/>
                    <a:pt x="5860" y="428"/>
                  </a:cubicBezTo>
                  <a:cubicBezTo>
                    <a:pt x="5878" y="429"/>
                    <a:pt x="5893" y="421"/>
                    <a:pt x="5902" y="403"/>
                  </a:cubicBezTo>
                  <a:cubicBezTo>
                    <a:pt x="5911" y="386"/>
                    <a:pt x="5921" y="354"/>
                    <a:pt x="5931" y="309"/>
                  </a:cubicBezTo>
                  <a:cubicBezTo>
                    <a:pt x="5937" y="284"/>
                    <a:pt x="5943" y="255"/>
                    <a:pt x="5948" y="224"/>
                  </a:cubicBezTo>
                  <a:cubicBezTo>
                    <a:pt x="5953" y="193"/>
                    <a:pt x="5956" y="162"/>
                    <a:pt x="5958" y="132"/>
                  </a:cubicBezTo>
                  <a:cubicBezTo>
                    <a:pt x="5955" y="132"/>
                    <a:pt x="5952" y="132"/>
                    <a:pt x="5948" y="132"/>
                  </a:cubicBezTo>
                  <a:cubicBezTo>
                    <a:pt x="5945" y="131"/>
                    <a:pt x="5941" y="131"/>
                    <a:pt x="5937" y="131"/>
                  </a:cubicBezTo>
                  <a:close/>
                  <a:moveTo>
                    <a:pt x="3283" y="131"/>
                  </a:moveTo>
                  <a:cubicBezTo>
                    <a:pt x="3265" y="131"/>
                    <a:pt x="3251" y="139"/>
                    <a:pt x="3241" y="157"/>
                  </a:cubicBezTo>
                  <a:cubicBezTo>
                    <a:pt x="3232" y="175"/>
                    <a:pt x="3222" y="206"/>
                    <a:pt x="3212" y="251"/>
                  </a:cubicBezTo>
                  <a:cubicBezTo>
                    <a:pt x="3206" y="277"/>
                    <a:pt x="3200" y="305"/>
                    <a:pt x="3195" y="336"/>
                  </a:cubicBezTo>
                  <a:cubicBezTo>
                    <a:pt x="3189" y="367"/>
                    <a:pt x="3186" y="398"/>
                    <a:pt x="3184" y="428"/>
                  </a:cubicBezTo>
                  <a:cubicBezTo>
                    <a:pt x="3188" y="428"/>
                    <a:pt x="3191" y="428"/>
                    <a:pt x="3195" y="428"/>
                  </a:cubicBezTo>
                  <a:cubicBezTo>
                    <a:pt x="3199" y="428"/>
                    <a:pt x="3202" y="428"/>
                    <a:pt x="3206" y="428"/>
                  </a:cubicBezTo>
                  <a:cubicBezTo>
                    <a:pt x="3224" y="429"/>
                    <a:pt x="3239" y="421"/>
                    <a:pt x="3248" y="403"/>
                  </a:cubicBezTo>
                  <a:cubicBezTo>
                    <a:pt x="3257" y="386"/>
                    <a:pt x="3267" y="354"/>
                    <a:pt x="3277" y="309"/>
                  </a:cubicBezTo>
                  <a:cubicBezTo>
                    <a:pt x="3283" y="284"/>
                    <a:pt x="3289" y="255"/>
                    <a:pt x="3294" y="224"/>
                  </a:cubicBezTo>
                  <a:cubicBezTo>
                    <a:pt x="3299" y="193"/>
                    <a:pt x="3302" y="162"/>
                    <a:pt x="3304" y="132"/>
                  </a:cubicBezTo>
                  <a:cubicBezTo>
                    <a:pt x="3301" y="132"/>
                    <a:pt x="3298" y="132"/>
                    <a:pt x="3294" y="132"/>
                  </a:cubicBezTo>
                  <a:cubicBezTo>
                    <a:pt x="3291" y="131"/>
                    <a:pt x="3287" y="131"/>
                    <a:pt x="3283" y="131"/>
                  </a:cubicBezTo>
                  <a:close/>
                  <a:moveTo>
                    <a:pt x="631" y="131"/>
                  </a:moveTo>
                  <a:cubicBezTo>
                    <a:pt x="613" y="131"/>
                    <a:pt x="599" y="139"/>
                    <a:pt x="589" y="157"/>
                  </a:cubicBezTo>
                  <a:cubicBezTo>
                    <a:pt x="580" y="175"/>
                    <a:pt x="570" y="206"/>
                    <a:pt x="560" y="251"/>
                  </a:cubicBezTo>
                  <a:cubicBezTo>
                    <a:pt x="554" y="277"/>
                    <a:pt x="548" y="305"/>
                    <a:pt x="543" y="336"/>
                  </a:cubicBezTo>
                  <a:cubicBezTo>
                    <a:pt x="537" y="367"/>
                    <a:pt x="534" y="398"/>
                    <a:pt x="532" y="428"/>
                  </a:cubicBezTo>
                  <a:cubicBezTo>
                    <a:pt x="536" y="428"/>
                    <a:pt x="539" y="428"/>
                    <a:pt x="543" y="428"/>
                  </a:cubicBezTo>
                  <a:cubicBezTo>
                    <a:pt x="547" y="428"/>
                    <a:pt x="550" y="428"/>
                    <a:pt x="554" y="428"/>
                  </a:cubicBezTo>
                  <a:cubicBezTo>
                    <a:pt x="572" y="429"/>
                    <a:pt x="587" y="421"/>
                    <a:pt x="596" y="403"/>
                  </a:cubicBezTo>
                  <a:cubicBezTo>
                    <a:pt x="605" y="386"/>
                    <a:pt x="615" y="354"/>
                    <a:pt x="625" y="309"/>
                  </a:cubicBezTo>
                  <a:cubicBezTo>
                    <a:pt x="631" y="284"/>
                    <a:pt x="637" y="255"/>
                    <a:pt x="642" y="224"/>
                  </a:cubicBezTo>
                  <a:cubicBezTo>
                    <a:pt x="647" y="193"/>
                    <a:pt x="650" y="162"/>
                    <a:pt x="652" y="132"/>
                  </a:cubicBezTo>
                  <a:cubicBezTo>
                    <a:pt x="649" y="132"/>
                    <a:pt x="646" y="132"/>
                    <a:pt x="642" y="132"/>
                  </a:cubicBezTo>
                  <a:cubicBezTo>
                    <a:pt x="639" y="131"/>
                    <a:pt x="635" y="131"/>
                    <a:pt x="631" y="131"/>
                  </a:cubicBezTo>
                  <a:close/>
                  <a:moveTo>
                    <a:pt x="15416" y="16"/>
                  </a:moveTo>
                  <a:lnTo>
                    <a:pt x="15525" y="16"/>
                  </a:lnTo>
                  <a:lnTo>
                    <a:pt x="15507" y="115"/>
                  </a:lnTo>
                  <a:lnTo>
                    <a:pt x="15457" y="211"/>
                  </a:lnTo>
                  <a:lnTo>
                    <a:pt x="15379" y="211"/>
                  </a:lnTo>
                  <a:lnTo>
                    <a:pt x="15416" y="16"/>
                  </a:lnTo>
                  <a:close/>
                  <a:moveTo>
                    <a:pt x="15055" y="16"/>
                  </a:moveTo>
                  <a:lnTo>
                    <a:pt x="15380" y="16"/>
                  </a:lnTo>
                  <a:lnTo>
                    <a:pt x="15347" y="145"/>
                  </a:lnTo>
                  <a:lnTo>
                    <a:pt x="15267" y="145"/>
                  </a:lnTo>
                  <a:lnTo>
                    <a:pt x="15193" y="544"/>
                  </a:lnTo>
                  <a:lnTo>
                    <a:pt x="15048" y="544"/>
                  </a:lnTo>
                  <a:lnTo>
                    <a:pt x="15121" y="145"/>
                  </a:lnTo>
                  <a:lnTo>
                    <a:pt x="15032" y="145"/>
                  </a:lnTo>
                  <a:lnTo>
                    <a:pt x="15055" y="16"/>
                  </a:lnTo>
                  <a:close/>
                  <a:moveTo>
                    <a:pt x="14756" y="16"/>
                  </a:moveTo>
                  <a:lnTo>
                    <a:pt x="15029" y="16"/>
                  </a:lnTo>
                  <a:lnTo>
                    <a:pt x="14996" y="145"/>
                  </a:lnTo>
                  <a:lnTo>
                    <a:pt x="14877" y="145"/>
                  </a:lnTo>
                  <a:lnTo>
                    <a:pt x="14865" y="217"/>
                  </a:lnTo>
                  <a:lnTo>
                    <a:pt x="14982" y="217"/>
                  </a:lnTo>
                  <a:lnTo>
                    <a:pt x="14960" y="338"/>
                  </a:lnTo>
                  <a:lnTo>
                    <a:pt x="14842" y="338"/>
                  </a:lnTo>
                  <a:lnTo>
                    <a:pt x="14829" y="414"/>
                  </a:lnTo>
                  <a:lnTo>
                    <a:pt x="14964" y="414"/>
                  </a:lnTo>
                  <a:lnTo>
                    <a:pt x="14929" y="544"/>
                  </a:lnTo>
                  <a:lnTo>
                    <a:pt x="14659" y="544"/>
                  </a:lnTo>
                  <a:lnTo>
                    <a:pt x="14756" y="16"/>
                  </a:lnTo>
                  <a:close/>
                  <a:moveTo>
                    <a:pt x="14466" y="16"/>
                  </a:moveTo>
                  <a:lnTo>
                    <a:pt x="14611" y="16"/>
                  </a:lnTo>
                  <a:lnTo>
                    <a:pt x="14539" y="414"/>
                  </a:lnTo>
                  <a:lnTo>
                    <a:pt x="14646" y="414"/>
                  </a:lnTo>
                  <a:lnTo>
                    <a:pt x="14611" y="544"/>
                  </a:lnTo>
                  <a:lnTo>
                    <a:pt x="14369" y="544"/>
                  </a:lnTo>
                  <a:lnTo>
                    <a:pt x="14466" y="16"/>
                  </a:lnTo>
                  <a:close/>
                  <a:moveTo>
                    <a:pt x="12762" y="16"/>
                  </a:moveTo>
                  <a:lnTo>
                    <a:pt x="12871" y="16"/>
                  </a:lnTo>
                  <a:lnTo>
                    <a:pt x="12853" y="115"/>
                  </a:lnTo>
                  <a:lnTo>
                    <a:pt x="12803" y="211"/>
                  </a:lnTo>
                  <a:lnTo>
                    <a:pt x="12725" y="211"/>
                  </a:lnTo>
                  <a:lnTo>
                    <a:pt x="12762" y="16"/>
                  </a:lnTo>
                  <a:close/>
                  <a:moveTo>
                    <a:pt x="12401" y="16"/>
                  </a:moveTo>
                  <a:lnTo>
                    <a:pt x="12726" y="16"/>
                  </a:lnTo>
                  <a:lnTo>
                    <a:pt x="12693" y="145"/>
                  </a:lnTo>
                  <a:lnTo>
                    <a:pt x="12613" y="145"/>
                  </a:lnTo>
                  <a:lnTo>
                    <a:pt x="12539" y="544"/>
                  </a:lnTo>
                  <a:lnTo>
                    <a:pt x="12394" y="544"/>
                  </a:lnTo>
                  <a:lnTo>
                    <a:pt x="12467" y="145"/>
                  </a:lnTo>
                  <a:lnTo>
                    <a:pt x="12378" y="145"/>
                  </a:lnTo>
                  <a:lnTo>
                    <a:pt x="12401" y="16"/>
                  </a:lnTo>
                  <a:close/>
                  <a:moveTo>
                    <a:pt x="12102" y="16"/>
                  </a:moveTo>
                  <a:lnTo>
                    <a:pt x="12375" y="16"/>
                  </a:lnTo>
                  <a:lnTo>
                    <a:pt x="12342" y="145"/>
                  </a:lnTo>
                  <a:lnTo>
                    <a:pt x="12223" y="145"/>
                  </a:lnTo>
                  <a:lnTo>
                    <a:pt x="12211" y="217"/>
                  </a:lnTo>
                  <a:lnTo>
                    <a:pt x="12328" y="217"/>
                  </a:lnTo>
                  <a:lnTo>
                    <a:pt x="12306" y="338"/>
                  </a:lnTo>
                  <a:lnTo>
                    <a:pt x="12188" y="338"/>
                  </a:lnTo>
                  <a:lnTo>
                    <a:pt x="12175" y="414"/>
                  </a:lnTo>
                  <a:lnTo>
                    <a:pt x="12310" y="414"/>
                  </a:lnTo>
                  <a:lnTo>
                    <a:pt x="12275" y="544"/>
                  </a:lnTo>
                  <a:lnTo>
                    <a:pt x="12005" y="544"/>
                  </a:lnTo>
                  <a:lnTo>
                    <a:pt x="12102" y="16"/>
                  </a:lnTo>
                  <a:close/>
                  <a:moveTo>
                    <a:pt x="11812" y="16"/>
                  </a:moveTo>
                  <a:lnTo>
                    <a:pt x="11957" y="16"/>
                  </a:lnTo>
                  <a:lnTo>
                    <a:pt x="11885" y="414"/>
                  </a:lnTo>
                  <a:lnTo>
                    <a:pt x="11992" y="414"/>
                  </a:lnTo>
                  <a:lnTo>
                    <a:pt x="11957" y="544"/>
                  </a:lnTo>
                  <a:lnTo>
                    <a:pt x="11715" y="544"/>
                  </a:lnTo>
                  <a:lnTo>
                    <a:pt x="11812" y="16"/>
                  </a:lnTo>
                  <a:close/>
                  <a:moveTo>
                    <a:pt x="10110" y="16"/>
                  </a:moveTo>
                  <a:lnTo>
                    <a:pt x="10219" y="16"/>
                  </a:lnTo>
                  <a:lnTo>
                    <a:pt x="10201" y="115"/>
                  </a:lnTo>
                  <a:lnTo>
                    <a:pt x="10151" y="211"/>
                  </a:lnTo>
                  <a:lnTo>
                    <a:pt x="10073" y="211"/>
                  </a:lnTo>
                  <a:lnTo>
                    <a:pt x="10110" y="16"/>
                  </a:lnTo>
                  <a:close/>
                  <a:moveTo>
                    <a:pt x="9749" y="16"/>
                  </a:moveTo>
                  <a:lnTo>
                    <a:pt x="10074" y="16"/>
                  </a:lnTo>
                  <a:lnTo>
                    <a:pt x="10041" y="145"/>
                  </a:lnTo>
                  <a:lnTo>
                    <a:pt x="9961" y="145"/>
                  </a:lnTo>
                  <a:lnTo>
                    <a:pt x="9887" y="544"/>
                  </a:lnTo>
                  <a:lnTo>
                    <a:pt x="9742" y="544"/>
                  </a:lnTo>
                  <a:lnTo>
                    <a:pt x="9815" y="145"/>
                  </a:lnTo>
                  <a:lnTo>
                    <a:pt x="9726" y="145"/>
                  </a:lnTo>
                  <a:lnTo>
                    <a:pt x="9749" y="16"/>
                  </a:lnTo>
                  <a:close/>
                  <a:moveTo>
                    <a:pt x="9450" y="16"/>
                  </a:moveTo>
                  <a:lnTo>
                    <a:pt x="9723" y="16"/>
                  </a:lnTo>
                  <a:lnTo>
                    <a:pt x="9690" y="145"/>
                  </a:lnTo>
                  <a:lnTo>
                    <a:pt x="9571" y="145"/>
                  </a:lnTo>
                  <a:lnTo>
                    <a:pt x="9559" y="217"/>
                  </a:lnTo>
                  <a:lnTo>
                    <a:pt x="9676" y="217"/>
                  </a:lnTo>
                  <a:lnTo>
                    <a:pt x="9654" y="338"/>
                  </a:lnTo>
                  <a:lnTo>
                    <a:pt x="9536" y="338"/>
                  </a:lnTo>
                  <a:lnTo>
                    <a:pt x="9523" y="414"/>
                  </a:lnTo>
                  <a:lnTo>
                    <a:pt x="9658" y="414"/>
                  </a:lnTo>
                  <a:lnTo>
                    <a:pt x="9623" y="544"/>
                  </a:lnTo>
                  <a:lnTo>
                    <a:pt x="9353" y="544"/>
                  </a:lnTo>
                  <a:lnTo>
                    <a:pt x="9450" y="16"/>
                  </a:lnTo>
                  <a:close/>
                  <a:moveTo>
                    <a:pt x="9160" y="16"/>
                  </a:moveTo>
                  <a:lnTo>
                    <a:pt x="9305" y="16"/>
                  </a:lnTo>
                  <a:lnTo>
                    <a:pt x="9233" y="414"/>
                  </a:lnTo>
                  <a:lnTo>
                    <a:pt x="9340" y="414"/>
                  </a:lnTo>
                  <a:lnTo>
                    <a:pt x="9305" y="544"/>
                  </a:lnTo>
                  <a:lnTo>
                    <a:pt x="9063" y="544"/>
                  </a:lnTo>
                  <a:lnTo>
                    <a:pt x="9160" y="16"/>
                  </a:lnTo>
                  <a:close/>
                  <a:moveTo>
                    <a:pt x="7456" y="16"/>
                  </a:moveTo>
                  <a:lnTo>
                    <a:pt x="7565" y="16"/>
                  </a:lnTo>
                  <a:lnTo>
                    <a:pt x="7547" y="115"/>
                  </a:lnTo>
                  <a:lnTo>
                    <a:pt x="7497" y="211"/>
                  </a:lnTo>
                  <a:lnTo>
                    <a:pt x="7419" y="211"/>
                  </a:lnTo>
                  <a:lnTo>
                    <a:pt x="7456" y="16"/>
                  </a:lnTo>
                  <a:close/>
                  <a:moveTo>
                    <a:pt x="7095" y="16"/>
                  </a:moveTo>
                  <a:lnTo>
                    <a:pt x="7420" y="16"/>
                  </a:lnTo>
                  <a:lnTo>
                    <a:pt x="7387" y="145"/>
                  </a:lnTo>
                  <a:lnTo>
                    <a:pt x="7307" y="145"/>
                  </a:lnTo>
                  <a:lnTo>
                    <a:pt x="7233" y="544"/>
                  </a:lnTo>
                  <a:lnTo>
                    <a:pt x="7088" y="544"/>
                  </a:lnTo>
                  <a:lnTo>
                    <a:pt x="7161" y="145"/>
                  </a:lnTo>
                  <a:lnTo>
                    <a:pt x="7072" y="145"/>
                  </a:lnTo>
                  <a:lnTo>
                    <a:pt x="7095" y="16"/>
                  </a:lnTo>
                  <a:close/>
                  <a:moveTo>
                    <a:pt x="6796" y="16"/>
                  </a:moveTo>
                  <a:lnTo>
                    <a:pt x="7069" y="16"/>
                  </a:lnTo>
                  <a:lnTo>
                    <a:pt x="7036" y="145"/>
                  </a:lnTo>
                  <a:lnTo>
                    <a:pt x="6917" y="145"/>
                  </a:lnTo>
                  <a:lnTo>
                    <a:pt x="6905" y="217"/>
                  </a:lnTo>
                  <a:lnTo>
                    <a:pt x="7022" y="217"/>
                  </a:lnTo>
                  <a:lnTo>
                    <a:pt x="7000" y="338"/>
                  </a:lnTo>
                  <a:lnTo>
                    <a:pt x="6882" y="338"/>
                  </a:lnTo>
                  <a:lnTo>
                    <a:pt x="6869" y="414"/>
                  </a:lnTo>
                  <a:lnTo>
                    <a:pt x="7004" y="414"/>
                  </a:lnTo>
                  <a:lnTo>
                    <a:pt x="6969" y="544"/>
                  </a:lnTo>
                  <a:lnTo>
                    <a:pt x="6699" y="544"/>
                  </a:lnTo>
                  <a:lnTo>
                    <a:pt x="6796" y="16"/>
                  </a:lnTo>
                  <a:close/>
                  <a:moveTo>
                    <a:pt x="6506" y="16"/>
                  </a:moveTo>
                  <a:lnTo>
                    <a:pt x="6651" y="16"/>
                  </a:lnTo>
                  <a:lnTo>
                    <a:pt x="6579" y="414"/>
                  </a:lnTo>
                  <a:lnTo>
                    <a:pt x="6686" y="414"/>
                  </a:lnTo>
                  <a:lnTo>
                    <a:pt x="6651" y="544"/>
                  </a:lnTo>
                  <a:lnTo>
                    <a:pt x="6409" y="544"/>
                  </a:lnTo>
                  <a:lnTo>
                    <a:pt x="6506" y="16"/>
                  </a:lnTo>
                  <a:close/>
                  <a:moveTo>
                    <a:pt x="4804" y="16"/>
                  </a:moveTo>
                  <a:lnTo>
                    <a:pt x="4913" y="16"/>
                  </a:lnTo>
                  <a:lnTo>
                    <a:pt x="4895" y="115"/>
                  </a:lnTo>
                  <a:lnTo>
                    <a:pt x="4845" y="211"/>
                  </a:lnTo>
                  <a:lnTo>
                    <a:pt x="4767" y="211"/>
                  </a:lnTo>
                  <a:lnTo>
                    <a:pt x="4804" y="16"/>
                  </a:lnTo>
                  <a:close/>
                  <a:moveTo>
                    <a:pt x="4443" y="16"/>
                  </a:moveTo>
                  <a:lnTo>
                    <a:pt x="4768" y="16"/>
                  </a:lnTo>
                  <a:lnTo>
                    <a:pt x="4735" y="145"/>
                  </a:lnTo>
                  <a:lnTo>
                    <a:pt x="4655" y="145"/>
                  </a:lnTo>
                  <a:lnTo>
                    <a:pt x="4581" y="544"/>
                  </a:lnTo>
                  <a:lnTo>
                    <a:pt x="4436" y="544"/>
                  </a:lnTo>
                  <a:lnTo>
                    <a:pt x="4509" y="145"/>
                  </a:lnTo>
                  <a:lnTo>
                    <a:pt x="4420" y="145"/>
                  </a:lnTo>
                  <a:lnTo>
                    <a:pt x="4443" y="16"/>
                  </a:lnTo>
                  <a:close/>
                  <a:moveTo>
                    <a:pt x="4144" y="16"/>
                  </a:moveTo>
                  <a:lnTo>
                    <a:pt x="4417" y="16"/>
                  </a:lnTo>
                  <a:lnTo>
                    <a:pt x="4384" y="145"/>
                  </a:lnTo>
                  <a:lnTo>
                    <a:pt x="4265" y="145"/>
                  </a:lnTo>
                  <a:lnTo>
                    <a:pt x="4253" y="217"/>
                  </a:lnTo>
                  <a:lnTo>
                    <a:pt x="4370" y="217"/>
                  </a:lnTo>
                  <a:lnTo>
                    <a:pt x="4348" y="338"/>
                  </a:lnTo>
                  <a:lnTo>
                    <a:pt x="4230" y="338"/>
                  </a:lnTo>
                  <a:lnTo>
                    <a:pt x="4217" y="414"/>
                  </a:lnTo>
                  <a:lnTo>
                    <a:pt x="4352" y="414"/>
                  </a:lnTo>
                  <a:lnTo>
                    <a:pt x="4317" y="544"/>
                  </a:lnTo>
                  <a:lnTo>
                    <a:pt x="4047" y="544"/>
                  </a:lnTo>
                  <a:lnTo>
                    <a:pt x="4144" y="16"/>
                  </a:lnTo>
                  <a:close/>
                  <a:moveTo>
                    <a:pt x="3854" y="16"/>
                  </a:moveTo>
                  <a:lnTo>
                    <a:pt x="3999" y="16"/>
                  </a:lnTo>
                  <a:lnTo>
                    <a:pt x="3927" y="414"/>
                  </a:lnTo>
                  <a:lnTo>
                    <a:pt x="4034" y="414"/>
                  </a:lnTo>
                  <a:lnTo>
                    <a:pt x="3999" y="544"/>
                  </a:lnTo>
                  <a:lnTo>
                    <a:pt x="3757" y="544"/>
                  </a:lnTo>
                  <a:lnTo>
                    <a:pt x="3854" y="16"/>
                  </a:lnTo>
                  <a:close/>
                  <a:moveTo>
                    <a:pt x="2152" y="16"/>
                  </a:moveTo>
                  <a:lnTo>
                    <a:pt x="2261" y="16"/>
                  </a:lnTo>
                  <a:lnTo>
                    <a:pt x="2243" y="115"/>
                  </a:lnTo>
                  <a:lnTo>
                    <a:pt x="2193" y="211"/>
                  </a:lnTo>
                  <a:lnTo>
                    <a:pt x="2115" y="211"/>
                  </a:lnTo>
                  <a:lnTo>
                    <a:pt x="2152" y="16"/>
                  </a:lnTo>
                  <a:close/>
                  <a:moveTo>
                    <a:pt x="1791" y="16"/>
                  </a:moveTo>
                  <a:lnTo>
                    <a:pt x="2116" y="16"/>
                  </a:lnTo>
                  <a:lnTo>
                    <a:pt x="2083" y="145"/>
                  </a:lnTo>
                  <a:lnTo>
                    <a:pt x="2003" y="145"/>
                  </a:lnTo>
                  <a:lnTo>
                    <a:pt x="1929" y="544"/>
                  </a:lnTo>
                  <a:lnTo>
                    <a:pt x="1784" y="544"/>
                  </a:lnTo>
                  <a:lnTo>
                    <a:pt x="1857" y="145"/>
                  </a:lnTo>
                  <a:lnTo>
                    <a:pt x="1768" y="145"/>
                  </a:lnTo>
                  <a:lnTo>
                    <a:pt x="1791" y="16"/>
                  </a:lnTo>
                  <a:close/>
                  <a:moveTo>
                    <a:pt x="1492" y="16"/>
                  </a:moveTo>
                  <a:lnTo>
                    <a:pt x="1765" y="16"/>
                  </a:lnTo>
                  <a:lnTo>
                    <a:pt x="1732" y="145"/>
                  </a:lnTo>
                  <a:lnTo>
                    <a:pt x="1613" y="145"/>
                  </a:lnTo>
                  <a:lnTo>
                    <a:pt x="1601" y="217"/>
                  </a:lnTo>
                  <a:lnTo>
                    <a:pt x="1718" y="217"/>
                  </a:lnTo>
                  <a:lnTo>
                    <a:pt x="1696" y="338"/>
                  </a:lnTo>
                  <a:lnTo>
                    <a:pt x="1578" y="338"/>
                  </a:lnTo>
                  <a:lnTo>
                    <a:pt x="1565" y="414"/>
                  </a:lnTo>
                  <a:lnTo>
                    <a:pt x="1700" y="414"/>
                  </a:lnTo>
                  <a:lnTo>
                    <a:pt x="1665" y="544"/>
                  </a:lnTo>
                  <a:lnTo>
                    <a:pt x="1395" y="544"/>
                  </a:lnTo>
                  <a:lnTo>
                    <a:pt x="1492" y="16"/>
                  </a:lnTo>
                  <a:close/>
                  <a:moveTo>
                    <a:pt x="1202" y="16"/>
                  </a:moveTo>
                  <a:lnTo>
                    <a:pt x="1347" y="16"/>
                  </a:lnTo>
                  <a:lnTo>
                    <a:pt x="1275" y="414"/>
                  </a:lnTo>
                  <a:lnTo>
                    <a:pt x="1382" y="414"/>
                  </a:lnTo>
                  <a:lnTo>
                    <a:pt x="1347" y="544"/>
                  </a:lnTo>
                  <a:lnTo>
                    <a:pt x="1105" y="544"/>
                  </a:lnTo>
                  <a:lnTo>
                    <a:pt x="1202" y="16"/>
                  </a:lnTo>
                  <a:close/>
                  <a:moveTo>
                    <a:pt x="16567" y="7"/>
                  </a:moveTo>
                  <a:cubicBezTo>
                    <a:pt x="16622" y="7"/>
                    <a:pt x="16659" y="21"/>
                    <a:pt x="16681" y="47"/>
                  </a:cubicBezTo>
                  <a:cubicBezTo>
                    <a:pt x="16702" y="73"/>
                    <a:pt x="16712" y="108"/>
                    <a:pt x="16711" y="151"/>
                  </a:cubicBezTo>
                  <a:cubicBezTo>
                    <a:pt x="16711" y="175"/>
                    <a:pt x="16709" y="200"/>
                    <a:pt x="16705" y="227"/>
                  </a:cubicBezTo>
                  <a:cubicBezTo>
                    <a:pt x="16701" y="253"/>
                    <a:pt x="16695" y="281"/>
                    <a:pt x="16689" y="310"/>
                  </a:cubicBezTo>
                  <a:cubicBezTo>
                    <a:pt x="16673" y="395"/>
                    <a:pt x="16648" y="457"/>
                    <a:pt x="16613" y="496"/>
                  </a:cubicBezTo>
                  <a:cubicBezTo>
                    <a:pt x="16577" y="535"/>
                    <a:pt x="16524" y="554"/>
                    <a:pt x="16454" y="554"/>
                  </a:cubicBezTo>
                  <a:cubicBezTo>
                    <a:pt x="16399" y="553"/>
                    <a:pt x="16362" y="540"/>
                    <a:pt x="16340" y="514"/>
                  </a:cubicBezTo>
                  <a:cubicBezTo>
                    <a:pt x="16319" y="487"/>
                    <a:pt x="16309" y="453"/>
                    <a:pt x="16310" y="409"/>
                  </a:cubicBezTo>
                  <a:cubicBezTo>
                    <a:pt x="16310" y="385"/>
                    <a:pt x="16313" y="360"/>
                    <a:pt x="16317" y="334"/>
                  </a:cubicBezTo>
                  <a:cubicBezTo>
                    <a:pt x="16321" y="307"/>
                    <a:pt x="16326" y="280"/>
                    <a:pt x="16333" y="251"/>
                  </a:cubicBezTo>
                  <a:cubicBezTo>
                    <a:pt x="16344" y="194"/>
                    <a:pt x="16358" y="148"/>
                    <a:pt x="16377" y="112"/>
                  </a:cubicBezTo>
                  <a:cubicBezTo>
                    <a:pt x="16395" y="76"/>
                    <a:pt x="16420" y="49"/>
                    <a:pt x="16450" y="32"/>
                  </a:cubicBezTo>
                  <a:cubicBezTo>
                    <a:pt x="16481" y="15"/>
                    <a:pt x="16520" y="7"/>
                    <a:pt x="16567" y="7"/>
                  </a:cubicBezTo>
                  <a:close/>
                  <a:moveTo>
                    <a:pt x="16178" y="7"/>
                  </a:moveTo>
                  <a:cubicBezTo>
                    <a:pt x="16207" y="7"/>
                    <a:pt x="16235" y="9"/>
                    <a:pt x="16261" y="13"/>
                  </a:cubicBezTo>
                  <a:cubicBezTo>
                    <a:pt x="16287" y="17"/>
                    <a:pt x="16306" y="21"/>
                    <a:pt x="16317" y="26"/>
                  </a:cubicBezTo>
                  <a:lnTo>
                    <a:pt x="16285" y="153"/>
                  </a:lnTo>
                  <a:cubicBezTo>
                    <a:pt x="16272" y="149"/>
                    <a:pt x="16256" y="146"/>
                    <a:pt x="16238" y="143"/>
                  </a:cubicBezTo>
                  <a:cubicBezTo>
                    <a:pt x="16220" y="140"/>
                    <a:pt x="16199" y="138"/>
                    <a:pt x="16176" y="138"/>
                  </a:cubicBezTo>
                  <a:cubicBezTo>
                    <a:pt x="16148" y="137"/>
                    <a:pt x="16129" y="144"/>
                    <a:pt x="16117" y="160"/>
                  </a:cubicBezTo>
                  <a:cubicBezTo>
                    <a:pt x="16106" y="176"/>
                    <a:pt x="16095" y="207"/>
                    <a:pt x="16085" y="252"/>
                  </a:cubicBezTo>
                  <a:cubicBezTo>
                    <a:pt x="16081" y="268"/>
                    <a:pt x="16078" y="288"/>
                    <a:pt x="16074" y="309"/>
                  </a:cubicBezTo>
                  <a:cubicBezTo>
                    <a:pt x="16070" y="331"/>
                    <a:pt x="16067" y="353"/>
                    <a:pt x="16065" y="374"/>
                  </a:cubicBezTo>
                  <a:cubicBezTo>
                    <a:pt x="16063" y="395"/>
                    <a:pt x="16061" y="413"/>
                    <a:pt x="16061" y="428"/>
                  </a:cubicBezTo>
                  <a:cubicBezTo>
                    <a:pt x="16064" y="429"/>
                    <a:pt x="16068" y="429"/>
                    <a:pt x="16071" y="429"/>
                  </a:cubicBezTo>
                  <a:cubicBezTo>
                    <a:pt x="16074" y="429"/>
                    <a:pt x="16077" y="429"/>
                    <a:pt x="16081" y="429"/>
                  </a:cubicBezTo>
                  <a:cubicBezTo>
                    <a:pt x="16090" y="429"/>
                    <a:pt x="16099" y="429"/>
                    <a:pt x="16108" y="428"/>
                  </a:cubicBezTo>
                  <a:cubicBezTo>
                    <a:pt x="16117" y="427"/>
                    <a:pt x="16126" y="426"/>
                    <a:pt x="16134" y="424"/>
                  </a:cubicBezTo>
                  <a:lnTo>
                    <a:pt x="16148" y="346"/>
                  </a:lnTo>
                  <a:lnTo>
                    <a:pt x="16107" y="346"/>
                  </a:lnTo>
                  <a:lnTo>
                    <a:pt x="16127" y="235"/>
                  </a:lnTo>
                  <a:lnTo>
                    <a:pt x="16291" y="235"/>
                  </a:lnTo>
                  <a:lnTo>
                    <a:pt x="16237" y="526"/>
                  </a:lnTo>
                  <a:cubicBezTo>
                    <a:pt x="16219" y="534"/>
                    <a:pt x="16193" y="541"/>
                    <a:pt x="16160" y="546"/>
                  </a:cubicBezTo>
                  <a:cubicBezTo>
                    <a:pt x="16127" y="551"/>
                    <a:pt x="16095" y="554"/>
                    <a:pt x="16062" y="554"/>
                  </a:cubicBezTo>
                  <a:cubicBezTo>
                    <a:pt x="16023" y="554"/>
                    <a:pt x="15993" y="548"/>
                    <a:pt x="15972" y="536"/>
                  </a:cubicBezTo>
                  <a:cubicBezTo>
                    <a:pt x="15951" y="524"/>
                    <a:pt x="15937" y="507"/>
                    <a:pt x="15929" y="485"/>
                  </a:cubicBezTo>
                  <a:cubicBezTo>
                    <a:pt x="15921" y="464"/>
                    <a:pt x="15918" y="439"/>
                    <a:pt x="15918" y="410"/>
                  </a:cubicBezTo>
                  <a:cubicBezTo>
                    <a:pt x="15918" y="386"/>
                    <a:pt x="15920" y="361"/>
                    <a:pt x="15924" y="334"/>
                  </a:cubicBezTo>
                  <a:cubicBezTo>
                    <a:pt x="15929" y="307"/>
                    <a:pt x="15934" y="280"/>
                    <a:pt x="15940" y="251"/>
                  </a:cubicBezTo>
                  <a:cubicBezTo>
                    <a:pt x="15956" y="166"/>
                    <a:pt x="15982" y="104"/>
                    <a:pt x="16018" y="65"/>
                  </a:cubicBezTo>
                  <a:cubicBezTo>
                    <a:pt x="16054" y="26"/>
                    <a:pt x="16108" y="6"/>
                    <a:pt x="16178" y="7"/>
                  </a:cubicBezTo>
                  <a:close/>
                  <a:moveTo>
                    <a:pt x="15716" y="7"/>
                  </a:moveTo>
                  <a:cubicBezTo>
                    <a:pt x="15747" y="7"/>
                    <a:pt x="15772" y="9"/>
                    <a:pt x="15791" y="13"/>
                  </a:cubicBezTo>
                  <a:cubicBezTo>
                    <a:pt x="15811" y="17"/>
                    <a:pt x="15825" y="21"/>
                    <a:pt x="15834" y="25"/>
                  </a:cubicBezTo>
                  <a:lnTo>
                    <a:pt x="15804" y="151"/>
                  </a:lnTo>
                  <a:cubicBezTo>
                    <a:pt x="15792" y="147"/>
                    <a:pt x="15780" y="143"/>
                    <a:pt x="15768" y="141"/>
                  </a:cubicBezTo>
                  <a:cubicBezTo>
                    <a:pt x="15757" y="139"/>
                    <a:pt x="15744" y="138"/>
                    <a:pt x="15731" y="138"/>
                  </a:cubicBezTo>
                  <a:cubicBezTo>
                    <a:pt x="15718" y="138"/>
                    <a:pt x="15708" y="140"/>
                    <a:pt x="15701" y="145"/>
                  </a:cubicBezTo>
                  <a:cubicBezTo>
                    <a:pt x="15694" y="150"/>
                    <a:pt x="15691" y="158"/>
                    <a:pt x="15691" y="169"/>
                  </a:cubicBezTo>
                  <a:cubicBezTo>
                    <a:pt x="15691" y="177"/>
                    <a:pt x="15692" y="186"/>
                    <a:pt x="15695" y="194"/>
                  </a:cubicBezTo>
                  <a:cubicBezTo>
                    <a:pt x="15698" y="203"/>
                    <a:pt x="15703" y="215"/>
                    <a:pt x="15709" y="230"/>
                  </a:cubicBezTo>
                  <a:lnTo>
                    <a:pt x="15735" y="291"/>
                  </a:lnTo>
                  <a:cubicBezTo>
                    <a:pt x="15742" y="306"/>
                    <a:pt x="15748" y="323"/>
                    <a:pt x="15754" y="341"/>
                  </a:cubicBezTo>
                  <a:cubicBezTo>
                    <a:pt x="15759" y="359"/>
                    <a:pt x="15763" y="377"/>
                    <a:pt x="15763" y="396"/>
                  </a:cubicBezTo>
                  <a:cubicBezTo>
                    <a:pt x="15762" y="451"/>
                    <a:pt x="15747" y="491"/>
                    <a:pt x="15718" y="516"/>
                  </a:cubicBezTo>
                  <a:cubicBezTo>
                    <a:pt x="15689" y="542"/>
                    <a:pt x="15652" y="554"/>
                    <a:pt x="15605" y="554"/>
                  </a:cubicBezTo>
                  <a:cubicBezTo>
                    <a:pt x="15572" y="553"/>
                    <a:pt x="15545" y="551"/>
                    <a:pt x="15524" y="547"/>
                  </a:cubicBezTo>
                  <a:cubicBezTo>
                    <a:pt x="15503" y="543"/>
                    <a:pt x="15488" y="539"/>
                    <a:pt x="15479" y="535"/>
                  </a:cubicBezTo>
                  <a:lnTo>
                    <a:pt x="15489" y="402"/>
                  </a:lnTo>
                  <a:cubicBezTo>
                    <a:pt x="15499" y="406"/>
                    <a:pt x="15512" y="410"/>
                    <a:pt x="15531" y="414"/>
                  </a:cubicBezTo>
                  <a:cubicBezTo>
                    <a:pt x="15550" y="418"/>
                    <a:pt x="15571" y="420"/>
                    <a:pt x="15595" y="420"/>
                  </a:cubicBezTo>
                  <a:cubicBezTo>
                    <a:pt x="15598" y="420"/>
                    <a:pt x="15601" y="420"/>
                    <a:pt x="15603" y="420"/>
                  </a:cubicBezTo>
                  <a:cubicBezTo>
                    <a:pt x="15606" y="420"/>
                    <a:pt x="15609" y="420"/>
                    <a:pt x="15612" y="420"/>
                  </a:cubicBezTo>
                  <a:cubicBezTo>
                    <a:pt x="15613" y="416"/>
                    <a:pt x="15614" y="412"/>
                    <a:pt x="15615" y="407"/>
                  </a:cubicBezTo>
                  <a:cubicBezTo>
                    <a:pt x="15616" y="403"/>
                    <a:pt x="15617" y="398"/>
                    <a:pt x="15617" y="393"/>
                  </a:cubicBezTo>
                  <a:cubicBezTo>
                    <a:pt x="15616" y="384"/>
                    <a:pt x="15615" y="375"/>
                    <a:pt x="15611" y="366"/>
                  </a:cubicBezTo>
                  <a:cubicBezTo>
                    <a:pt x="15607" y="358"/>
                    <a:pt x="15603" y="348"/>
                    <a:pt x="15597" y="336"/>
                  </a:cubicBezTo>
                  <a:lnTo>
                    <a:pt x="15570" y="276"/>
                  </a:lnTo>
                  <a:cubicBezTo>
                    <a:pt x="15562" y="259"/>
                    <a:pt x="15556" y="241"/>
                    <a:pt x="15551" y="223"/>
                  </a:cubicBezTo>
                  <a:cubicBezTo>
                    <a:pt x="15546" y="205"/>
                    <a:pt x="15544" y="188"/>
                    <a:pt x="15544" y="171"/>
                  </a:cubicBezTo>
                  <a:cubicBezTo>
                    <a:pt x="15545" y="116"/>
                    <a:pt x="15560" y="75"/>
                    <a:pt x="15591" y="48"/>
                  </a:cubicBezTo>
                  <a:cubicBezTo>
                    <a:pt x="15622" y="20"/>
                    <a:pt x="15664" y="7"/>
                    <a:pt x="15716" y="7"/>
                  </a:cubicBezTo>
                  <a:close/>
                  <a:moveTo>
                    <a:pt x="13913" y="7"/>
                  </a:moveTo>
                  <a:cubicBezTo>
                    <a:pt x="13968" y="7"/>
                    <a:pt x="14005" y="21"/>
                    <a:pt x="14027" y="47"/>
                  </a:cubicBezTo>
                  <a:cubicBezTo>
                    <a:pt x="14048" y="73"/>
                    <a:pt x="14058" y="108"/>
                    <a:pt x="14057" y="151"/>
                  </a:cubicBezTo>
                  <a:cubicBezTo>
                    <a:pt x="14057" y="175"/>
                    <a:pt x="14055" y="200"/>
                    <a:pt x="14051" y="227"/>
                  </a:cubicBezTo>
                  <a:cubicBezTo>
                    <a:pt x="14047" y="253"/>
                    <a:pt x="14041" y="281"/>
                    <a:pt x="14035" y="310"/>
                  </a:cubicBezTo>
                  <a:cubicBezTo>
                    <a:pt x="14019" y="395"/>
                    <a:pt x="13994" y="457"/>
                    <a:pt x="13959" y="496"/>
                  </a:cubicBezTo>
                  <a:cubicBezTo>
                    <a:pt x="13923" y="535"/>
                    <a:pt x="13870" y="554"/>
                    <a:pt x="13800" y="554"/>
                  </a:cubicBezTo>
                  <a:cubicBezTo>
                    <a:pt x="13745" y="553"/>
                    <a:pt x="13708" y="540"/>
                    <a:pt x="13686" y="514"/>
                  </a:cubicBezTo>
                  <a:cubicBezTo>
                    <a:pt x="13665" y="487"/>
                    <a:pt x="13655" y="453"/>
                    <a:pt x="13656" y="409"/>
                  </a:cubicBezTo>
                  <a:cubicBezTo>
                    <a:pt x="13656" y="385"/>
                    <a:pt x="13659" y="360"/>
                    <a:pt x="13663" y="334"/>
                  </a:cubicBezTo>
                  <a:cubicBezTo>
                    <a:pt x="13667" y="307"/>
                    <a:pt x="13672" y="280"/>
                    <a:pt x="13679" y="251"/>
                  </a:cubicBezTo>
                  <a:cubicBezTo>
                    <a:pt x="13690" y="194"/>
                    <a:pt x="13704" y="148"/>
                    <a:pt x="13723" y="112"/>
                  </a:cubicBezTo>
                  <a:cubicBezTo>
                    <a:pt x="13741" y="76"/>
                    <a:pt x="13766" y="49"/>
                    <a:pt x="13796" y="32"/>
                  </a:cubicBezTo>
                  <a:cubicBezTo>
                    <a:pt x="13827" y="15"/>
                    <a:pt x="13866" y="7"/>
                    <a:pt x="13913" y="7"/>
                  </a:cubicBezTo>
                  <a:close/>
                  <a:moveTo>
                    <a:pt x="13524" y="7"/>
                  </a:moveTo>
                  <a:cubicBezTo>
                    <a:pt x="13553" y="7"/>
                    <a:pt x="13581" y="9"/>
                    <a:pt x="13607" y="13"/>
                  </a:cubicBezTo>
                  <a:cubicBezTo>
                    <a:pt x="13633" y="17"/>
                    <a:pt x="13652" y="21"/>
                    <a:pt x="13663" y="26"/>
                  </a:cubicBezTo>
                  <a:lnTo>
                    <a:pt x="13631" y="153"/>
                  </a:lnTo>
                  <a:cubicBezTo>
                    <a:pt x="13618" y="149"/>
                    <a:pt x="13602" y="146"/>
                    <a:pt x="13584" y="143"/>
                  </a:cubicBezTo>
                  <a:cubicBezTo>
                    <a:pt x="13566" y="140"/>
                    <a:pt x="13545" y="138"/>
                    <a:pt x="13522" y="138"/>
                  </a:cubicBezTo>
                  <a:cubicBezTo>
                    <a:pt x="13494" y="137"/>
                    <a:pt x="13475" y="144"/>
                    <a:pt x="13463" y="160"/>
                  </a:cubicBezTo>
                  <a:cubicBezTo>
                    <a:pt x="13452" y="176"/>
                    <a:pt x="13441" y="207"/>
                    <a:pt x="13431" y="252"/>
                  </a:cubicBezTo>
                  <a:cubicBezTo>
                    <a:pt x="13427" y="268"/>
                    <a:pt x="13424" y="288"/>
                    <a:pt x="13420" y="309"/>
                  </a:cubicBezTo>
                  <a:cubicBezTo>
                    <a:pt x="13416" y="331"/>
                    <a:pt x="13413" y="353"/>
                    <a:pt x="13411" y="374"/>
                  </a:cubicBezTo>
                  <a:cubicBezTo>
                    <a:pt x="13409" y="395"/>
                    <a:pt x="13407" y="413"/>
                    <a:pt x="13407" y="428"/>
                  </a:cubicBezTo>
                  <a:cubicBezTo>
                    <a:pt x="13410" y="429"/>
                    <a:pt x="13414" y="429"/>
                    <a:pt x="13417" y="429"/>
                  </a:cubicBezTo>
                  <a:cubicBezTo>
                    <a:pt x="13420" y="429"/>
                    <a:pt x="13423" y="429"/>
                    <a:pt x="13427" y="429"/>
                  </a:cubicBezTo>
                  <a:cubicBezTo>
                    <a:pt x="13436" y="429"/>
                    <a:pt x="13445" y="429"/>
                    <a:pt x="13454" y="428"/>
                  </a:cubicBezTo>
                  <a:cubicBezTo>
                    <a:pt x="13463" y="427"/>
                    <a:pt x="13472" y="426"/>
                    <a:pt x="13480" y="424"/>
                  </a:cubicBezTo>
                  <a:lnTo>
                    <a:pt x="13494" y="346"/>
                  </a:lnTo>
                  <a:lnTo>
                    <a:pt x="13453" y="346"/>
                  </a:lnTo>
                  <a:lnTo>
                    <a:pt x="13473" y="235"/>
                  </a:lnTo>
                  <a:lnTo>
                    <a:pt x="13637" y="235"/>
                  </a:lnTo>
                  <a:lnTo>
                    <a:pt x="13583" y="526"/>
                  </a:lnTo>
                  <a:cubicBezTo>
                    <a:pt x="13565" y="534"/>
                    <a:pt x="13539" y="541"/>
                    <a:pt x="13506" y="546"/>
                  </a:cubicBezTo>
                  <a:cubicBezTo>
                    <a:pt x="13473" y="551"/>
                    <a:pt x="13441" y="554"/>
                    <a:pt x="13408" y="554"/>
                  </a:cubicBezTo>
                  <a:cubicBezTo>
                    <a:pt x="13369" y="554"/>
                    <a:pt x="13339" y="548"/>
                    <a:pt x="13318" y="536"/>
                  </a:cubicBezTo>
                  <a:cubicBezTo>
                    <a:pt x="13297" y="524"/>
                    <a:pt x="13283" y="507"/>
                    <a:pt x="13275" y="485"/>
                  </a:cubicBezTo>
                  <a:cubicBezTo>
                    <a:pt x="13267" y="464"/>
                    <a:pt x="13264" y="439"/>
                    <a:pt x="13264" y="410"/>
                  </a:cubicBezTo>
                  <a:cubicBezTo>
                    <a:pt x="13264" y="386"/>
                    <a:pt x="13266" y="361"/>
                    <a:pt x="13270" y="334"/>
                  </a:cubicBezTo>
                  <a:cubicBezTo>
                    <a:pt x="13275" y="307"/>
                    <a:pt x="13280" y="280"/>
                    <a:pt x="13286" y="251"/>
                  </a:cubicBezTo>
                  <a:cubicBezTo>
                    <a:pt x="13302" y="166"/>
                    <a:pt x="13328" y="104"/>
                    <a:pt x="13364" y="65"/>
                  </a:cubicBezTo>
                  <a:cubicBezTo>
                    <a:pt x="13400" y="26"/>
                    <a:pt x="13454" y="6"/>
                    <a:pt x="13524" y="7"/>
                  </a:cubicBezTo>
                  <a:close/>
                  <a:moveTo>
                    <a:pt x="13062" y="7"/>
                  </a:moveTo>
                  <a:cubicBezTo>
                    <a:pt x="13093" y="7"/>
                    <a:pt x="13118" y="9"/>
                    <a:pt x="13137" y="13"/>
                  </a:cubicBezTo>
                  <a:cubicBezTo>
                    <a:pt x="13157" y="17"/>
                    <a:pt x="13171" y="21"/>
                    <a:pt x="13180" y="25"/>
                  </a:cubicBezTo>
                  <a:lnTo>
                    <a:pt x="13150" y="151"/>
                  </a:lnTo>
                  <a:cubicBezTo>
                    <a:pt x="13138" y="147"/>
                    <a:pt x="13126" y="143"/>
                    <a:pt x="13114" y="141"/>
                  </a:cubicBezTo>
                  <a:cubicBezTo>
                    <a:pt x="13103" y="139"/>
                    <a:pt x="13090" y="138"/>
                    <a:pt x="13077" y="138"/>
                  </a:cubicBezTo>
                  <a:cubicBezTo>
                    <a:pt x="13064" y="138"/>
                    <a:pt x="13054" y="140"/>
                    <a:pt x="13047" y="145"/>
                  </a:cubicBezTo>
                  <a:cubicBezTo>
                    <a:pt x="13040" y="150"/>
                    <a:pt x="13037" y="158"/>
                    <a:pt x="13037" y="169"/>
                  </a:cubicBezTo>
                  <a:cubicBezTo>
                    <a:pt x="13037" y="177"/>
                    <a:pt x="13038" y="186"/>
                    <a:pt x="13041" y="194"/>
                  </a:cubicBezTo>
                  <a:cubicBezTo>
                    <a:pt x="13044" y="203"/>
                    <a:pt x="13049" y="215"/>
                    <a:pt x="13055" y="230"/>
                  </a:cubicBezTo>
                  <a:lnTo>
                    <a:pt x="13081" y="291"/>
                  </a:lnTo>
                  <a:cubicBezTo>
                    <a:pt x="13088" y="306"/>
                    <a:pt x="13094" y="323"/>
                    <a:pt x="13100" y="341"/>
                  </a:cubicBezTo>
                  <a:cubicBezTo>
                    <a:pt x="13105" y="359"/>
                    <a:pt x="13109" y="377"/>
                    <a:pt x="13109" y="396"/>
                  </a:cubicBezTo>
                  <a:cubicBezTo>
                    <a:pt x="13108" y="451"/>
                    <a:pt x="13093" y="491"/>
                    <a:pt x="13064" y="516"/>
                  </a:cubicBezTo>
                  <a:cubicBezTo>
                    <a:pt x="13035" y="542"/>
                    <a:pt x="12998" y="554"/>
                    <a:pt x="12951" y="554"/>
                  </a:cubicBezTo>
                  <a:cubicBezTo>
                    <a:pt x="12918" y="553"/>
                    <a:pt x="12891" y="551"/>
                    <a:pt x="12870" y="547"/>
                  </a:cubicBezTo>
                  <a:cubicBezTo>
                    <a:pt x="12849" y="543"/>
                    <a:pt x="12834" y="539"/>
                    <a:pt x="12825" y="535"/>
                  </a:cubicBezTo>
                  <a:lnTo>
                    <a:pt x="12835" y="402"/>
                  </a:lnTo>
                  <a:cubicBezTo>
                    <a:pt x="12845" y="406"/>
                    <a:pt x="12858" y="410"/>
                    <a:pt x="12877" y="414"/>
                  </a:cubicBezTo>
                  <a:cubicBezTo>
                    <a:pt x="12896" y="418"/>
                    <a:pt x="12917" y="420"/>
                    <a:pt x="12941" y="420"/>
                  </a:cubicBezTo>
                  <a:cubicBezTo>
                    <a:pt x="12944" y="420"/>
                    <a:pt x="12947" y="420"/>
                    <a:pt x="12949" y="420"/>
                  </a:cubicBezTo>
                  <a:cubicBezTo>
                    <a:pt x="12952" y="420"/>
                    <a:pt x="12955" y="420"/>
                    <a:pt x="12958" y="420"/>
                  </a:cubicBezTo>
                  <a:cubicBezTo>
                    <a:pt x="12959" y="416"/>
                    <a:pt x="12960" y="412"/>
                    <a:pt x="12961" y="407"/>
                  </a:cubicBezTo>
                  <a:cubicBezTo>
                    <a:pt x="12962" y="403"/>
                    <a:pt x="12963" y="398"/>
                    <a:pt x="12963" y="393"/>
                  </a:cubicBezTo>
                  <a:cubicBezTo>
                    <a:pt x="12962" y="384"/>
                    <a:pt x="12961" y="375"/>
                    <a:pt x="12957" y="366"/>
                  </a:cubicBezTo>
                  <a:cubicBezTo>
                    <a:pt x="12953" y="358"/>
                    <a:pt x="12949" y="348"/>
                    <a:pt x="12943" y="336"/>
                  </a:cubicBezTo>
                  <a:lnTo>
                    <a:pt x="12916" y="276"/>
                  </a:lnTo>
                  <a:cubicBezTo>
                    <a:pt x="12908" y="259"/>
                    <a:pt x="12902" y="241"/>
                    <a:pt x="12897" y="223"/>
                  </a:cubicBezTo>
                  <a:cubicBezTo>
                    <a:pt x="12892" y="205"/>
                    <a:pt x="12890" y="188"/>
                    <a:pt x="12890" y="171"/>
                  </a:cubicBezTo>
                  <a:cubicBezTo>
                    <a:pt x="12891" y="116"/>
                    <a:pt x="12906" y="75"/>
                    <a:pt x="12937" y="48"/>
                  </a:cubicBezTo>
                  <a:cubicBezTo>
                    <a:pt x="12968" y="20"/>
                    <a:pt x="13010" y="7"/>
                    <a:pt x="13062" y="7"/>
                  </a:cubicBezTo>
                  <a:close/>
                  <a:moveTo>
                    <a:pt x="11261" y="7"/>
                  </a:moveTo>
                  <a:cubicBezTo>
                    <a:pt x="11316" y="7"/>
                    <a:pt x="11353" y="21"/>
                    <a:pt x="11375" y="47"/>
                  </a:cubicBezTo>
                  <a:cubicBezTo>
                    <a:pt x="11396" y="73"/>
                    <a:pt x="11406" y="108"/>
                    <a:pt x="11405" y="151"/>
                  </a:cubicBezTo>
                  <a:cubicBezTo>
                    <a:pt x="11405" y="175"/>
                    <a:pt x="11403" y="200"/>
                    <a:pt x="11399" y="227"/>
                  </a:cubicBezTo>
                  <a:cubicBezTo>
                    <a:pt x="11395" y="253"/>
                    <a:pt x="11389" y="281"/>
                    <a:pt x="11383" y="310"/>
                  </a:cubicBezTo>
                  <a:cubicBezTo>
                    <a:pt x="11367" y="395"/>
                    <a:pt x="11342" y="457"/>
                    <a:pt x="11307" y="496"/>
                  </a:cubicBezTo>
                  <a:cubicBezTo>
                    <a:pt x="11271" y="535"/>
                    <a:pt x="11218" y="554"/>
                    <a:pt x="11148" y="554"/>
                  </a:cubicBezTo>
                  <a:cubicBezTo>
                    <a:pt x="11093" y="553"/>
                    <a:pt x="11056" y="540"/>
                    <a:pt x="11034" y="514"/>
                  </a:cubicBezTo>
                  <a:cubicBezTo>
                    <a:pt x="11013" y="487"/>
                    <a:pt x="11003" y="453"/>
                    <a:pt x="11004" y="409"/>
                  </a:cubicBezTo>
                  <a:cubicBezTo>
                    <a:pt x="11004" y="385"/>
                    <a:pt x="11007" y="360"/>
                    <a:pt x="11011" y="334"/>
                  </a:cubicBezTo>
                  <a:cubicBezTo>
                    <a:pt x="11015" y="307"/>
                    <a:pt x="11020" y="280"/>
                    <a:pt x="11027" y="251"/>
                  </a:cubicBezTo>
                  <a:cubicBezTo>
                    <a:pt x="11038" y="194"/>
                    <a:pt x="11052" y="148"/>
                    <a:pt x="11071" y="112"/>
                  </a:cubicBezTo>
                  <a:cubicBezTo>
                    <a:pt x="11089" y="76"/>
                    <a:pt x="11114" y="49"/>
                    <a:pt x="11144" y="32"/>
                  </a:cubicBezTo>
                  <a:cubicBezTo>
                    <a:pt x="11175" y="15"/>
                    <a:pt x="11214" y="7"/>
                    <a:pt x="11261" y="7"/>
                  </a:cubicBezTo>
                  <a:close/>
                  <a:moveTo>
                    <a:pt x="10872" y="7"/>
                  </a:moveTo>
                  <a:cubicBezTo>
                    <a:pt x="10901" y="7"/>
                    <a:pt x="10929" y="9"/>
                    <a:pt x="10955" y="13"/>
                  </a:cubicBezTo>
                  <a:cubicBezTo>
                    <a:pt x="10981" y="17"/>
                    <a:pt x="11000" y="21"/>
                    <a:pt x="11011" y="26"/>
                  </a:cubicBezTo>
                  <a:lnTo>
                    <a:pt x="10979" y="153"/>
                  </a:lnTo>
                  <a:cubicBezTo>
                    <a:pt x="10966" y="149"/>
                    <a:pt x="10950" y="146"/>
                    <a:pt x="10932" y="143"/>
                  </a:cubicBezTo>
                  <a:cubicBezTo>
                    <a:pt x="10914" y="140"/>
                    <a:pt x="10893" y="138"/>
                    <a:pt x="10870" y="138"/>
                  </a:cubicBezTo>
                  <a:cubicBezTo>
                    <a:pt x="10842" y="137"/>
                    <a:pt x="10823" y="144"/>
                    <a:pt x="10811" y="160"/>
                  </a:cubicBezTo>
                  <a:cubicBezTo>
                    <a:pt x="10800" y="176"/>
                    <a:pt x="10789" y="207"/>
                    <a:pt x="10779" y="252"/>
                  </a:cubicBezTo>
                  <a:cubicBezTo>
                    <a:pt x="10775" y="268"/>
                    <a:pt x="10772" y="288"/>
                    <a:pt x="10768" y="309"/>
                  </a:cubicBezTo>
                  <a:cubicBezTo>
                    <a:pt x="10764" y="331"/>
                    <a:pt x="10761" y="353"/>
                    <a:pt x="10759" y="374"/>
                  </a:cubicBezTo>
                  <a:cubicBezTo>
                    <a:pt x="10757" y="395"/>
                    <a:pt x="10755" y="413"/>
                    <a:pt x="10755" y="428"/>
                  </a:cubicBezTo>
                  <a:cubicBezTo>
                    <a:pt x="10758" y="429"/>
                    <a:pt x="10762" y="429"/>
                    <a:pt x="10765" y="429"/>
                  </a:cubicBezTo>
                  <a:cubicBezTo>
                    <a:pt x="10768" y="429"/>
                    <a:pt x="10771" y="429"/>
                    <a:pt x="10775" y="429"/>
                  </a:cubicBezTo>
                  <a:cubicBezTo>
                    <a:pt x="10784" y="429"/>
                    <a:pt x="10793" y="429"/>
                    <a:pt x="10802" y="428"/>
                  </a:cubicBezTo>
                  <a:cubicBezTo>
                    <a:pt x="10811" y="427"/>
                    <a:pt x="10820" y="426"/>
                    <a:pt x="10828" y="424"/>
                  </a:cubicBezTo>
                  <a:lnTo>
                    <a:pt x="10842" y="346"/>
                  </a:lnTo>
                  <a:lnTo>
                    <a:pt x="10801" y="346"/>
                  </a:lnTo>
                  <a:lnTo>
                    <a:pt x="10821" y="235"/>
                  </a:lnTo>
                  <a:lnTo>
                    <a:pt x="10985" y="235"/>
                  </a:lnTo>
                  <a:lnTo>
                    <a:pt x="10931" y="526"/>
                  </a:lnTo>
                  <a:cubicBezTo>
                    <a:pt x="10913" y="534"/>
                    <a:pt x="10887" y="541"/>
                    <a:pt x="10854" y="546"/>
                  </a:cubicBezTo>
                  <a:cubicBezTo>
                    <a:pt x="10821" y="551"/>
                    <a:pt x="10789" y="554"/>
                    <a:pt x="10756" y="554"/>
                  </a:cubicBezTo>
                  <a:cubicBezTo>
                    <a:pt x="10717" y="554"/>
                    <a:pt x="10687" y="548"/>
                    <a:pt x="10666" y="536"/>
                  </a:cubicBezTo>
                  <a:cubicBezTo>
                    <a:pt x="10645" y="524"/>
                    <a:pt x="10631" y="507"/>
                    <a:pt x="10623" y="485"/>
                  </a:cubicBezTo>
                  <a:cubicBezTo>
                    <a:pt x="10615" y="464"/>
                    <a:pt x="10612" y="439"/>
                    <a:pt x="10612" y="410"/>
                  </a:cubicBezTo>
                  <a:cubicBezTo>
                    <a:pt x="10612" y="386"/>
                    <a:pt x="10614" y="361"/>
                    <a:pt x="10618" y="334"/>
                  </a:cubicBezTo>
                  <a:cubicBezTo>
                    <a:pt x="10623" y="307"/>
                    <a:pt x="10628" y="280"/>
                    <a:pt x="10634" y="251"/>
                  </a:cubicBezTo>
                  <a:cubicBezTo>
                    <a:pt x="10650" y="166"/>
                    <a:pt x="10676" y="104"/>
                    <a:pt x="10712" y="65"/>
                  </a:cubicBezTo>
                  <a:cubicBezTo>
                    <a:pt x="10748" y="26"/>
                    <a:pt x="10802" y="6"/>
                    <a:pt x="10872" y="7"/>
                  </a:cubicBezTo>
                  <a:close/>
                  <a:moveTo>
                    <a:pt x="10410" y="7"/>
                  </a:moveTo>
                  <a:cubicBezTo>
                    <a:pt x="10441" y="7"/>
                    <a:pt x="10466" y="9"/>
                    <a:pt x="10485" y="13"/>
                  </a:cubicBezTo>
                  <a:cubicBezTo>
                    <a:pt x="10505" y="17"/>
                    <a:pt x="10519" y="21"/>
                    <a:pt x="10528" y="25"/>
                  </a:cubicBezTo>
                  <a:lnTo>
                    <a:pt x="10498" y="151"/>
                  </a:lnTo>
                  <a:cubicBezTo>
                    <a:pt x="10486" y="147"/>
                    <a:pt x="10474" y="143"/>
                    <a:pt x="10462" y="141"/>
                  </a:cubicBezTo>
                  <a:cubicBezTo>
                    <a:pt x="10451" y="139"/>
                    <a:pt x="10438" y="138"/>
                    <a:pt x="10425" y="138"/>
                  </a:cubicBezTo>
                  <a:cubicBezTo>
                    <a:pt x="10412" y="138"/>
                    <a:pt x="10402" y="140"/>
                    <a:pt x="10395" y="145"/>
                  </a:cubicBezTo>
                  <a:cubicBezTo>
                    <a:pt x="10388" y="150"/>
                    <a:pt x="10385" y="158"/>
                    <a:pt x="10385" y="169"/>
                  </a:cubicBezTo>
                  <a:cubicBezTo>
                    <a:pt x="10385" y="177"/>
                    <a:pt x="10386" y="186"/>
                    <a:pt x="10389" y="194"/>
                  </a:cubicBezTo>
                  <a:cubicBezTo>
                    <a:pt x="10392" y="203"/>
                    <a:pt x="10397" y="215"/>
                    <a:pt x="10403" y="230"/>
                  </a:cubicBezTo>
                  <a:lnTo>
                    <a:pt x="10429" y="291"/>
                  </a:lnTo>
                  <a:cubicBezTo>
                    <a:pt x="10436" y="306"/>
                    <a:pt x="10442" y="323"/>
                    <a:pt x="10448" y="341"/>
                  </a:cubicBezTo>
                  <a:cubicBezTo>
                    <a:pt x="10453" y="359"/>
                    <a:pt x="10457" y="377"/>
                    <a:pt x="10457" y="396"/>
                  </a:cubicBezTo>
                  <a:cubicBezTo>
                    <a:pt x="10456" y="451"/>
                    <a:pt x="10441" y="491"/>
                    <a:pt x="10412" y="516"/>
                  </a:cubicBezTo>
                  <a:cubicBezTo>
                    <a:pt x="10383" y="542"/>
                    <a:pt x="10346" y="554"/>
                    <a:pt x="10299" y="554"/>
                  </a:cubicBezTo>
                  <a:cubicBezTo>
                    <a:pt x="10266" y="553"/>
                    <a:pt x="10239" y="551"/>
                    <a:pt x="10218" y="547"/>
                  </a:cubicBezTo>
                  <a:cubicBezTo>
                    <a:pt x="10197" y="543"/>
                    <a:pt x="10182" y="539"/>
                    <a:pt x="10173" y="535"/>
                  </a:cubicBezTo>
                  <a:lnTo>
                    <a:pt x="10183" y="402"/>
                  </a:lnTo>
                  <a:cubicBezTo>
                    <a:pt x="10193" y="406"/>
                    <a:pt x="10206" y="410"/>
                    <a:pt x="10225" y="414"/>
                  </a:cubicBezTo>
                  <a:cubicBezTo>
                    <a:pt x="10244" y="418"/>
                    <a:pt x="10265" y="420"/>
                    <a:pt x="10289" y="420"/>
                  </a:cubicBezTo>
                  <a:cubicBezTo>
                    <a:pt x="10292" y="420"/>
                    <a:pt x="10295" y="420"/>
                    <a:pt x="10297" y="420"/>
                  </a:cubicBezTo>
                  <a:cubicBezTo>
                    <a:pt x="10300" y="420"/>
                    <a:pt x="10303" y="420"/>
                    <a:pt x="10306" y="420"/>
                  </a:cubicBezTo>
                  <a:cubicBezTo>
                    <a:pt x="10307" y="416"/>
                    <a:pt x="10308" y="412"/>
                    <a:pt x="10309" y="407"/>
                  </a:cubicBezTo>
                  <a:cubicBezTo>
                    <a:pt x="10310" y="403"/>
                    <a:pt x="10311" y="398"/>
                    <a:pt x="10311" y="393"/>
                  </a:cubicBezTo>
                  <a:cubicBezTo>
                    <a:pt x="10310" y="384"/>
                    <a:pt x="10309" y="375"/>
                    <a:pt x="10305" y="366"/>
                  </a:cubicBezTo>
                  <a:cubicBezTo>
                    <a:pt x="10301" y="358"/>
                    <a:pt x="10297" y="348"/>
                    <a:pt x="10291" y="336"/>
                  </a:cubicBezTo>
                  <a:lnTo>
                    <a:pt x="10264" y="276"/>
                  </a:lnTo>
                  <a:cubicBezTo>
                    <a:pt x="10256" y="259"/>
                    <a:pt x="10250" y="241"/>
                    <a:pt x="10245" y="223"/>
                  </a:cubicBezTo>
                  <a:cubicBezTo>
                    <a:pt x="10240" y="205"/>
                    <a:pt x="10238" y="188"/>
                    <a:pt x="10238" y="171"/>
                  </a:cubicBezTo>
                  <a:cubicBezTo>
                    <a:pt x="10239" y="116"/>
                    <a:pt x="10254" y="75"/>
                    <a:pt x="10285" y="48"/>
                  </a:cubicBezTo>
                  <a:cubicBezTo>
                    <a:pt x="10316" y="20"/>
                    <a:pt x="10358" y="7"/>
                    <a:pt x="10410" y="7"/>
                  </a:cubicBezTo>
                  <a:close/>
                  <a:moveTo>
                    <a:pt x="8607" y="7"/>
                  </a:moveTo>
                  <a:cubicBezTo>
                    <a:pt x="8662" y="7"/>
                    <a:pt x="8699" y="21"/>
                    <a:pt x="8721" y="47"/>
                  </a:cubicBezTo>
                  <a:cubicBezTo>
                    <a:pt x="8742" y="73"/>
                    <a:pt x="8752" y="108"/>
                    <a:pt x="8751" y="151"/>
                  </a:cubicBezTo>
                  <a:cubicBezTo>
                    <a:pt x="8751" y="175"/>
                    <a:pt x="8749" y="200"/>
                    <a:pt x="8745" y="227"/>
                  </a:cubicBezTo>
                  <a:cubicBezTo>
                    <a:pt x="8741" y="253"/>
                    <a:pt x="8735" y="281"/>
                    <a:pt x="8729" y="310"/>
                  </a:cubicBezTo>
                  <a:cubicBezTo>
                    <a:pt x="8713" y="395"/>
                    <a:pt x="8688" y="457"/>
                    <a:pt x="8653" y="496"/>
                  </a:cubicBezTo>
                  <a:cubicBezTo>
                    <a:pt x="8617" y="535"/>
                    <a:pt x="8564" y="554"/>
                    <a:pt x="8494" y="554"/>
                  </a:cubicBezTo>
                  <a:cubicBezTo>
                    <a:pt x="8439" y="553"/>
                    <a:pt x="8402" y="540"/>
                    <a:pt x="8380" y="514"/>
                  </a:cubicBezTo>
                  <a:cubicBezTo>
                    <a:pt x="8359" y="487"/>
                    <a:pt x="8349" y="453"/>
                    <a:pt x="8350" y="409"/>
                  </a:cubicBezTo>
                  <a:cubicBezTo>
                    <a:pt x="8350" y="385"/>
                    <a:pt x="8353" y="360"/>
                    <a:pt x="8357" y="334"/>
                  </a:cubicBezTo>
                  <a:cubicBezTo>
                    <a:pt x="8361" y="307"/>
                    <a:pt x="8366" y="280"/>
                    <a:pt x="8373" y="251"/>
                  </a:cubicBezTo>
                  <a:cubicBezTo>
                    <a:pt x="8384" y="194"/>
                    <a:pt x="8398" y="148"/>
                    <a:pt x="8417" y="112"/>
                  </a:cubicBezTo>
                  <a:cubicBezTo>
                    <a:pt x="8435" y="76"/>
                    <a:pt x="8460" y="49"/>
                    <a:pt x="8490" y="32"/>
                  </a:cubicBezTo>
                  <a:cubicBezTo>
                    <a:pt x="8521" y="15"/>
                    <a:pt x="8560" y="7"/>
                    <a:pt x="8607" y="7"/>
                  </a:cubicBezTo>
                  <a:close/>
                  <a:moveTo>
                    <a:pt x="8218" y="7"/>
                  </a:moveTo>
                  <a:cubicBezTo>
                    <a:pt x="8247" y="7"/>
                    <a:pt x="8275" y="9"/>
                    <a:pt x="8301" y="13"/>
                  </a:cubicBezTo>
                  <a:cubicBezTo>
                    <a:pt x="8327" y="17"/>
                    <a:pt x="8346" y="21"/>
                    <a:pt x="8357" y="26"/>
                  </a:cubicBezTo>
                  <a:lnTo>
                    <a:pt x="8325" y="153"/>
                  </a:lnTo>
                  <a:cubicBezTo>
                    <a:pt x="8312" y="149"/>
                    <a:pt x="8296" y="146"/>
                    <a:pt x="8278" y="143"/>
                  </a:cubicBezTo>
                  <a:cubicBezTo>
                    <a:pt x="8260" y="140"/>
                    <a:pt x="8239" y="138"/>
                    <a:pt x="8216" y="138"/>
                  </a:cubicBezTo>
                  <a:cubicBezTo>
                    <a:pt x="8188" y="137"/>
                    <a:pt x="8169" y="144"/>
                    <a:pt x="8157" y="160"/>
                  </a:cubicBezTo>
                  <a:cubicBezTo>
                    <a:pt x="8146" y="176"/>
                    <a:pt x="8135" y="207"/>
                    <a:pt x="8125" y="252"/>
                  </a:cubicBezTo>
                  <a:cubicBezTo>
                    <a:pt x="8121" y="268"/>
                    <a:pt x="8118" y="288"/>
                    <a:pt x="8114" y="309"/>
                  </a:cubicBezTo>
                  <a:cubicBezTo>
                    <a:pt x="8110" y="331"/>
                    <a:pt x="8107" y="353"/>
                    <a:pt x="8105" y="374"/>
                  </a:cubicBezTo>
                  <a:cubicBezTo>
                    <a:pt x="8103" y="395"/>
                    <a:pt x="8101" y="413"/>
                    <a:pt x="8101" y="428"/>
                  </a:cubicBezTo>
                  <a:cubicBezTo>
                    <a:pt x="8104" y="429"/>
                    <a:pt x="8108" y="429"/>
                    <a:pt x="8111" y="429"/>
                  </a:cubicBezTo>
                  <a:cubicBezTo>
                    <a:pt x="8114" y="429"/>
                    <a:pt x="8117" y="429"/>
                    <a:pt x="8121" y="429"/>
                  </a:cubicBezTo>
                  <a:cubicBezTo>
                    <a:pt x="8130" y="429"/>
                    <a:pt x="8139" y="429"/>
                    <a:pt x="8148" y="428"/>
                  </a:cubicBezTo>
                  <a:cubicBezTo>
                    <a:pt x="8157" y="427"/>
                    <a:pt x="8166" y="426"/>
                    <a:pt x="8174" y="424"/>
                  </a:cubicBezTo>
                  <a:lnTo>
                    <a:pt x="8188" y="346"/>
                  </a:lnTo>
                  <a:lnTo>
                    <a:pt x="8147" y="346"/>
                  </a:lnTo>
                  <a:lnTo>
                    <a:pt x="8167" y="235"/>
                  </a:lnTo>
                  <a:lnTo>
                    <a:pt x="8331" y="235"/>
                  </a:lnTo>
                  <a:lnTo>
                    <a:pt x="8277" y="526"/>
                  </a:lnTo>
                  <a:cubicBezTo>
                    <a:pt x="8259" y="534"/>
                    <a:pt x="8233" y="541"/>
                    <a:pt x="8200" y="546"/>
                  </a:cubicBezTo>
                  <a:cubicBezTo>
                    <a:pt x="8167" y="551"/>
                    <a:pt x="8135" y="554"/>
                    <a:pt x="8102" y="554"/>
                  </a:cubicBezTo>
                  <a:cubicBezTo>
                    <a:pt x="8063" y="554"/>
                    <a:pt x="8033" y="548"/>
                    <a:pt x="8012" y="536"/>
                  </a:cubicBezTo>
                  <a:cubicBezTo>
                    <a:pt x="7991" y="524"/>
                    <a:pt x="7977" y="507"/>
                    <a:pt x="7969" y="485"/>
                  </a:cubicBezTo>
                  <a:cubicBezTo>
                    <a:pt x="7961" y="464"/>
                    <a:pt x="7958" y="439"/>
                    <a:pt x="7958" y="410"/>
                  </a:cubicBezTo>
                  <a:cubicBezTo>
                    <a:pt x="7958" y="386"/>
                    <a:pt x="7960" y="361"/>
                    <a:pt x="7964" y="334"/>
                  </a:cubicBezTo>
                  <a:cubicBezTo>
                    <a:pt x="7969" y="307"/>
                    <a:pt x="7974" y="280"/>
                    <a:pt x="7980" y="251"/>
                  </a:cubicBezTo>
                  <a:cubicBezTo>
                    <a:pt x="7996" y="166"/>
                    <a:pt x="8022" y="104"/>
                    <a:pt x="8058" y="65"/>
                  </a:cubicBezTo>
                  <a:cubicBezTo>
                    <a:pt x="8094" y="26"/>
                    <a:pt x="8148" y="6"/>
                    <a:pt x="8218" y="7"/>
                  </a:cubicBezTo>
                  <a:close/>
                  <a:moveTo>
                    <a:pt x="7756" y="7"/>
                  </a:moveTo>
                  <a:cubicBezTo>
                    <a:pt x="7787" y="7"/>
                    <a:pt x="7812" y="9"/>
                    <a:pt x="7831" y="13"/>
                  </a:cubicBezTo>
                  <a:cubicBezTo>
                    <a:pt x="7851" y="17"/>
                    <a:pt x="7865" y="21"/>
                    <a:pt x="7874" y="25"/>
                  </a:cubicBezTo>
                  <a:lnTo>
                    <a:pt x="7844" y="151"/>
                  </a:lnTo>
                  <a:cubicBezTo>
                    <a:pt x="7832" y="147"/>
                    <a:pt x="7820" y="143"/>
                    <a:pt x="7808" y="141"/>
                  </a:cubicBezTo>
                  <a:cubicBezTo>
                    <a:pt x="7797" y="139"/>
                    <a:pt x="7784" y="138"/>
                    <a:pt x="7771" y="138"/>
                  </a:cubicBezTo>
                  <a:cubicBezTo>
                    <a:pt x="7758" y="138"/>
                    <a:pt x="7748" y="140"/>
                    <a:pt x="7741" y="145"/>
                  </a:cubicBezTo>
                  <a:cubicBezTo>
                    <a:pt x="7734" y="150"/>
                    <a:pt x="7731" y="158"/>
                    <a:pt x="7731" y="169"/>
                  </a:cubicBezTo>
                  <a:cubicBezTo>
                    <a:pt x="7731" y="177"/>
                    <a:pt x="7732" y="186"/>
                    <a:pt x="7735" y="194"/>
                  </a:cubicBezTo>
                  <a:cubicBezTo>
                    <a:pt x="7738" y="203"/>
                    <a:pt x="7743" y="215"/>
                    <a:pt x="7749" y="230"/>
                  </a:cubicBezTo>
                  <a:lnTo>
                    <a:pt x="7775" y="291"/>
                  </a:lnTo>
                  <a:cubicBezTo>
                    <a:pt x="7782" y="306"/>
                    <a:pt x="7788" y="323"/>
                    <a:pt x="7794" y="341"/>
                  </a:cubicBezTo>
                  <a:cubicBezTo>
                    <a:pt x="7799" y="359"/>
                    <a:pt x="7803" y="377"/>
                    <a:pt x="7803" y="396"/>
                  </a:cubicBezTo>
                  <a:cubicBezTo>
                    <a:pt x="7802" y="451"/>
                    <a:pt x="7787" y="491"/>
                    <a:pt x="7758" y="516"/>
                  </a:cubicBezTo>
                  <a:cubicBezTo>
                    <a:pt x="7729" y="542"/>
                    <a:pt x="7692" y="554"/>
                    <a:pt x="7645" y="554"/>
                  </a:cubicBezTo>
                  <a:cubicBezTo>
                    <a:pt x="7612" y="553"/>
                    <a:pt x="7585" y="551"/>
                    <a:pt x="7564" y="547"/>
                  </a:cubicBezTo>
                  <a:cubicBezTo>
                    <a:pt x="7543" y="543"/>
                    <a:pt x="7528" y="539"/>
                    <a:pt x="7519" y="535"/>
                  </a:cubicBezTo>
                  <a:lnTo>
                    <a:pt x="7529" y="402"/>
                  </a:lnTo>
                  <a:cubicBezTo>
                    <a:pt x="7539" y="406"/>
                    <a:pt x="7552" y="410"/>
                    <a:pt x="7571" y="414"/>
                  </a:cubicBezTo>
                  <a:cubicBezTo>
                    <a:pt x="7590" y="418"/>
                    <a:pt x="7611" y="420"/>
                    <a:pt x="7635" y="420"/>
                  </a:cubicBezTo>
                  <a:cubicBezTo>
                    <a:pt x="7638" y="420"/>
                    <a:pt x="7641" y="420"/>
                    <a:pt x="7643" y="420"/>
                  </a:cubicBezTo>
                  <a:cubicBezTo>
                    <a:pt x="7646" y="420"/>
                    <a:pt x="7649" y="420"/>
                    <a:pt x="7652" y="420"/>
                  </a:cubicBezTo>
                  <a:cubicBezTo>
                    <a:pt x="7653" y="416"/>
                    <a:pt x="7654" y="412"/>
                    <a:pt x="7655" y="407"/>
                  </a:cubicBezTo>
                  <a:cubicBezTo>
                    <a:pt x="7656" y="403"/>
                    <a:pt x="7657" y="398"/>
                    <a:pt x="7657" y="393"/>
                  </a:cubicBezTo>
                  <a:cubicBezTo>
                    <a:pt x="7656" y="384"/>
                    <a:pt x="7655" y="375"/>
                    <a:pt x="7651" y="366"/>
                  </a:cubicBezTo>
                  <a:cubicBezTo>
                    <a:pt x="7647" y="358"/>
                    <a:pt x="7643" y="348"/>
                    <a:pt x="7637" y="336"/>
                  </a:cubicBezTo>
                  <a:lnTo>
                    <a:pt x="7610" y="276"/>
                  </a:lnTo>
                  <a:cubicBezTo>
                    <a:pt x="7602" y="259"/>
                    <a:pt x="7596" y="241"/>
                    <a:pt x="7591" y="223"/>
                  </a:cubicBezTo>
                  <a:cubicBezTo>
                    <a:pt x="7586" y="205"/>
                    <a:pt x="7584" y="188"/>
                    <a:pt x="7584" y="171"/>
                  </a:cubicBezTo>
                  <a:cubicBezTo>
                    <a:pt x="7585" y="116"/>
                    <a:pt x="7600" y="75"/>
                    <a:pt x="7631" y="48"/>
                  </a:cubicBezTo>
                  <a:cubicBezTo>
                    <a:pt x="7662" y="20"/>
                    <a:pt x="7704" y="7"/>
                    <a:pt x="7756" y="7"/>
                  </a:cubicBezTo>
                  <a:close/>
                  <a:moveTo>
                    <a:pt x="5955" y="7"/>
                  </a:moveTo>
                  <a:cubicBezTo>
                    <a:pt x="6010" y="7"/>
                    <a:pt x="6047" y="21"/>
                    <a:pt x="6069" y="47"/>
                  </a:cubicBezTo>
                  <a:cubicBezTo>
                    <a:pt x="6090" y="73"/>
                    <a:pt x="6100" y="108"/>
                    <a:pt x="6099" y="151"/>
                  </a:cubicBezTo>
                  <a:cubicBezTo>
                    <a:pt x="6099" y="175"/>
                    <a:pt x="6097" y="200"/>
                    <a:pt x="6093" y="227"/>
                  </a:cubicBezTo>
                  <a:cubicBezTo>
                    <a:pt x="6089" y="253"/>
                    <a:pt x="6083" y="281"/>
                    <a:pt x="6077" y="310"/>
                  </a:cubicBezTo>
                  <a:cubicBezTo>
                    <a:pt x="6061" y="395"/>
                    <a:pt x="6036" y="457"/>
                    <a:pt x="6001" y="496"/>
                  </a:cubicBezTo>
                  <a:cubicBezTo>
                    <a:pt x="5965" y="535"/>
                    <a:pt x="5912" y="554"/>
                    <a:pt x="5842" y="554"/>
                  </a:cubicBezTo>
                  <a:cubicBezTo>
                    <a:pt x="5787" y="553"/>
                    <a:pt x="5750" y="540"/>
                    <a:pt x="5728" y="514"/>
                  </a:cubicBezTo>
                  <a:cubicBezTo>
                    <a:pt x="5707" y="487"/>
                    <a:pt x="5697" y="453"/>
                    <a:pt x="5698" y="409"/>
                  </a:cubicBezTo>
                  <a:cubicBezTo>
                    <a:pt x="5698" y="385"/>
                    <a:pt x="5701" y="360"/>
                    <a:pt x="5705" y="334"/>
                  </a:cubicBezTo>
                  <a:cubicBezTo>
                    <a:pt x="5709" y="307"/>
                    <a:pt x="5714" y="280"/>
                    <a:pt x="5721" y="251"/>
                  </a:cubicBezTo>
                  <a:cubicBezTo>
                    <a:pt x="5732" y="194"/>
                    <a:pt x="5746" y="148"/>
                    <a:pt x="5765" y="112"/>
                  </a:cubicBezTo>
                  <a:cubicBezTo>
                    <a:pt x="5783" y="76"/>
                    <a:pt x="5808" y="49"/>
                    <a:pt x="5838" y="32"/>
                  </a:cubicBezTo>
                  <a:cubicBezTo>
                    <a:pt x="5869" y="15"/>
                    <a:pt x="5908" y="7"/>
                    <a:pt x="5955" y="7"/>
                  </a:cubicBezTo>
                  <a:close/>
                  <a:moveTo>
                    <a:pt x="5566" y="7"/>
                  </a:moveTo>
                  <a:cubicBezTo>
                    <a:pt x="5595" y="7"/>
                    <a:pt x="5623" y="9"/>
                    <a:pt x="5649" y="13"/>
                  </a:cubicBezTo>
                  <a:cubicBezTo>
                    <a:pt x="5675" y="17"/>
                    <a:pt x="5694" y="21"/>
                    <a:pt x="5705" y="26"/>
                  </a:cubicBezTo>
                  <a:lnTo>
                    <a:pt x="5673" y="153"/>
                  </a:lnTo>
                  <a:cubicBezTo>
                    <a:pt x="5660" y="149"/>
                    <a:pt x="5644" y="146"/>
                    <a:pt x="5626" y="143"/>
                  </a:cubicBezTo>
                  <a:cubicBezTo>
                    <a:pt x="5608" y="140"/>
                    <a:pt x="5587" y="138"/>
                    <a:pt x="5564" y="138"/>
                  </a:cubicBezTo>
                  <a:cubicBezTo>
                    <a:pt x="5536" y="137"/>
                    <a:pt x="5517" y="144"/>
                    <a:pt x="5505" y="160"/>
                  </a:cubicBezTo>
                  <a:cubicBezTo>
                    <a:pt x="5494" y="176"/>
                    <a:pt x="5483" y="207"/>
                    <a:pt x="5473" y="252"/>
                  </a:cubicBezTo>
                  <a:cubicBezTo>
                    <a:pt x="5469" y="268"/>
                    <a:pt x="5466" y="288"/>
                    <a:pt x="5462" y="309"/>
                  </a:cubicBezTo>
                  <a:cubicBezTo>
                    <a:pt x="5458" y="331"/>
                    <a:pt x="5455" y="353"/>
                    <a:pt x="5453" y="374"/>
                  </a:cubicBezTo>
                  <a:cubicBezTo>
                    <a:pt x="5451" y="395"/>
                    <a:pt x="5449" y="413"/>
                    <a:pt x="5449" y="428"/>
                  </a:cubicBezTo>
                  <a:cubicBezTo>
                    <a:pt x="5452" y="429"/>
                    <a:pt x="5456" y="429"/>
                    <a:pt x="5459" y="429"/>
                  </a:cubicBezTo>
                  <a:cubicBezTo>
                    <a:pt x="5462" y="429"/>
                    <a:pt x="5465" y="429"/>
                    <a:pt x="5469" y="429"/>
                  </a:cubicBezTo>
                  <a:cubicBezTo>
                    <a:pt x="5478" y="429"/>
                    <a:pt x="5487" y="429"/>
                    <a:pt x="5496" y="428"/>
                  </a:cubicBezTo>
                  <a:cubicBezTo>
                    <a:pt x="5505" y="427"/>
                    <a:pt x="5514" y="426"/>
                    <a:pt x="5522" y="424"/>
                  </a:cubicBezTo>
                  <a:lnTo>
                    <a:pt x="5536" y="346"/>
                  </a:lnTo>
                  <a:lnTo>
                    <a:pt x="5495" y="346"/>
                  </a:lnTo>
                  <a:lnTo>
                    <a:pt x="5515" y="235"/>
                  </a:lnTo>
                  <a:lnTo>
                    <a:pt x="5679" y="235"/>
                  </a:lnTo>
                  <a:lnTo>
                    <a:pt x="5625" y="526"/>
                  </a:lnTo>
                  <a:cubicBezTo>
                    <a:pt x="5607" y="534"/>
                    <a:pt x="5581" y="541"/>
                    <a:pt x="5548" y="546"/>
                  </a:cubicBezTo>
                  <a:cubicBezTo>
                    <a:pt x="5515" y="551"/>
                    <a:pt x="5483" y="554"/>
                    <a:pt x="5450" y="554"/>
                  </a:cubicBezTo>
                  <a:cubicBezTo>
                    <a:pt x="5411" y="554"/>
                    <a:pt x="5381" y="548"/>
                    <a:pt x="5360" y="536"/>
                  </a:cubicBezTo>
                  <a:cubicBezTo>
                    <a:pt x="5339" y="524"/>
                    <a:pt x="5325" y="507"/>
                    <a:pt x="5317" y="485"/>
                  </a:cubicBezTo>
                  <a:cubicBezTo>
                    <a:pt x="5309" y="464"/>
                    <a:pt x="5306" y="439"/>
                    <a:pt x="5306" y="410"/>
                  </a:cubicBezTo>
                  <a:cubicBezTo>
                    <a:pt x="5306" y="386"/>
                    <a:pt x="5308" y="361"/>
                    <a:pt x="5312" y="334"/>
                  </a:cubicBezTo>
                  <a:cubicBezTo>
                    <a:pt x="5317" y="307"/>
                    <a:pt x="5322" y="280"/>
                    <a:pt x="5328" y="251"/>
                  </a:cubicBezTo>
                  <a:cubicBezTo>
                    <a:pt x="5344" y="166"/>
                    <a:pt x="5370" y="104"/>
                    <a:pt x="5406" y="65"/>
                  </a:cubicBezTo>
                  <a:cubicBezTo>
                    <a:pt x="5442" y="26"/>
                    <a:pt x="5496" y="6"/>
                    <a:pt x="5566" y="7"/>
                  </a:cubicBezTo>
                  <a:close/>
                  <a:moveTo>
                    <a:pt x="5104" y="7"/>
                  </a:moveTo>
                  <a:cubicBezTo>
                    <a:pt x="5135" y="7"/>
                    <a:pt x="5160" y="9"/>
                    <a:pt x="5179" y="13"/>
                  </a:cubicBezTo>
                  <a:cubicBezTo>
                    <a:pt x="5199" y="17"/>
                    <a:pt x="5213" y="21"/>
                    <a:pt x="5222" y="25"/>
                  </a:cubicBezTo>
                  <a:lnTo>
                    <a:pt x="5192" y="151"/>
                  </a:lnTo>
                  <a:cubicBezTo>
                    <a:pt x="5180" y="147"/>
                    <a:pt x="5168" y="143"/>
                    <a:pt x="5156" y="141"/>
                  </a:cubicBezTo>
                  <a:cubicBezTo>
                    <a:pt x="5145" y="139"/>
                    <a:pt x="5132" y="138"/>
                    <a:pt x="5119" y="138"/>
                  </a:cubicBezTo>
                  <a:cubicBezTo>
                    <a:pt x="5106" y="138"/>
                    <a:pt x="5096" y="140"/>
                    <a:pt x="5089" y="145"/>
                  </a:cubicBezTo>
                  <a:cubicBezTo>
                    <a:pt x="5082" y="150"/>
                    <a:pt x="5079" y="158"/>
                    <a:pt x="5079" y="169"/>
                  </a:cubicBezTo>
                  <a:cubicBezTo>
                    <a:pt x="5079" y="177"/>
                    <a:pt x="5080" y="186"/>
                    <a:pt x="5083" y="194"/>
                  </a:cubicBezTo>
                  <a:cubicBezTo>
                    <a:pt x="5086" y="203"/>
                    <a:pt x="5091" y="215"/>
                    <a:pt x="5097" y="230"/>
                  </a:cubicBezTo>
                  <a:lnTo>
                    <a:pt x="5123" y="291"/>
                  </a:lnTo>
                  <a:cubicBezTo>
                    <a:pt x="5130" y="306"/>
                    <a:pt x="5136" y="323"/>
                    <a:pt x="5142" y="341"/>
                  </a:cubicBezTo>
                  <a:cubicBezTo>
                    <a:pt x="5147" y="359"/>
                    <a:pt x="5151" y="377"/>
                    <a:pt x="5151" y="396"/>
                  </a:cubicBezTo>
                  <a:cubicBezTo>
                    <a:pt x="5150" y="451"/>
                    <a:pt x="5135" y="491"/>
                    <a:pt x="5106" y="516"/>
                  </a:cubicBezTo>
                  <a:cubicBezTo>
                    <a:pt x="5077" y="542"/>
                    <a:pt x="5040" y="554"/>
                    <a:pt x="4993" y="554"/>
                  </a:cubicBezTo>
                  <a:cubicBezTo>
                    <a:pt x="4960" y="553"/>
                    <a:pt x="4933" y="551"/>
                    <a:pt x="4912" y="547"/>
                  </a:cubicBezTo>
                  <a:cubicBezTo>
                    <a:pt x="4891" y="543"/>
                    <a:pt x="4876" y="539"/>
                    <a:pt x="4867" y="535"/>
                  </a:cubicBezTo>
                  <a:lnTo>
                    <a:pt x="4877" y="402"/>
                  </a:lnTo>
                  <a:cubicBezTo>
                    <a:pt x="4887" y="406"/>
                    <a:pt x="4900" y="410"/>
                    <a:pt x="4919" y="414"/>
                  </a:cubicBezTo>
                  <a:cubicBezTo>
                    <a:pt x="4938" y="418"/>
                    <a:pt x="4959" y="420"/>
                    <a:pt x="4983" y="420"/>
                  </a:cubicBezTo>
                  <a:cubicBezTo>
                    <a:pt x="4986" y="420"/>
                    <a:pt x="4989" y="420"/>
                    <a:pt x="4991" y="420"/>
                  </a:cubicBezTo>
                  <a:cubicBezTo>
                    <a:pt x="4994" y="420"/>
                    <a:pt x="4997" y="420"/>
                    <a:pt x="5000" y="420"/>
                  </a:cubicBezTo>
                  <a:cubicBezTo>
                    <a:pt x="5001" y="416"/>
                    <a:pt x="5002" y="412"/>
                    <a:pt x="5003" y="407"/>
                  </a:cubicBezTo>
                  <a:cubicBezTo>
                    <a:pt x="5004" y="403"/>
                    <a:pt x="5005" y="398"/>
                    <a:pt x="5005" y="393"/>
                  </a:cubicBezTo>
                  <a:cubicBezTo>
                    <a:pt x="5004" y="384"/>
                    <a:pt x="5003" y="375"/>
                    <a:pt x="4999" y="366"/>
                  </a:cubicBezTo>
                  <a:cubicBezTo>
                    <a:pt x="4995" y="358"/>
                    <a:pt x="4991" y="348"/>
                    <a:pt x="4985" y="336"/>
                  </a:cubicBezTo>
                  <a:lnTo>
                    <a:pt x="4958" y="276"/>
                  </a:lnTo>
                  <a:cubicBezTo>
                    <a:pt x="4950" y="259"/>
                    <a:pt x="4944" y="241"/>
                    <a:pt x="4939" y="223"/>
                  </a:cubicBezTo>
                  <a:cubicBezTo>
                    <a:pt x="4934" y="205"/>
                    <a:pt x="4932" y="188"/>
                    <a:pt x="4932" y="171"/>
                  </a:cubicBezTo>
                  <a:cubicBezTo>
                    <a:pt x="4933" y="116"/>
                    <a:pt x="4948" y="75"/>
                    <a:pt x="4979" y="48"/>
                  </a:cubicBezTo>
                  <a:cubicBezTo>
                    <a:pt x="5010" y="20"/>
                    <a:pt x="5052" y="7"/>
                    <a:pt x="5104" y="7"/>
                  </a:cubicBezTo>
                  <a:close/>
                  <a:moveTo>
                    <a:pt x="3301" y="7"/>
                  </a:moveTo>
                  <a:cubicBezTo>
                    <a:pt x="3356" y="7"/>
                    <a:pt x="3393" y="21"/>
                    <a:pt x="3415" y="47"/>
                  </a:cubicBezTo>
                  <a:cubicBezTo>
                    <a:pt x="3436" y="73"/>
                    <a:pt x="3446" y="108"/>
                    <a:pt x="3445" y="151"/>
                  </a:cubicBezTo>
                  <a:cubicBezTo>
                    <a:pt x="3445" y="175"/>
                    <a:pt x="3443" y="200"/>
                    <a:pt x="3439" y="227"/>
                  </a:cubicBezTo>
                  <a:cubicBezTo>
                    <a:pt x="3435" y="253"/>
                    <a:pt x="3429" y="281"/>
                    <a:pt x="3423" y="310"/>
                  </a:cubicBezTo>
                  <a:cubicBezTo>
                    <a:pt x="3407" y="395"/>
                    <a:pt x="3382" y="457"/>
                    <a:pt x="3347" y="496"/>
                  </a:cubicBezTo>
                  <a:cubicBezTo>
                    <a:pt x="3311" y="535"/>
                    <a:pt x="3258" y="554"/>
                    <a:pt x="3188" y="554"/>
                  </a:cubicBezTo>
                  <a:cubicBezTo>
                    <a:pt x="3133" y="553"/>
                    <a:pt x="3096" y="540"/>
                    <a:pt x="3074" y="514"/>
                  </a:cubicBezTo>
                  <a:cubicBezTo>
                    <a:pt x="3053" y="487"/>
                    <a:pt x="3043" y="453"/>
                    <a:pt x="3044" y="409"/>
                  </a:cubicBezTo>
                  <a:cubicBezTo>
                    <a:pt x="3044" y="385"/>
                    <a:pt x="3047" y="360"/>
                    <a:pt x="3051" y="334"/>
                  </a:cubicBezTo>
                  <a:cubicBezTo>
                    <a:pt x="3055" y="307"/>
                    <a:pt x="3060" y="280"/>
                    <a:pt x="3067" y="251"/>
                  </a:cubicBezTo>
                  <a:cubicBezTo>
                    <a:pt x="3078" y="194"/>
                    <a:pt x="3092" y="148"/>
                    <a:pt x="3111" y="112"/>
                  </a:cubicBezTo>
                  <a:cubicBezTo>
                    <a:pt x="3129" y="76"/>
                    <a:pt x="3154" y="49"/>
                    <a:pt x="3184" y="32"/>
                  </a:cubicBezTo>
                  <a:cubicBezTo>
                    <a:pt x="3215" y="15"/>
                    <a:pt x="3254" y="7"/>
                    <a:pt x="3301" y="7"/>
                  </a:cubicBezTo>
                  <a:close/>
                  <a:moveTo>
                    <a:pt x="2912" y="7"/>
                  </a:moveTo>
                  <a:cubicBezTo>
                    <a:pt x="2941" y="7"/>
                    <a:pt x="2969" y="9"/>
                    <a:pt x="2995" y="13"/>
                  </a:cubicBezTo>
                  <a:cubicBezTo>
                    <a:pt x="3021" y="17"/>
                    <a:pt x="3040" y="21"/>
                    <a:pt x="3051" y="26"/>
                  </a:cubicBezTo>
                  <a:lnTo>
                    <a:pt x="3019" y="153"/>
                  </a:lnTo>
                  <a:cubicBezTo>
                    <a:pt x="3006" y="149"/>
                    <a:pt x="2990" y="146"/>
                    <a:pt x="2972" y="143"/>
                  </a:cubicBezTo>
                  <a:cubicBezTo>
                    <a:pt x="2954" y="140"/>
                    <a:pt x="2933" y="138"/>
                    <a:pt x="2910" y="138"/>
                  </a:cubicBezTo>
                  <a:cubicBezTo>
                    <a:pt x="2882" y="137"/>
                    <a:pt x="2863" y="144"/>
                    <a:pt x="2851" y="160"/>
                  </a:cubicBezTo>
                  <a:cubicBezTo>
                    <a:pt x="2840" y="176"/>
                    <a:pt x="2829" y="207"/>
                    <a:pt x="2819" y="252"/>
                  </a:cubicBezTo>
                  <a:cubicBezTo>
                    <a:pt x="2815" y="268"/>
                    <a:pt x="2812" y="288"/>
                    <a:pt x="2808" y="309"/>
                  </a:cubicBezTo>
                  <a:cubicBezTo>
                    <a:pt x="2804" y="331"/>
                    <a:pt x="2801" y="353"/>
                    <a:pt x="2799" y="374"/>
                  </a:cubicBezTo>
                  <a:cubicBezTo>
                    <a:pt x="2797" y="395"/>
                    <a:pt x="2795" y="413"/>
                    <a:pt x="2795" y="428"/>
                  </a:cubicBezTo>
                  <a:cubicBezTo>
                    <a:pt x="2798" y="429"/>
                    <a:pt x="2802" y="429"/>
                    <a:pt x="2805" y="429"/>
                  </a:cubicBezTo>
                  <a:cubicBezTo>
                    <a:pt x="2808" y="429"/>
                    <a:pt x="2811" y="429"/>
                    <a:pt x="2815" y="429"/>
                  </a:cubicBezTo>
                  <a:cubicBezTo>
                    <a:pt x="2824" y="429"/>
                    <a:pt x="2833" y="429"/>
                    <a:pt x="2842" y="428"/>
                  </a:cubicBezTo>
                  <a:cubicBezTo>
                    <a:pt x="2851" y="427"/>
                    <a:pt x="2860" y="426"/>
                    <a:pt x="2868" y="424"/>
                  </a:cubicBezTo>
                  <a:lnTo>
                    <a:pt x="2882" y="346"/>
                  </a:lnTo>
                  <a:lnTo>
                    <a:pt x="2841" y="346"/>
                  </a:lnTo>
                  <a:lnTo>
                    <a:pt x="2861" y="235"/>
                  </a:lnTo>
                  <a:lnTo>
                    <a:pt x="3025" y="235"/>
                  </a:lnTo>
                  <a:lnTo>
                    <a:pt x="2971" y="526"/>
                  </a:lnTo>
                  <a:cubicBezTo>
                    <a:pt x="2953" y="534"/>
                    <a:pt x="2927" y="541"/>
                    <a:pt x="2894" y="546"/>
                  </a:cubicBezTo>
                  <a:cubicBezTo>
                    <a:pt x="2861" y="551"/>
                    <a:pt x="2829" y="554"/>
                    <a:pt x="2796" y="554"/>
                  </a:cubicBezTo>
                  <a:cubicBezTo>
                    <a:pt x="2757" y="554"/>
                    <a:pt x="2727" y="548"/>
                    <a:pt x="2706" y="536"/>
                  </a:cubicBezTo>
                  <a:cubicBezTo>
                    <a:pt x="2685" y="524"/>
                    <a:pt x="2671" y="507"/>
                    <a:pt x="2663" y="485"/>
                  </a:cubicBezTo>
                  <a:cubicBezTo>
                    <a:pt x="2655" y="464"/>
                    <a:pt x="2652" y="439"/>
                    <a:pt x="2652" y="410"/>
                  </a:cubicBezTo>
                  <a:cubicBezTo>
                    <a:pt x="2652" y="386"/>
                    <a:pt x="2654" y="361"/>
                    <a:pt x="2658" y="334"/>
                  </a:cubicBezTo>
                  <a:cubicBezTo>
                    <a:pt x="2663" y="307"/>
                    <a:pt x="2668" y="280"/>
                    <a:pt x="2674" y="251"/>
                  </a:cubicBezTo>
                  <a:cubicBezTo>
                    <a:pt x="2690" y="166"/>
                    <a:pt x="2716" y="104"/>
                    <a:pt x="2752" y="65"/>
                  </a:cubicBezTo>
                  <a:cubicBezTo>
                    <a:pt x="2788" y="26"/>
                    <a:pt x="2842" y="6"/>
                    <a:pt x="2912" y="7"/>
                  </a:cubicBezTo>
                  <a:close/>
                  <a:moveTo>
                    <a:pt x="2452" y="7"/>
                  </a:moveTo>
                  <a:cubicBezTo>
                    <a:pt x="2483" y="7"/>
                    <a:pt x="2508" y="9"/>
                    <a:pt x="2527" y="13"/>
                  </a:cubicBezTo>
                  <a:cubicBezTo>
                    <a:pt x="2547" y="17"/>
                    <a:pt x="2561" y="21"/>
                    <a:pt x="2570" y="25"/>
                  </a:cubicBezTo>
                  <a:lnTo>
                    <a:pt x="2540" y="151"/>
                  </a:lnTo>
                  <a:cubicBezTo>
                    <a:pt x="2528" y="147"/>
                    <a:pt x="2516" y="143"/>
                    <a:pt x="2504" y="141"/>
                  </a:cubicBezTo>
                  <a:cubicBezTo>
                    <a:pt x="2493" y="139"/>
                    <a:pt x="2480" y="138"/>
                    <a:pt x="2467" y="138"/>
                  </a:cubicBezTo>
                  <a:cubicBezTo>
                    <a:pt x="2454" y="138"/>
                    <a:pt x="2444" y="140"/>
                    <a:pt x="2437" y="145"/>
                  </a:cubicBezTo>
                  <a:cubicBezTo>
                    <a:pt x="2430" y="150"/>
                    <a:pt x="2427" y="158"/>
                    <a:pt x="2427" y="169"/>
                  </a:cubicBezTo>
                  <a:cubicBezTo>
                    <a:pt x="2427" y="177"/>
                    <a:pt x="2428" y="186"/>
                    <a:pt x="2431" y="194"/>
                  </a:cubicBezTo>
                  <a:cubicBezTo>
                    <a:pt x="2434" y="203"/>
                    <a:pt x="2439" y="215"/>
                    <a:pt x="2445" y="230"/>
                  </a:cubicBezTo>
                  <a:lnTo>
                    <a:pt x="2471" y="291"/>
                  </a:lnTo>
                  <a:cubicBezTo>
                    <a:pt x="2478" y="306"/>
                    <a:pt x="2484" y="323"/>
                    <a:pt x="2490" y="341"/>
                  </a:cubicBezTo>
                  <a:cubicBezTo>
                    <a:pt x="2495" y="359"/>
                    <a:pt x="2499" y="377"/>
                    <a:pt x="2499" y="396"/>
                  </a:cubicBezTo>
                  <a:cubicBezTo>
                    <a:pt x="2498" y="451"/>
                    <a:pt x="2483" y="491"/>
                    <a:pt x="2454" y="516"/>
                  </a:cubicBezTo>
                  <a:cubicBezTo>
                    <a:pt x="2425" y="542"/>
                    <a:pt x="2388" y="554"/>
                    <a:pt x="2341" y="554"/>
                  </a:cubicBezTo>
                  <a:cubicBezTo>
                    <a:pt x="2308" y="553"/>
                    <a:pt x="2281" y="551"/>
                    <a:pt x="2260" y="547"/>
                  </a:cubicBezTo>
                  <a:cubicBezTo>
                    <a:pt x="2239" y="543"/>
                    <a:pt x="2224" y="539"/>
                    <a:pt x="2215" y="535"/>
                  </a:cubicBezTo>
                  <a:lnTo>
                    <a:pt x="2225" y="402"/>
                  </a:lnTo>
                  <a:cubicBezTo>
                    <a:pt x="2235" y="406"/>
                    <a:pt x="2248" y="410"/>
                    <a:pt x="2267" y="414"/>
                  </a:cubicBezTo>
                  <a:cubicBezTo>
                    <a:pt x="2286" y="418"/>
                    <a:pt x="2307" y="420"/>
                    <a:pt x="2331" y="420"/>
                  </a:cubicBezTo>
                  <a:cubicBezTo>
                    <a:pt x="2334" y="420"/>
                    <a:pt x="2337" y="420"/>
                    <a:pt x="2339" y="420"/>
                  </a:cubicBezTo>
                  <a:cubicBezTo>
                    <a:pt x="2342" y="420"/>
                    <a:pt x="2345" y="420"/>
                    <a:pt x="2348" y="420"/>
                  </a:cubicBezTo>
                  <a:cubicBezTo>
                    <a:pt x="2349" y="416"/>
                    <a:pt x="2350" y="412"/>
                    <a:pt x="2351" y="407"/>
                  </a:cubicBezTo>
                  <a:cubicBezTo>
                    <a:pt x="2352" y="403"/>
                    <a:pt x="2353" y="398"/>
                    <a:pt x="2353" y="393"/>
                  </a:cubicBezTo>
                  <a:cubicBezTo>
                    <a:pt x="2352" y="384"/>
                    <a:pt x="2351" y="375"/>
                    <a:pt x="2347" y="366"/>
                  </a:cubicBezTo>
                  <a:cubicBezTo>
                    <a:pt x="2343" y="358"/>
                    <a:pt x="2339" y="348"/>
                    <a:pt x="2333" y="336"/>
                  </a:cubicBezTo>
                  <a:lnTo>
                    <a:pt x="2306" y="276"/>
                  </a:lnTo>
                  <a:cubicBezTo>
                    <a:pt x="2298" y="259"/>
                    <a:pt x="2292" y="241"/>
                    <a:pt x="2287" y="223"/>
                  </a:cubicBezTo>
                  <a:cubicBezTo>
                    <a:pt x="2282" y="205"/>
                    <a:pt x="2280" y="188"/>
                    <a:pt x="2280" y="171"/>
                  </a:cubicBezTo>
                  <a:cubicBezTo>
                    <a:pt x="2281" y="116"/>
                    <a:pt x="2296" y="75"/>
                    <a:pt x="2327" y="48"/>
                  </a:cubicBezTo>
                  <a:cubicBezTo>
                    <a:pt x="2358" y="20"/>
                    <a:pt x="2400" y="7"/>
                    <a:pt x="2452" y="7"/>
                  </a:cubicBezTo>
                  <a:close/>
                  <a:moveTo>
                    <a:pt x="649" y="7"/>
                  </a:moveTo>
                  <a:cubicBezTo>
                    <a:pt x="704" y="7"/>
                    <a:pt x="741" y="21"/>
                    <a:pt x="763" y="47"/>
                  </a:cubicBezTo>
                  <a:cubicBezTo>
                    <a:pt x="784" y="73"/>
                    <a:pt x="794" y="108"/>
                    <a:pt x="793" y="151"/>
                  </a:cubicBezTo>
                  <a:cubicBezTo>
                    <a:pt x="793" y="175"/>
                    <a:pt x="791" y="200"/>
                    <a:pt x="787" y="227"/>
                  </a:cubicBezTo>
                  <a:cubicBezTo>
                    <a:pt x="783" y="253"/>
                    <a:pt x="777" y="281"/>
                    <a:pt x="771" y="310"/>
                  </a:cubicBezTo>
                  <a:cubicBezTo>
                    <a:pt x="755" y="395"/>
                    <a:pt x="730" y="457"/>
                    <a:pt x="695" y="496"/>
                  </a:cubicBezTo>
                  <a:cubicBezTo>
                    <a:pt x="659" y="535"/>
                    <a:pt x="606" y="554"/>
                    <a:pt x="536" y="554"/>
                  </a:cubicBezTo>
                  <a:cubicBezTo>
                    <a:pt x="481" y="553"/>
                    <a:pt x="444" y="540"/>
                    <a:pt x="422" y="514"/>
                  </a:cubicBezTo>
                  <a:cubicBezTo>
                    <a:pt x="401" y="487"/>
                    <a:pt x="391" y="453"/>
                    <a:pt x="392" y="409"/>
                  </a:cubicBezTo>
                  <a:cubicBezTo>
                    <a:pt x="392" y="385"/>
                    <a:pt x="395" y="360"/>
                    <a:pt x="399" y="334"/>
                  </a:cubicBezTo>
                  <a:cubicBezTo>
                    <a:pt x="403" y="307"/>
                    <a:pt x="408" y="280"/>
                    <a:pt x="415" y="251"/>
                  </a:cubicBezTo>
                  <a:cubicBezTo>
                    <a:pt x="426" y="194"/>
                    <a:pt x="440" y="148"/>
                    <a:pt x="459" y="112"/>
                  </a:cubicBezTo>
                  <a:cubicBezTo>
                    <a:pt x="477" y="76"/>
                    <a:pt x="502" y="49"/>
                    <a:pt x="532" y="32"/>
                  </a:cubicBezTo>
                  <a:cubicBezTo>
                    <a:pt x="563" y="15"/>
                    <a:pt x="602" y="7"/>
                    <a:pt x="649" y="7"/>
                  </a:cubicBezTo>
                  <a:close/>
                  <a:moveTo>
                    <a:pt x="260" y="7"/>
                  </a:moveTo>
                  <a:cubicBezTo>
                    <a:pt x="289" y="7"/>
                    <a:pt x="317" y="9"/>
                    <a:pt x="343" y="13"/>
                  </a:cubicBezTo>
                  <a:cubicBezTo>
                    <a:pt x="369" y="17"/>
                    <a:pt x="388" y="21"/>
                    <a:pt x="399" y="26"/>
                  </a:cubicBezTo>
                  <a:lnTo>
                    <a:pt x="367" y="153"/>
                  </a:lnTo>
                  <a:cubicBezTo>
                    <a:pt x="354" y="149"/>
                    <a:pt x="338" y="146"/>
                    <a:pt x="320" y="143"/>
                  </a:cubicBezTo>
                  <a:cubicBezTo>
                    <a:pt x="302" y="140"/>
                    <a:pt x="281" y="138"/>
                    <a:pt x="258" y="138"/>
                  </a:cubicBezTo>
                  <a:cubicBezTo>
                    <a:pt x="230" y="137"/>
                    <a:pt x="211" y="144"/>
                    <a:pt x="199" y="160"/>
                  </a:cubicBezTo>
                  <a:cubicBezTo>
                    <a:pt x="188" y="176"/>
                    <a:pt x="177" y="207"/>
                    <a:pt x="167" y="252"/>
                  </a:cubicBezTo>
                  <a:cubicBezTo>
                    <a:pt x="163" y="268"/>
                    <a:pt x="160" y="288"/>
                    <a:pt x="156" y="309"/>
                  </a:cubicBezTo>
                  <a:cubicBezTo>
                    <a:pt x="152" y="331"/>
                    <a:pt x="149" y="353"/>
                    <a:pt x="147" y="374"/>
                  </a:cubicBezTo>
                  <a:cubicBezTo>
                    <a:pt x="145" y="395"/>
                    <a:pt x="143" y="413"/>
                    <a:pt x="143" y="428"/>
                  </a:cubicBezTo>
                  <a:cubicBezTo>
                    <a:pt x="146" y="429"/>
                    <a:pt x="150" y="429"/>
                    <a:pt x="153" y="429"/>
                  </a:cubicBezTo>
                  <a:cubicBezTo>
                    <a:pt x="156" y="429"/>
                    <a:pt x="159" y="429"/>
                    <a:pt x="163" y="429"/>
                  </a:cubicBezTo>
                  <a:cubicBezTo>
                    <a:pt x="172" y="429"/>
                    <a:pt x="181" y="429"/>
                    <a:pt x="190" y="428"/>
                  </a:cubicBezTo>
                  <a:cubicBezTo>
                    <a:pt x="199" y="427"/>
                    <a:pt x="208" y="426"/>
                    <a:pt x="216" y="424"/>
                  </a:cubicBezTo>
                  <a:lnTo>
                    <a:pt x="230" y="346"/>
                  </a:lnTo>
                  <a:lnTo>
                    <a:pt x="189" y="346"/>
                  </a:lnTo>
                  <a:lnTo>
                    <a:pt x="209" y="235"/>
                  </a:lnTo>
                  <a:lnTo>
                    <a:pt x="373" y="235"/>
                  </a:lnTo>
                  <a:lnTo>
                    <a:pt x="319" y="526"/>
                  </a:lnTo>
                  <a:cubicBezTo>
                    <a:pt x="301" y="534"/>
                    <a:pt x="275" y="541"/>
                    <a:pt x="242" y="546"/>
                  </a:cubicBezTo>
                  <a:cubicBezTo>
                    <a:pt x="209" y="551"/>
                    <a:pt x="177" y="554"/>
                    <a:pt x="144" y="554"/>
                  </a:cubicBezTo>
                  <a:cubicBezTo>
                    <a:pt x="105" y="554"/>
                    <a:pt x="75" y="548"/>
                    <a:pt x="54" y="536"/>
                  </a:cubicBezTo>
                  <a:cubicBezTo>
                    <a:pt x="33" y="524"/>
                    <a:pt x="19" y="507"/>
                    <a:pt x="11" y="485"/>
                  </a:cubicBezTo>
                  <a:cubicBezTo>
                    <a:pt x="3" y="464"/>
                    <a:pt x="0" y="439"/>
                    <a:pt x="0" y="410"/>
                  </a:cubicBezTo>
                  <a:cubicBezTo>
                    <a:pt x="0" y="386"/>
                    <a:pt x="2" y="361"/>
                    <a:pt x="6" y="334"/>
                  </a:cubicBezTo>
                  <a:cubicBezTo>
                    <a:pt x="11" y="307"/>
                    <a:pt x="16" y="280"/>
                    <a:pt x="22" y="251"/>
                  </a:cubicBezTo>
                  <a:cubicBezTo>
                    <a:pt x="38" y="166"/>
                    <a:pt x="64" y="104"/>
                    <a:pt x="100" y="65"/>
                  </a:cubicBezTo>
                  <a:cubicBezTo>
                    <a:pt x="136" y="26"/>
                    <a:pt x="190" y="6"/>
                    <a:pt x="260" y="7"/>
                  </a:cubicBezTo>
                  <a:close/>
                  <a:moveTo>
                    <a:pt x="16953" y="0"/>
                  </a:moveTo>
                  <a:lnTo>
                    <a:pt x="16863" y="374"/>
                  </a:lnTo>
                  <a:lnTo>
                    <a:pt x="16744" y="374"/>
                  </a:lnTo>
                  <a:lnTo>
                    <a:pt x="16796" y="16"/>
                  </a:lnTo>
                  <a:lnTo>
                    <a:pt x="16953" y="0"/>
                  </a:lnTo>
                  <a:close/>
                  <a:moveTo>
                    <a:pt x="14299" y="0"/>
                  </a:moveTo>
                  <a:lnTo>
                    <a:pt x="14209" y="374"/>
                  </a:lnTo>
                  <a:lnTo>
                    <a:pt x="14090" y="374"/>
                  </a:lnTo>
                  <a:lnTo>
                    <a:pt x="14142" y="16"/>
                  </a:lnTo>
                  <a:lnTo>
                    <a:pt x="14299" y="0"/>
                  </a:lnTo>
                  <a:close/>
                  <a:moveTo>
                    <a:pt x="11647" y="0"/>
                  </a:moveTo>
                  <a:lnTo>
                    <a:pt x="11557" y="374"/>
                  </a:lnTo>
                  <a:lnTo>
                    <a:pt x="11438" y="374"/>
                  </a:lnTo>
                  <a:lnTo>
                    <a:pt x="11490" y="16"/>
                  </a:lnTo>
                  <a:lnTo>
                    <a:pt x="11647" y="0"/>
                  </a:lnTo>
                  <a:close/>
                  <a:moveTo>
                    <a:pt x="8993" y="0"/>
                  </a:moveTo>
                  <a:lnTo>
                    <a:pt x="8903" y="374"/>
                  </a:lnTo>
                  <a:lnTo>
                    <a:pt x="8784" y="374"/>
                  </a:lnTo>
                  <a:lnTo>
                    <a:pt x="8836" y="16"/>
                  </a:lnTo>
                  <a:lnTo>
                    <a:pt x="8993" y="0"/>
                  </a:lnTo>
                  <a:close/>
                  <a:moveTo>
                    <a:pt x="6341" y="0"/>
                  </a:moveTo>
                  <a:lnTo>
                    <a:pt x="6251" y="374"/>
                  </a:lnTo>
                  <a:lnTo>
                    <a:pt x="6132" y="374"/>
                  </a:lnTo>
                  <a:lnTo>
                    <a:pt x="6184" y="16"/>
                  </a:lnTo>
                  <a:lnTo>
                    <a:pt x="6341" y="0"/>
                  </a:lnTo>
                  <a:close/>
                  <a:moveTo>
                    <a:pt x="3687" y="0"/>
                  </a:moveTo>
                  <a:lnTo>
                    <a:pt x="3597" y="374"/>
                  </a:lnTo>
                  <a:lnTo>
                    <a:pt x="3478" y="374"/>
                  </a:lnTo>
                  <a:lnTo>
                    <a:pt x="3530" y="16"/>
                  </a:lnTo>
                  <a:lnTo>
                    <a:pt x="3687" y="0"/>
                  </a:lnTo>
                  <a:close/>
                  <a:moveTo>
                    <a:pt x="1035" y="0"/>
                  </a:moveTo>
                  <a:lnTo>
                    <a:pt x="945" y="374"/>
                  </a:lnTo>
                  <a:lnTo>
                    <a:pt x="826" y="374"/>
                  </a:lnTo>
                  <a:lnTo>
                    <a:pt x="878" y="16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C03CE25-7358-0132-8605-A9DF3EE85E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31" y="3528221"/>
              <a:ext cx="12802442" cy="408031"/>
            </a:xfrm>
            <a:custGeom>
              <a:avLst/>
              <a:gdLst>
                <a:gd name="T0" fmla="*/ 10293 w 17383"/>
                <a:gd name="T1" fmla="*/ 544 h 554"/>
                <a:gd name="T2" fmla="*/ 2472 w 17383"/>
                <a:gd name="T3" fmla="*/ 544 h 554"/>
                <a:gd name="T4" fmla="*/ 15455 w 17383"/>
                <a:gd name="T5" fmla="*/ 132 h 554"/>
                <a:gd name="T6" fmla="*/ 12792 w 17383"/>
                <a:gd name="T7" fmla="*/ 131 h 554"/>
                <a:gd name="T8" fmla="*/ 7486 w 17383"/>
                <a:gd name="T9" fmla="*/ 131 h 554"/>
                <a:gd name="T10" fmla="*/ 4790 w 17383"/>
                <a:gd name="T11" fmla="*/ 157 h 554"/>
                <a:gd name="T12" fmla="*/ 2109 w 17383"/>
                <a:gd name="T13" fmla="*/ 251 h 554"/>
                <a:gd name="T14" fmla="*/ 17006 w 17383"/>
                <a:gd name="T15" fmla="*/ 211 h 554"/>
                <a:gd name="T16" fmla="*/ 16545 w 17383"/>
                <a:gd name="T17" fmla="*/ 145 h 554"/>
                <a:gd name="T18" fmla="*/ 16195 w 17383"/>
                <a:gd name="T19" fmla="*/ 414 h 554"/>
                <a:gd name="T20" fmla="*/ 14088 w 17383"/>
                <a:gd name="T21" fmla="*/ 544 h 554"/>
                <a:gd name="T22" fmla="*/ 13859 w 17383"/>
                <a:gd name="T23" fmla="*/ 414 h 554"/>
                <a:gd name="T24" fmla="*/ 11700 w 17383"/>
                <a:gd name="T25" fmla="*/ 211 h 554"/>
                <a:gd name="T26" fmla="*/ 11239 w 17383"/>
                <a:gd name="T27" fmla="*/ 145 h 554"/>
                <a:gd name="T28" fmla="*/ 10889 w 17383"/>
                <a:gd name="T29" fmla="*/ 414 h 554"/>
                <a:gd name="T30" fmla="*/ 8782 w 17383"/>
                <a:gd name="T31" fmla="*/ 544 h 554"/>
                <a:gd name="T32" fmla="*/ 8553 w 17383"/>
                <a:gd name="T33" fmla="*/ 414 h 554"/>
                <a:gd name="T34" fmla="*/ 6394 w 17383"/>
                <a:gd name="T35" fmla="*/ 211 h 554"/>
                <a:gd name="T36" fmla="*/ 5933 w 17383"/>
                <a:gd name="T37" fmla="*/ 145 h 554"/>
                <a:gd name="T38" fmla="*/ 5583 w 17383"/>
                <a:gd name="T39" fmla="*/ 414 h 554"/>
                <a:gd name="T40" fmla="*/ 3476 w 17383"/>
                <a:gd name="T41" fmla="*/ 544 h 554"/>
                <a:gd name="T42" fmla="*/ 3247 w 17383"/>
                <a:gd name="T43" fmla="*/ 414 h 554"/>
                <a:gd name="T44" fmla="*/ 1088 w 17383"/>
                <a:gd name="T45" fmla="*/ 211 h 554"/>
                <a:gd name="T46" fmla="*/ 627 w 17383"/>
                <a:gd name="T47" fmla="*/ 145 h 554"/>
                <a:gd name="T48" fmla="*/ 277 w 17383"/>
                <a:gd name="T49" fmla="*/ 414 h 554"/>
                <a:gd name="T50" fmla="*/ 17284 w 17383"/>
                <a:gd name="T51" fmla="*/ 291 h 554"/>
                <a:gd name="T52" fmla="*/ 17160 w 17383"/>
                <a:gd name="T53" fmla="*/ 366 h 554"/>
                <a:gd name="T54" fmla="*/ 15235 w 17383"/>
                <a:gd name="T55" fmla="*/ 514 h 554"/>
                <a:gd name="T56" fmla="*/ 14980 w 17383"/>
                <a:gd name="T57" fmla="*/ 252 h 554"/>
                <a:gd name="T58" fmla="*/ 14957 w 17383"/>
                <a:gd name="T59" fmla="*/ 554 h 554"/>
                <a:gd name="T60" fmla="*/ 14596 w 17383"/>
                <a:gd name="T61" fmla="*/ 145 h 554"/>
                <a:gd name="T62" fmla="*/ 14498 w 17383"/>
                <a:gd name="T63" fmla="*/ 420 h 554"/>
                <a:gd name="T64" fmla="*/ 12948 w 17383"/>
                <a:gd name="T65" fmla="*/ 227 h 554"/>
                <a:gd name="T66" fmla="*/ 12528 w 17383"/>
                <a:gd name="T67" fmla="*/ 153 h 554"/>
                <a:gd name="T68" fmla="*/ 12370 w 17383"/>
                <a:gd name="T69" fmla="*/ 235 h 554"/>
                <a:gd name="T70" fmla="*/ 12077 w 17383"/>
                <a:gd name="T71" fmla="*/ 25 h 554"/>
                <a:gd name="T72" fmla="*/ 11722 w 17383"/>
                <a:gd name="T73" fmla="*/ 535 h 554"/>
                <a:gd name="T74" fmla="*/ 11959 w 17383"/>
                <a:gd name="T75" fmla="*/ 7 h 554"/>
                <a:gd name="T76" fmla="*/ 10156 w 17383"/>
                <a:gd name="T77" fmla="*/ 7 h 554"/>
                <a:gd name="T78" fmla="*/ 9697 w 17383"/>
                <a:gd name="T79" fmla="*/ 428 h 554"/>
                <a:gd name="T80" fmla="*/ 9607 w 17383"/>
                <a:gd name="T81" fmla="*/ 65 h 554"/>
                <a:gd name="T82" fmla="*/ 9352 w 17383"/>
                <a:gd name="T83" fmla="*/ 396 h 554"/>
                <a:gd name="T84" fmla="*/ 9159 w 17383"/>
                <a:gd name="T85" fmla="*/ 276 h 554"/>
                <a:gd name="T86" fmla="*/ 7254 w 17383"/>
                <a:gd name="T87" fmla="*/ 334 h 554"/>
                <a:gd name="T88" fmla="*/ 7002 w 17383"/>
                <a:gd name="T89" fmla="*/ 374 h 554"/>
                <a:gd name="T90" fmla="*/ 6866 w 17383"/>
                <a:gd name="T91" fmla="*/ 485 h 554"/>
                <a:gd name="T92" fmla="*/ 6632 w 17383"/>
                <a:gd name="T93" fmla="*/ 194 h 554"/>
                <a:gd name="T94" fmla="*/ 6552 w 17383"/>
                <a:gd name="T95" fmla="*/ 407 h 554"/>
                <a:gd name="T96" fmla="*/ 4896 w 17383"/>
                <a:gd name="T97" fmla="*/ 496 h 554"/>
                <a:gd name="T98" fmla="*/ 4459 w 17383"/>
                <a:gd name="T99" fmla="*/ 138 h 554"/>
                <a:gd name="T100" fmla="*/ 4520 w 17383"/>
                <a:gd name="T101" fmla="*/ 526 h 554"/>
                <a:gd name="T102" fmla="*/ 4051 w 17383"/>
                <a:gd name="T103" fmla="*/ 141 h 554"/>
                <a:gd name="T104" fmla="*/ 3814 w 17383"/>
                <a:gd name="T105" fmla="*/ 414 h 554"/>
                <a:gd name="T106" fmla="*/ 2312 w 17383"/>
                <a:gd name="T107" fmla="*/ 47 h 554"/>
                <a:gd name="T108" fmla="*/ 1892 w 17383"/>
                <a:gd name="T109" fmla="*/ 13 h 554"/>
                <a:gd name="T110" fmla="*/ 1779 w 17383"/>
                <a:gd name="T111" fmla="*/ 346 h 554"/>
                <a:gd name="T112" fmla="*/ 1347 w 17383"/>
                <a:gd name="T113" fmla="*/ 7 h 554"/>
                <a:gd name="T114" fmla="*/ 1236 w 17383"/>
                <a:gd name="T115" fmla="*/ 554 h 554"/>
                <a:gd name="T116" fmla="*/ 1175 w 17383"/>
                <a:gd name="T117" fmla="*/ 171 h 554"/>
                <a:gd name="T118" fmla="*/ 10452 w 17383"/>
                <a:gd name="T119" fmla="*/ 374 h 554"/>
                <a:gd name="T120" fmla="*/ 2584 w 1738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83" h="554">
                  <a:moveTo>
                    <a:pt x="15623" y="419"/>
                  </a:moveTo>
                  <a:lnTo>
                    <a:pt x="15759" y="419"/>
                  </a:lnTo>
                  <a:lnTo>
                    <a:pt x="15736" y="544"/>
                  </a:lnTo>
                  <a:lnTo>
                    <a:pt x="15599" y="544"/>
                  </a:lnTo>
                  <a:lnTo>
                    <a:pt x="15623" y="419"/>
                  </a:lnTo>
                  <a:close/>
                  <a:moveTo>
                    <a:pt x="12971" y="419"/>
                  </a:moveTo>
                  <a:lnTo>
                    <a:pt x="13107" y="419"/>
                  </a:lnTo>
                  <a:lnTo>
                    <a:pt x="13084" y="544"/>
                  </a:lnTo>
                  <a:lnTo>
                    <a:pt x="12947" y="544"/>
                  </a:lnTo>
                  <a:lnTo>
                    <a:pt x="12971" y="419"/>
                  </a:lnTo>
                  <a:close/>
                  <a:moveTo>
                    <a:pt x="10317" y="419"/>
                  </a:moveTo>
                  <a:lnTo>
                    <a:pt x="10453" y="419"/>
                  </a:lnTo>
                  <a:lnTo>
                    <a:pt x="10430" y="544"/>
                  </a:lnTo>
                  <a:lnTo>
                    <a:pt x="10293" y="544"/>
                  </a:lnTo>
                  <a:lnTo>
                    <a:pt x="10317" y="419"/>
                  </a:lnTo>
                  <a:close/>
                  <a:moveTo>
                    <a:pt x="7665" y="419"/>
                  </a:moveTo>
                  <a:lnTo>
                    <a:pt x="7801" y="419"/>
                  </a:lnTo>
                  <a:lnTo>
                    <a:pt x="7778" y="544"/>
                  </a:lnTo>
                  <a:lnTo>
                    <a:pt x="7641" y="544"/>
                  </a:lnTo>
                  <a:lnTo>
                    <a:pt x="7665" y="419"/>
                  </a:lnTo>
                  <a:close/>
                  <a:moveTo>
                    <a:pt x="5011" y="419"/>
                  </a:moveTo>
                  <a:lnTo>
                    <a:pt x="5147" y="419"/>
                  </a:lnTo>
                  <a:lnTo>
                    <a:pt x="5124" y="544"/>
                  </a:lnTo>
                  <a:lnTo>
                    <a:pt x="4987" y="544"/>
                  </a:lnTo>
                  <a:lnTo>
                    <a:pt x="5011" y="419"/>
                  </a:lnTo>
                  <a:close/>
                  <a:moveTo>
                    <a:pt x="2359" y="419"/>
                  </a:moveTo>
                  <a:lnTo>
                    <a:pt x="2495" y="419"/>
                  </a:lnTo>
                  <a:lnTo>
                    <a:pt x="2472" y="544"/>
                  </a:lnTo>
                  <a:lnTo>
                    <a:pt x="2335" y="544"/>
                  </a:lnTo>
                  <a:lnTo>
                    <a:pt x="2359" y="419"/>
                  </a:lnTo>
                  <a:close/>
                  <a:moveTo>
                    <a:pt x="15444" y="131"/>
                  </a:moveTo>
                  <a:cubicBezTo>
                    <a:pt x="15426" y="131"/>
                    <a:pt x="15412" y="139"/>
                    <a:pt x="15402" y="157"/>
                  </a:cubicBezTo>
                  <a:cubicBezTo>
                    <a:pt x="15393" y="175"/>
                    <a:pt x="15383" y="206"/>
                    <a:pt x="15373" y="251"/>
                  </a:cubicBezTo>
                  <a:cubicBezTo>
                    <a:pt x="15367" y="277"/>
                    <a:pt x="15361" y="305"/>
                    <a:pt x="15356" y="336"/>
                  </a:cubicBezTo>
                  <a:cubicBezTo>
                    <a:pt x="15350" y="367"/>
                    <a:pt x="15347" y="398"/>
                    <a:pt x="15345" y="428"/>
                  </a:cubicBezTo>
                  <a:cubicBezTo>
                    <a:pt x="15349" y="428"/>
                    <a:pt x="15352" y="428"/>
                    <a:pt x="15356" y="428"/>
                  </a:cubicBezTo>
                  <a:cubicBezTo>
                    <a:pt x="15360" y="428"/>
                    <a:pt x="15363" y="428"/>
                    <a:pt x="15367" y="428"/>
                  </a:cubicBezTo>
                  <a:cubicBezTo>
                    <a:pt x="15385" y="429"/>
                    <a:pt x="15400" y="421"/>
                    <a:pt x="15409" y="403"/>
                  </a:cubicBezTo>
                  <a:cubicBezTo>
                    <a:pt x="15418" y="386"/>
                    <a:pt x="15428" y="354"/>
                    <a:pt x="15438" y="309"/>
                  </a:cubicBezTo>
                  <a:cubicBezTo>
                    <a:pt x="15444" y="284"/>
                    <a:pt x="15450" y="255"/>
                    <a:pt x="15455" y="224"/>
                  </a:cubicBezTo>
                  <a:cubicBezTo>
                    <a:pt x="15460" y="193"/>
                    <a:pt x="15463" y="162"/>
                    <a:pt x="15465" y="132"/>
                  </a:cubicBezTo>
                  <a:cubicBezTo>
                    <a:pt x="15462" y="132"/>
                    <a:pt x="15459" y="132"/>
                    <a:pt x="15455" y="132"/>
                  </a:cubicBezTo>
                  <a:cubicBezTo>
                    <a:pt x="15452" y="131"/>
                    <a:pt x="15448" y="131"/>
                    <a:pt x="15444" y="131"/>
                  </a:cubicBezTo>
                  <a:close/>
                  <a:moveTo>
                    <a:pt x="12792" y="131"/>
                  </a:moveTo>
                  <a:cubicBezTo>
                    <a:pt x="12774" y="131"/>
                    <a:pt x="12760" y="139"/>
                    <a:pt x="12750" y="157"/>
                  </a:cubicBezTo>
                  <a:cubicBezTo>
                    <a:pt x="12741" y="175"/>
                    <a:pt x="12731" y="206"/>
                    <a:pt x="12721" y="251"/>
                  </a:cubicBezTo>
                  <a:cubicBezTo>
                    <a:pt x="12715" y="277"/>
                    <a:pt x="12709" y="305"/>
                    <a:pt x="12704" y="336"/>
                  </a:cubicBezTo>
                  <a:cubicBezTo>
                    <a:pt x="12698" y="367"/>
                    <a:pt x="12695" y="398"/>
                    <a:pt x="12693" y="428"/>
                  </a:cubicBezTo>
                  <a:cubicBezTo>
                    <a:pt x="12697" y="428"/>
                    <a:pt x="12700" y="428"/>
                    <a:pt x="12704" y="428"/>
                  </a:cubicBezTo>
                  <a:cubicBezTo>
                    <a:pt x="12708" y="428"/>
                    <a:pt x="12711" y="428"/>
                    <a:pt x="12715" y="428"/>
                  </a:cubicBezTo>
                  <a:cubicBezTo>
                    <a:pt x="12733" y="429"/>
                    <a:pt x="12748" y="421"/>
                    <a:pt x="12757" y="403"/>
                  </a:cubicBezTo>
                  <a:cubicBezTo>
                    <a:pt x="12766" y="386"/>
                    <a:pt x="12776" y="354"/>
                    <a:pt x="12786" y="309"/>
                  </a:cubicBezTo>
                  <a:cubicBezTo>
                    <a:pt x="12792" y="284"/>
                    <a:pt x="12798" y="255"/>
                    <a:pt x="12803" y="224"/>
                  </a:cubicBezTo>
                  <a:cubicBezTo>
                    <a:pt x="12808" y="193"/>
                    <a:pt x="12811" y="162"/>
                    <a:pt x="12813" y="132"/>
                  </a:cubicBezTo>
                  <a:cubicBezTo>
                    <a:pt x="12810" y="132"/>
                    <a:pt x="12807" y="132"/>
                    <a:pt x="12803" y="132"/>
                  </a:cubicBezTo>
                  <a:cubicBezTo>
                    <a:pt x="12800" y="131"/>
                    <a:pt x="12796" y="131"/>
                    <a:pt x="12792" y="131"/>
                  </a:cubicBezTo>
                  <a:close/>
                  <a:moveTo>
                    <a:pt x="10138" y="131"/>
                  </a:moveTo>
                  <a:cubicBezTo>
                    <a:pt x="10120" y="131"/>
                    <a:pt x="10106" y="139"/>
                    <a:pt x="10096" y="157"/>
                  </a:cubicBezTo>
                  <a:cubicBezTo>
                    <a:pt x="10087" y="175"/>
                    <a:pt x="10077" y="206"/>
                    <a:pt x="10067" y="251"/>
                  </a:cubicBezTo>
                  <a:cubicBezTo>
                    <a:pt x="10061" y="277"/>
                    <a:pt x="10055" y="305"/>
                    <a:pt x="10050" y="336"/>
                  </a:cubicBezTo>
                  <a:cubicBezTo>
                    <a:pt x="10044" y="367"/>
                    <a:pt x="10041" y="398"/>
                    <a:pt x="10039" y="428"/>
                  </a:cubicBezTo>
                  <a:cubicBezTo>
                    <a:pt x="10043" y="428"/>
                    <a:pt x="10046" y="428"/>
                    <a:pt x="10050" y="428"/>
                  </a:cubicBezTo>
                  <a:cubicBezTo>
                    <a:pt x="10054" y="428"/>
                    <a:pt x="10057" y="428"/>
                    <a:pt x="10061" y="428"/>
                  </a:cubicBezTo>
                  <a:cubicBezTo>
                    <a:pt x="10079" y="429"/>
                    <a:pt x="10094" y="421"/>
                    <a:pt x="10103" y="403"/>
                  </a:cubicBezTo>
                  <a:cubicBezTo>
                    <a:pt x="10112" y="386"/>
                    <a:pt x="10122" y="354"/>
                    <a:pt x="10132" y="309"/>
                  </a:cubicBezTo>
                  <a:cubicBezTo>
                    <a:pt x="10138" y="284"/>
                    <a:pt x="10144" y="255"/>
                    <a:pt x="10149" y="224"/>
                  </a:cubicBezTo>
                  <a:cubicBezTo>
                    <a:pt x="10154" y="193"/>
                    <a:pt x="10157" y="162"/>
                    <a:pt x="10159" y="132"/>
                  </a:cubicBezTo>
                  <a:cubicBezTo>
                    <a:pt x="10156" y="132"/>
                    <a:pt x="10153" y="132"/>
                    <a:pt x="10149" y="132"/>
                  </a:cubicBezTo>
                  <a:cubicBezTo>
                    <a:pt x="10146" y="131"/>
                    <a:pt x="10142" y="131"/>
                    <a:pt x="10138" y="131"/>
                  </a:cubicBezTo>
                  <a:close/>
                  <a:moveTo>
                    <a:pt x="7486" y="131"/>
                  </a:moveTo>
                  <a:cubicBezTo>
                    <a:pt x="7468" y="131"/>
                    <a:pt x="7454" y="139"/>
                    <a:pt x="7444" y="157"/>
                  </a:cubicBezTo>
                  <a:cubicBezTo>
                    <a:pt x="7435" y="175"/>
                    <a:pt x="7425" y="206"/>
                    <a:pt x="7415" y="251"/>
                  </a:cubicBezTo>
                  <a:cubicBezTo>
                    <a:pt x="7409" y="277"/>
                    <a:pt x="7403" y="305"/>
                    <a:pt x="7398" y="336"/>
                  </a:cubicBezTo>
                  <a:cubicBezTo>
                    <a:pt x="7392" y="367"/>
                    <a:pt x="7389" y="398"/>
                    <a:pt x="7387" y="428"/>
                  </a:cubicBezTo>
                  <a:cubicBezTo>
                    <a:pt x="7391" y="428"/>
                    <a:pt x="7394" y="428"/>
                    <a:pt x="7398" y="428"/>
                  </a:cubicBezTo>
                  <a:cubicBezTo>
                    <a:pt x="7402" y="428"/>
                    <a:pt x="7405" y="428"/>
                    <a:pt x="7409" y="428"/>
                  </a:cubicBezTo>
                  <a:cubicBezTo>
                    <a:pt x="7427" y="429"/>
                    <a:pt x="7442" y="421"/>
                    <a:pt x="7451" y="403"/>
                  </a:cubicBezTo>
                  <a:cubicBezTo>
                    <a:pt x="7460" y="386"/>
                    <a:pt x="7470" y="354"/>
                    <a:pt x="7480" y="309"/>
                  </a:cubicBezTo>
                  <a:cubicBezTo>
                    <a:pt x="7486" y="284"/>
                    <a:pt x="7492" y="255"/>
                    <a:pt x="7497" y="224"/>
                  </a:cubicBezTo>
                  <a:cubicBezTo>
                    <a:pt x="7502" y="193"/>
                    <a:pt x="7505" y="162"/>
                    <a:pt x="7507" y="132"/>
                  </a:cubicBezTo>
                  <a:cubicBezTo>
                    <a:pt x="7504" y="132"/>
                    <a:pt x="7501" y="132"/>
                    <a:pt x="7497" y="132"/>
                  </a:cubicBezTo>
                  <a:cubicBezTo>
                    <a:pt x="7494" y="131"/>
                    <a:pt x="7490" y="131"/>
                    <a:pt x="7486" y="131"/>
                  </a:cubicBezTo>
                  <a:close/>
                  <a:moveTo>
                    <a:pt x="4832" y="131"/>
                  </a:moveTo>
                  <a:cubicBezTo>
                    <a:pt x="4814" y="131"/>
                    <a:pt x="4800" y="139"/>
                    <a:pt x="4790" y="157"/>
                  </a:cubicBezTo>
                  <a:cubicBezTo>
                    <a:pt x="4781" y="175"/>
                    <a:pt x="4771" y="206"/>
                    <a:pt x="4761" y="251"/>
                  </a:cubicBezTo>
                  <a:cubicBezTo>
                    <a:pt x="4755" y="277"/>
                    <a:pt x="4749" y="305"/>
                    <a:pt x="4744" y="336"/>
                  </a:cubicBezTo>
                  <a:cubicBezTo>
                    <a:pt x="4738" y="367"/>
                    <a:pt x="4735" y="398"/>
                    <a:pt x="4733" y="428"/>
                  </a:cubicBezTo>
                  <a:cubicBezTo>
                    <a:pt x="4737" y="428"/>
                    <a:pt x="4740" y="428"/>
                    <a:pt x="4744" y="428"/>
                  </a:cubicBezTo>
                  <a:cubicBezTo>
                    <a:pt x="4748" y="428"/>
                    <a:pt x="4751" y="428"/>
                    <a:pt x="4755" y="428"/>
                  </a:cubicBezTo>
                  <a:cubicBezTo>
                    <a:pt x="4773" y="429"/>
                    <a:pt x="4788" y="421"/>
                    <a:pt x="4797" y="403"/>
                  </a:cubicBezTo>
                  <a:cubicBezTo>
                    <a:pt x="4806" y="386"/>
                    <a:pt x="4816" y="354"/>
                    <a:pt x="4826" y="309"/>
                  </a:cubicBezTo>
                  <a:cubicBezTo>
                    <a:pt x="4832" y="284"/>
                    <a:pt x="4838" y="255"/>
                    <a:pt x="4843" y="224"/>
                  </a:cubicBezTo>
                  <a:cubicBezTo>
                    <a:pt x="4848" y="193"/>
                    <a:pt x="4851" y="162"/>
                    <a:pt x="4853" y="132"/>
                  </a:cubicBezTo>
                  <a:cubicBezTo>
                    <a:pt x="4850" y="132"/>
                    <a:pt x="4847" y="132"/>
                    <a:pt x="4843" y="132"/>
                  </a:cubicBezTo>
                  <a:cubicBezTo>
                    <a:pt x="4840" y="131"/>
                    <a:pt x="4836" y="131"/>
                    <a:pt x="4832" y="131"/>
                  </a:cubicBezTo>
                  <a:close/>
                  <a:moveTo>
                    <a:pt x="2180" y="131"/>
                  </a:moveTo>
                  <a:cubicBezTo>
                    <a:pt x="2162" y="131"/>
                    <a:pt x="2148" y="139"/>
                    <a:pt x="2138" y="157"/>
                  </a:cubicBezTo>
                  <a:cubicBezTo>
                    <a:pt x="2129" y="175"/>
                    <a:pt x="2119" y="206"/>
                    <a:pt x="2109" y="251"/>
                  </a:cubicBezTo>
                  <a:cubicBezTo>
                    <a:pt x="2103" y="277"/>
                    <a:pt x="2097" y="305"/>
                    <a:pt x="2092" y="336"/>
                  </a:cubicBezTo>
                  <a:cubicBezTo>
                    <a:pt x="2086" y="367"/>
                    <a:pt x="2083" y="398"/>
                    <a:pt x="2081" y="428"/>
                  </a:cubicBezTo>
                  <a:cubicBezTo>
                    <a:pt x="2085" y="428"/>
                    <a:pt x="2088" y="428"/>
                    <a:pt x="2092" y="428"/>
                  </a:cubicBezTo>
                  <a:cubicBezTo>
                    <a:pt x="2096" y="428"/>
                    <a:pt x="2099" y="428"/>
                    <a:pt x="2103" y="428"/>
                  </a:cubicBezTo>
                  <a:cubicBezTo>
                    <a:pt x="2121" y="429"/>
                    <a:pt x="2136" y="421"/>
                    <a:pt x="2145" y="403"/>
                  </a:cubicBezTo>
                  <a:cubicBezTo>
                    <a:pt x="2154" y="386"/>
                    <a:pt x="2164" y="354"/>
                    <a:pt x="2174" y="309"/>
                  </a:cubicBezTo>
                  <a:cubicBezTo>
                    <a:pt x="2180" y="284"/>
                    <a:pt x="2186" y="255"/>
                    <a:pt x="2191" y="224"/>
                  </a:cubicBezTo>
                  <a:cubicBezTo>
                    <a:pt x="2196" y="193"/>
                    <a:pt x="2199" y="162"/>
                    <a:pt x="2201" y="132"/>
                  </a:cubicBezTo>
                  <a:cubicBezTo>
                    <a:pt x="2198" y="132"/>
                    <a:pt x="2195" y="132"/>
                    <a:pt x="2191" y="132"/>
                  </a:cubicBezTo>
                  <a:cubicBezTo>
                    <a:pt x="2188" y="131"/>
                    <a:pt x="2184" y="131"/>
                    <a:pt x="2180" y="131"/>
                  </a:cubicBezTo>
                  <a:close/>
                  <a:moveTo>
                    <a:pt x="16965" y="16"/>
                  </a:moveTo>
                  <a:lnTo>
                    <a:pt x="17074" y="16"/>
                  </a:lnTo>
                  <a:lnTo>
                    <a:pt x="17056" y="115"/>
                  </a:lnTo>
                  <a:lnTo>
                    <a:pt x="17006" y="211"/>
                  </a:lnTo>
                  <a:lnTo>
                    <a:pt x="16928" y="211"/>
                  </a:lnTo>
                  <a:lnTo>
                    <a:pt x="16965" y="16"/>
                  </a:lnTo>
                  <a:close/>
                  <a:moveTo>
                    <a:pt x="16604" y="16"/>
                  </a:moveTo>
                  <a:lnTo>
                    <a:pt x="16929" y="16"/>
                  </a:lnTo>
                  <a:lnTo>
                    <a:pt x="16896" y="145"/>
                  </a:lnTo>
                  <a:lnTo>
                    <a:pt x="16816" y="145"/>
                  </a:lnTo>
                  <a:lnTo>
                    <a:pt x="16742" y="544"/>
                  </a:lnTo>
                  <a:lnTo>
                    <a:pt x="16597" y="544"/>
                  </a:lnTo>
                  <a:lnTo>
                    <a:pt x="16670" y="145"/>
                  </a:lnTo>
                  <a:lnTo>
                    <a:pt x="16581" y="145"/>
                  </a:lnTo>
                  <a:lnTo>
                    <a:pt x="16604" y="16"/>
                  </a:lnTo>
                  <a:close/>
                  <a:moveTo>
                    <a:pt x="16305" y="16"/>
                  </a:moveTo>
                  <a:lnTo>
                    <a:pt x="16578" y="16"/>
                  </a:lnTo>
                  <a:lnTo>
                    <a:pt x="16545" y="145"/>
                  </a:lnTo>
                  <a:lnTo>
                    <a:pt x="16426" y="145"/>
                  </a:lnTo>
                  <a:lnTo>
                    <a:pt x="16414" y="217"/>
                  </a:lnTo>
                  <a:lnTo>
                    <a:pt x="16531" y="217"/>
                  </a:lnTo>
                  <a:lnTo>
                    <a:pt x="16509" y="338"/>
                  </a:lnTo>
                  <a:lnTo>
                    <a:pt x="16391" y="338"/>
                  </a:lnTo>
                  <a:lnTo>
                    <a:pt x="16378" y="414"/>
                  </a:lnTo>
                  <a:lnTo>
                    <a:pt x="16513" y="414"/>
                  </a:lnTo>
                  <a:lnTo>
                    <a:pt x="16478" y="544"/>
                  </a:lnTo>
                  <a:lnTo>
                    <a:pt x="16208" y="544"/>
                  </a:lnTo>
                  <a:lnTo>
                    <a:pt x="16305" y="16"/>
                  </a:lnTo>
                  <a:close/>
                  <a:moveTo>
                    <a:pt x="16015" y="16"/>
                  </a:moveTo>
                  <a:lnTo>
                    <a:pt x="16160" y="16"/>
                  </a:lnTo>
                  <a:lnTo>
                    <a:pt x="16088" y="414"/>
                  </a:lnTo>
                  <a:lnTo>
                    <a:pt x="16195" y="414"/>
                  </a:lnTo>
                  <a:lnTo>
                    <a:pt x="16160" y="544"/>
                  </a:lnTo>
                  <a:lnTo>
                    <a:pt x="15918" y="544"/>
                  </a:lnTo>
                  <a:lnTo>
                    <a:pt x="16015" y="16"/>
                  </a:lnTo>
                  <a:close/>
                  <a:moveTo>
                    <a:pt x="14311" y="16"/>
                  </a:moveTo>
                  <a:lnTo>
                    <a:pt x="14420" y="16"/>
                  </a:lnTo>
                  <a:lnTo>
                    <a:pt x="14402" y="115"/>
                  </a:lnTo>
                  <a:lnTo>
                    <a:pt x="14352" y="211"/>
                  </a:lnTo>
                  <a:lnTo>
                    <a:pt x="14274" y="211"/>
                  </a:lnTo>
                  <a:lnTo>
                    <a:pt x="14311" y="16"/>
                  </a:lnTo>
                  <a:close/>
                  <a:moveTo>
                    <a:pt x="13950" y="16"/>
                  </a:moveTo>
                  <a:lnTo>
                    <a:pt x="14275" y="16"/>
                  </a:lnTo>
                  <a:lnTo>
                    <a:pt x="14242" y="145"/>
                  </a:lnTo>
                  <a:lnTo>
                    <a:pt x="14162" y="145"/>
                  </a:lnTo>
                  <a:lnTo>
                    <a:pt x="14088" y="544"/>
                  </a:lnTo>
                  <a:lnTo>
                    <a:pt x="13943" y="544"/>
                  </a:lnTo>
                  <a:lnTo>
                    <a:pt x="14016" y="145"/>
                  </a:lnTo>
                  <a:lnTo>
                    <a:pt x="13927" y="145"/>
                  </a:lnTo>
                  <a:lnTo>
                    <a:pt x="13950" y="16"/>
                  </a:lnTo>
                  <a:close/>
                  <a:moveTo>
                    <a:pt x="13651" y="16"/>
                  </a:moveTo>
                  <a:lnTo>
                    <a:pt x="13924" y="16"/>
                  </a:lnTo>
                  <a:lnTo>
                    <a:pt x="13891" y="145"/>
                  </a:lnTo>
                  <a:lnTo>
                    <a:pt x="13772" y="145"/>
                  </a:lnTo>
                  <a:lnTo>
                    <a:pt x="13760" y="217"/>
                  </a:lnTo>
                  <a:lnTo>
                    <a:pt x="13877" y="217"/>
                  </a:lnTo>
                  <a:lnTo>
                    <a:pt x="13855" y="338"/>
                  </a:lnTo>
                  <a:lnTo>
                    <a:pt x="13737" y="338"/>
                  </a:lnTo>
                  <a:lnTo>
                    <a:pt x="13724" y="414"/>
                  </a:lnTo>
                  <a:lnTo>
                    <a:pt x="13859" y="414"/>
                  </a:lnTo>
                  <a:lnTo>
                    <a:pt x="13824" y="544"/>
                  </a:lnTo>
                  <a:lnTo>
                    <a:pt x="13554" y="544"/>
                  </a:lnTo>
                  <a:lnTo>
                    <a:pt x="13651" y="16"/>
                  </a:lnTo>
                  <a:close/>
                  <a:moveTo>
                    <a:pt x="13361" y="16"/>
                  </a:moveTo>
                  <a:lnTo>
                    <a:pt x="13506" y="16"/>
                  </a:lnTo>
                  <a:lnTo>
                    <a:pt x="13434" y="414"/>
                  </a:lnTo>
                  <a:lnTo>
                    <a:pt x="13541" y="414"/>
                  </a:lnTo>
                  <a:lnTo>
                    <a:pt x="13506" y="544"/>
                  </a:lnTo>
                  <a:lnTo>
                    <a:pt x="13264" y="544"/>
                  </a:lnTo>
                  <a:lnTo>
                    <a:pt x="13361" y="16"/>
                  </a:lnTo>
                  <a:close/>
                  <a:moveTo>
                    <a:pt x="11659" y="16"/>
                  </a:moveTo>
                  <a:lnTo>
                    <a:pt x="11768" y="16"/>
                  </a:lnTo>
                  <a:lnTo>
                    <a:pt x="11750" y="115"/>
                  </a:lnTo>
                  <a:lnTo>
                    <a:pt x="11700" y="211"/>
                  </a:lnTo>
                  <a:lnTo>
                    <a:pt x="11622" y="211"/>
                  </a:lnTo>
                  <a:lnTo>
                    <a:pt x="11659" y="16"/>
                  </a:lnTo>
                  <a:close/>
                  <a:moveTo>
                    <a:pt x="11298" y="16"/>
                  </a:moveTo>
                  <a:lnTo>
                    <a:pt x="11623" y="16"/>
                  </a:lnTo>
                  <a:lnTo>
                    <a:pt x="11590" y="145"/>
                  </a:lnTo>
                  <a:lnTo>
                    <a:pt x="11510" y="145"/>
                  </a:lnTo>
                  <a:lnTo>
                    <a:pt x="11436" y="544"/>
                  </a:lnTo>
                  <a:lnTo>
                    <a:pt x="11291" y="544"/>
                  </a:lnTo>
                  <a:lnTo>
                    <a:pt x="11364" y="145"/>
                  </a:lnTo>
                  <a:lnTo>
                    <a:pt x="11275" y="145"/>
                  </a:lnTo>
                  <a:lnTo>
                    <a:pt x="11298" y="16"/>
                  </a:lnTo>
                  <a:close/>
                  <a:moveTo>
                    <a:pt x="10999" y="16"/>
                  </a:moveTo>
                  <a:lnTo>
                    <a:pt x="11272" y="16"/>
                  </a:lnTo>
                  <a:lnTo>
                    <a:pt x="11239" y="145"/>
                  </a:lnTo>
                  <a:lnTo>
                    <a:pt x="11120" y="145"/>
                  </a:lnTo>
                  <a:lnTo>
                    <a:pt x="11108" y="217"/>
                  </a:lnTo>
                  <a:lnTo>
                    <a:pt x="11225" y="217"/>
                  </a:lnTo>
                  <a:lnTo>
                    <a:pt x="11203" y="338"/>
                  </a:lnTo>
                  <a:lnTo>
                    <a:pt x="11085" y="338"/>
                  </a:lnTo>
                  <a:lnTo>
                    <a:pt x="11072" y="414"/>
                  </a:lnTo>
                  <a:lnTo>
                    <a:pt x="11207" y="414"/>
                  </a:lnTo>
                  <a:lnTo>
                    <a:pt x="11172" y="544"/>
                  </a:lnTo>
                  <a:lnTo>
                    <a:pt x="10902" y="544"/>
                  </a:lnTo>
                  <a:lnTo>
                    <a:pt x="10999" y="16"/>
                  </a:lnTo>
                  <a:close/>
                  <a:moveTo>
                    <a:pt x="10709" y="16"/>
                  </a:moveTo>
                  <a:lnTo>
                    <a:pt x="10854" y="16"/>
                  </a:lnTo>
                  <a:lnTo>
                    <a:pt x="10782" y="414"/>
                  </a:lnTo>
                  <a:lnTo>
                    <a:pt x="10889" y="414"/>
                  </a:lnTo>
                  <a:lnTo>
                    <a:pt x="10854" y="544"/>
                  </a:lnTo>
                  <a:lnTo>
                    <a:pt x="10612" y="544"/>
                  </a:lnTo>
                  <a:lnTo>
                    <a:pt x="10709" y="16"/>
                  </a:lnTo>
                  <a:close/>
                  <a:moveTo>
                    <a:pt x="9005" y="16"/>
                  </a:moveTo>
                  <a:lnTo>
                    <a:pt x="9114" y="16"/>
                  </a:lnTo>
                  <a:lnTo>
                    <a:pt x="9096" y="115"/>
                  </a:lnTo>
                  <a:lnTo>
                    <a:pt x="9046" y="211"/>
                  </a:lnTo>
                  <a:lnTo>
                    <a:pt x="8968" y="211"/>
                  </a:lnTo>
                  <a:lnTo>
                    <a:pt x="9005" y="16"/>
                  </a:lnTo>
                  <a:close/>
                  <a:moveTo>
                    <a:pt x="8644" y="16"/>
                  </a:moveTo>
                  <a:lnTo>
                    <a:pt x="8969" y="16"/>
                  </a:lnTo>
                  <a:lnTo>
                    <a:pt x="8936" y="145"/>
                  </a:lnTo>
                  <a:lnTo>
                    <a:pt x="8856" y="145"/>
                  </a:lnTo>
                  <a:lnTo>
                    <a:pt x="8782" y="544"/>
                  </a:lnTo>
                  <a:lnTo>
                    <a:pt x="8637" y="544"/>
                  </a:lnTo>
                  <a:lnTo>
                    <a:pt x="8710" y="145"/>
                  </a:lnTo>
                  <a:lnTo>
                    <a:pt x="8621" y="145"/>
                  </a:lnTo>
                  <a:lnTo>
                    <a:pt x="8644" y="16"/>
                  </a:lnTo>
                  <a:close/>
                  <a:moveTo>
                    <a:pt x="8345" y="16"/>
                  </a:moveTo>
                  <a:lnTo>
                    <a:pt x="8618" y="16"/>
                  </a:lnTo>
                  <a:lnTo>
                    <a:pt x="8585" y="145"/>
                  </a:lnTo>
                  <a:lnTo>
                    <a:pt x="8466" y="145"/>
                  </a:lnTo>
                  <a:lnTo>
                    <a:pt x="8454" y="217"/>
                  </a:lnTo>
                  <a:lnTo>
                    <a:pt x="8571" y="217"/>
                  </a:lnTo>
                  <a:lnTo>
                    <a:pt x="8549" y="338"/>
                  </a:lnTo>
                  <a:lnTo>
                    <a:pt x="8431" y="338"/>
                  </a:lnTo>
                  <a:lnTo>
                    <a:pt x="8418" y="414"/>
                  </a:lnTo>
                  <a:lnTo>
                    <a:pt x="8553" y="414"/>
                  </a:lnTo>
                  <a:lnTo>
                    <a:pt x="8518" y="544"/>
                  </a:lnTo>
                  <a:lnTo>
                    <a:pt x="8248" y="544"/>
                  </a:lnTo>
                  <a:lnTo>
                    <a:pt x="8345" y="16"/>
                  </a:lnTo>
                  <a:close/>
                  <a:moveTo>
                    <a:pt x="8055" y="16"/>
                  </a:moveTo>
                  <a:lnTo>
                    <a:pt x="8200" y="16"/>
                  </a:lnTo>
                  <a:lnTo>
                    <a:pt x="8128" y="414"/>
                  </a:lnTo>
                  <a:lnTo>
                    <a:pt x="8235" y="414"/>
                  </a:lnTo>
                  <a:lnTo>
                    <a:pt x="8200" y="544"/>
                  </a:lnTo>
                  <a:lnTo>
                    <a:pt x="7958" y="544"/>
                  </a:lnTo>
                  <a:lnTo>
                    <a:pt x="8055" y="16"/>
                  </a:lnTo>
                  <a:close/>
                  <a:moveTo>
                    <a:pt x="6353" y="16"/>
                  </a:moveTo>
                  <a:lnTo>
                    <a:pt x="6462" y="16"/>
                  </a:lnTo>
                  <a:lnTo>
                    <a:pt x="6444" y="115"/>
                  </a:lnTo>
                  <a:lnTo>
                    <a:pt x="6394" y="211"/>
                  </a:lnTo>
                  <a:lnTo>
                    <a:pt x="6316" y="211"/>
                  </a:lnTo>
                  <a:lnTo>
                    <a:pt x="6353" y="16"/>
                  </a:lnTo>
                  <a:close/>
                  <a:moveTo>
                    <a:pt x="5992" y="16"/>
                  </a:moveTo>
                  <a:lnTo>
                    <a:pt x="6317" y="16"/>
                  </a:lnTo>
                  <a:lnTo>
                    <a:pt x="6284" y="145"/>
                  </a:lnTo>
                  <a:lnTo>
                    <a:pt x="6204" y="145"/>
                  </a:lnTo>
                  <a:lnTo>
                    <a:pt x="6130" y="544"/>
                  </a:lnTo>
                  <a:lnTo>
                    <a:pt x="5985" y="544"/>
                  </a:lnTo>
                  <a:lnTo>
                    <a:pt x="6058" y="145"/>
                  </a:lnTo>
                  <a:lnTo>
                    <a:pt x="5969" y="145"/>
                  </a:lnTo>
                  <a:lnTo>
                    <a:pt x="5992" y="16"/>
                  </a:lnTo>
                  <a:close/>
                  <a:moveTo>
                    <a:pt x="5693" y="16"/>
                  </a:moveTo>
                  <a:lnTo>
                    <a:pt x="5966" y="16"/>
                  </a:lnTo>
                  <a:lnTo>
                    <a:pt x="5933" y="145"/>
                  </a:lnTo>
                  <a:lnTo>
                    <a:pt x="5814" y="145"/>
                  </a:lnTo>
                  <a:lnTo>
                    <a:pt x="5802" y="217"/>
                  </a:lnTo>
                  <a:lnTo>
                    <a:pt x="5919" y="217"/>
                  </a:lnTo>
                  <a:lnTo>
                    <a:pt x="5897" y="338"/>
                  </a:lnTo>
                  <a:lnTo>
                    <a:pt x="5779" y="338"/>
                  </a:lnTo>
                  <a:lnTo>
                    <a:pt x="5766" y="414"/>
                  </a:lnTo>
                  <a:lnTo>
                    <a:pt x="5901" y="414"/>
                  </a:lnTo>
                  <a:lnTo>
                    <a:pt x="5866" y="544"/>
                  </a:lnTo>
                  <a:lnTo>
                    <a:pt x="5596" y="544"/>
                  </a:lnTo>
                  <a:lnTo>
                    <a:pt x="5693" y="16"/>
                  </a:lnTo>
                  <a:close/>
                  <a:moveTo>
                    <a:pt x="5403" y="16"/>
                  </a:moveTo>
                  <a:lnTo>
                    <a:pt x="5548" y="16"/>
                  </a:lnTo>
                  <a:lnTo>
                    <a:pt x="5476" y="414"/>
                  </a:lnTo>
                  <a:lnTo>
                    <a:pt x="5583" y="414"/>
                  </a:lnTo>
                  <a:lnTo>
                    <a:pt x="5548" y="544"/>
                  </a:lnTo>
                  <a:lnTo>
                    <a:pt x="5306" y="544"/>
                  </a:lnTo>
                  <a:lnTo>
                    <a:pt x="5403" y="16"/>
                  </a:lnTo>
                  <a:close/>
                  <a:moveTo>
                    <a:pt x="3699" y="16"/>
                  </a:moveTo>
                  <a:lnTo>
                    <a:pt x="3808" y="16"/>
                  </a:lnTo>
                  <a:lnTo>
                    <a:pt x="3790" y="115"/>
                  </a:lnTo>
                  <a:lnTo>
                    <a:pt x="3740" y="211"/>
                  </a:lnTo>
                  <a:lnTo>
                    <a:pt x="3662" y="211"/>
                  </a:lnTo>
                  <a:lnTo>
                    <a:pt x="3699" y="16"/>
                  </a:lnTo>
                  <a:close/>
                  <a:moveTo>
                    <a:pt x="3338" y="16"/>
                  </a:moveTo>
                  <a:lnTo>
                    <a:pt x="3663" y="16"/>
                  </a:lnTo>
                  <a:lnTo>
                    <a:pt x="3630" y="145"/>
                  </a:lnTo>
                  <a:lnTo>
                    <a:pt x="3550" y="145"/>
                  </a:lnTo>
                  <a:lnTo>
                    <a:pt x="3476" y="544"/>
                  </a:lnTo>
                  <a:lnTo>
                    <a:pt x="3331" y="544"/>
                  </a:lnTo>
                  <a:lnTo>
                    <a:pt x="3404" y="145"/>
                  </a:lnTo>
                  <a:lnTo>
                    <a:pt x="3315" y="145"/>
                  </a:lnTo>
                  <a:lnTo>
                    <a:pt x="3338" y="16"/>
                  </a:lnTo>
                  <a:close/>
                  <a:moveTo>
                    <a:pt x="3039" y="16"/>
                  </a:moveTo>
                  <a:lnTo>
                    <a:pt x="3312" y="16"/>
                  </a:lnTo>
                  <a:lnTo>
                    <a:pt x="3279" y="145"/>
                  </a:lnTo>
                  <a:lnTo>
                    <a:pt x="3160" y="145"/>
                  </a:lnTo>
                  <a:lnTo>
                    <a:pt x="3148" y="217"/>
                  </a:lnTo>
                  <a:lnTo>
                    <a:pt x="3265" y="217"/>
                  </a:lnTo>
                  <a:lnTo>
                    <a:pt x="3243" y="338"/>
                  </a:lnTo>
                  <a:lnTo>
                    <a:pt x="3125" y="338"/>
                  </a:lnTo>
                  <a:lnTo>
                    <a:pt x="3112" y="414"/>
                  </a:lnTo>
                  <a:lnTo>
                    <a:pt x="3247" y="414"/>
                  </a:lnTo>
                  <a:lnTo>
                    <a:pt x="3212" y="544"/>
                  </a:lnTo>
                  <a:lnTo>
                    <a:pt x="2942" y="544"/>
                  </a:lnTo>
                  <a:lnTo>
                    <a:pt x="3039" y="16"/>
                  </a:lnTo>
                  <a:close/>
                  <a:moveTo>
                    <a:pt x="2749" y="16"/>
                  </a:moveTo>
                  <a:lnTo>
                    <a:pt x="2894" y="16"/>
                  </a:lnTo>
                  <a:lnTo>
                    <a:pt x="2822" y="414"/>
                  </a:lnTo>
                  <a:lnTo>
                    <a:pt x="2929" y="414"/>
                  </a:lnTo>
                  <a:lnTo>
                    <a:pt x="2894" y="544"/>
                  </a:lnTo>
                  <a:lnTo>
                    <a:pt x="2652" y="544"/>
                  </a:lnTo>
                  <a:lnTo>
                    <a:pt x="2749" y="16"/>
                  </a:lnTo>
                  <a:close/>
                  <a:moveTo>
                    <a:pt x="1047" y="16"/>
                  </a:moveTo>
                  <a:lnTo>
                    <a:pt x="1156" y="16"/>
                  </a:lnTo>
                  <a:lnTo>
                    <a:pt x="1138" y="115"/>
                  </a:lnTo>
                  <a:lnTo>
                    <a:pt x="1088" y="211"/>
                  </a:lnTo>
                  <a:lnTo>
                    <a:pt x="1010" y="211"/>
                  </a:lnTo>
                  <a:lnTo>
                    <a:pt x="1047" y="16"/>
                  </a:lnTo>
                  <a:close/>
                  <a:moveTo>
                    <a:pt x="686" y="16"/>
                  </a:moveTo>
                  <a:lnTo>
                    <a:pt x="1011" y="16"/>
                  </a:lnTo>
                  <a:lnTo>
                    <a:pt x="978" y="145"/>
                  </a:lnTo>
                  <a:lnTo>
                    <a:pt x="898" y="145"/>
                  </a:lnTo>
                  <a:lnTo>
                    <a:pt x="824" y="544"/>
                  </a:lnTo>
                  <a:lnTo>
                    <a:pt x="679" y="544"/>
                  </a:lnTo>
                  <a:lnTo>
                    <a:pt x="752" y="145"/>
                  </a:lnTo>
                  <a:lnTo>
                    <a:pt x="663" y="145"/>
                  </a:lnTo>
                  <a:lnTo>
                    <a:pt x="686" y="16"/>
                  </a:lnTo>
                  <a:close/>
                  <a:moveTo>
                    <a:pt x="387" y="16"/>
                  </a:moveTo>
                  <a:lnTo>
                    <a:pt x="660" y="16"/>
                  </a:lnTo>
                  <a:lnTo>
                    <a:pt x="627" y="145"/>
                  </a:lnTo>
                  <a:lnTo>
                    <a:pt x="508" y="145"/>
                  </a:lnTo>
                  <a:lnTo>
                    <a:pt x="496" y="217"/>
                  </a:lnTo>
                  <a:lnTo>
                    <a:pt x="613" y="217"/>
                  </a:lnTo>
                  <a:lnTo>
                    <a:pt x="591" y="338"/>
                  </a:lnTo>
                  <a:lnTo>
                    <a:pt x="473" y="338"/>
                  </a:lnTo>
                  <a:lnTo>
                    <a:pt x="460" y="414"/>
                  </a:lnTo>
                  <a:lnTo>
                    <a:pt x="595" y="414"/>
                  </a:lnTo>
                  <a:lnTo>
                    <a:pt x="560" y="544"/>
                  </a:lnTo>
                  <a:lnTo>
                    <a:pt x="290" y="544"/>
                  </a:lnTo>
                  <a:lnTo>
                    <a:pt x="387" y="16"/>
                  </a:lnTo>
                  <a:close/>
                  <a:moveTo>
                    <a:pt x="97" y="16"/>
                  </a:moveTo>
                  <a:lnTo>
                    <a:pt x="242" y="16"/>
                  </a:lnTo>
                  <a:lnTo>
                    <a:pt x="170" y="414"/>
                  </a:lnTo>
                  <a:lnTo>
                    <a:pt x="277" y="414"/>
                  </a:lnTo>
                  <a:lnTo>
                    <a:pt x="242" y="544"/>
                  </a:lnTo>
                  <a:lnTo>
                    <a:pt x="0" y="544"/>
                  </a:lnTo>
                  <a:lnTo>
                    <a:pt x="97" y="16"/>
                  </a:lnTo>
                  <a:close/>
                  <a:moveTo>
                    <a:pt x="17265" y="7"/>
                  </a:moveTo>
                  <a:cubicBezTo>
                    <a:pt x="17296" y="7"/>
                    <a:pt x="17321" y="9"/>
                    <a:pt x="17340" y="13"/>
                  </a:cubicBezTo>
                  <a:cubicBezTo>
                    <a:pt x="17360" y="17"/>
                    <a:pt x="17374" y="21"/>
                    <a:pt x="17383" y="25"/>
                  </a:cubicBezTo>
                  <a:lnTo>
                    <a:pt x="17353" y="151"/>
                  </a:lnTo>
                  <a:cubicBezTo>
                    <a:pt x="17341" y="147"/>
                    <a:pt x="17329" y="143"/>
                    <a:pt x="17317" y="141"/>
                  </a:cubicBezTo>
                  <a:cubicBezTo>
                    <a:pt x="17306" y="139"/>
                    <a:pt x="17293" y="138"/>
                    <a:pt x="17280" y="138"/>
                  </a:cubicBezTo>
                  <a:cubicBezTo>
                    <a:pt x="17267" y="138"/>
                    <a:pt x="17257" y="140"/>
                    <a:pt x="17250" y="145"/>
                  </a:cubicBezTo>
                  <a:cubicBezTo>
                    <a:pt x="17243" y="150"/>
                    <a:pt x="17240" y="158"/>
                    <a:pt x="17240" y="169"/>
                  </a:cubicBezTo>
                  <a:cubicBezTo>
                    <a:pt x="17240" y="177"/>
                    <a:pt x="17241" y="186"/>
                    <a:pt x="17244" y="194"/>
                  </a:cubicBezTo>
                  <a:cubicBezTo>
                    <a:pt x="17247" y="203"/>
                    <a:pt x="17252" y="215"/>
                    <a:pt x="17258" y="230"/>
                  </a:cubicBezTo>
                  <a:lnTo>
                    <a:pt x="17284" y="291"/>
                  </a:lnTo>
                  <a:cubicBezTo>
                    <a:pt x="17291" y="306"/>
                    <a:pt x="17297" y="323"/>
                    <a:pt x="17303" y="341"/>
                  </a:cubicBezTo>
                  <a:cubicBezTo>
                    <a:pt x="17308" y="359"/>
                    <a:pt x="17312" y="377"/>
                    <a:pt x="17312" y="396"/>
                  </a:cubicBezTo>
                  <a:cubicBezTo>
                    <a:pt x="17311" y="451"/>
                    <a:pt x="17296" y="491"/>
                    <a:pt x="17267" y="516"/>
                  </a:cubicBezTo>
                  <a:cubicBezTo>
                    <a:pt x="17238" y="542"/>
                    <a:pt x="17201" y="554"/>
                    <a:pt x="17154" y="554"/>
                  </a:cubicBezTo>
                  <a:cubicBezTo>
                    <a:pt x="17121" y="553"/>
                    <a:pt x="17094" y="551"/>
                    <a:pt x="17073" y="547"/>
                  </a:cubicBezTo>
                  <a:cubicBezTo>
                    <a:pt x="17052" y="543"/>
                    <a:pt x="17037" y="539"/>
                    <a:pt x="17028" y="535"/>
                  </a:cubicBezTo>
                  <a:lnTo>
                    <a:pt x="17038" y="402"/>
                  </a:lnTo>
                  <a:cubicBezTo>
                    <a:pt x="17048" y="406"/>
                    <a:pt x="17061" y="410"/>
                    <a:pt x="17080" y="414"/>
                  </a:cubicBezTo>
                  <a:cubicBezTo>
                    <a:pt x="17099" y="418"/>
                    <a:pt x="17120" y="420"/>
                    <a:pt x="17144" y="420"/>
                  </a:cubicBezTo>
                  <a:cubicBezTo>
                    <a:pt x="17147" y="420"/>
                    <a:pt x="17150" y="420"/>
                    <a:pt x="17152" y="420"/>
                  </a:cubicBezTo>
                  <a:cubicBezTo>
                    <a:pt x="17155" y="420"/>
                    <a:pt x="17158" y="420"/>
                    <a:pt x="17161" y="420"/>
                  </a:cubicBezTo>
                  <a:cubicBezTo>
                    <a:pt x="17162" y="416"/>
                    <a:pt x="17163" y="412"/>
                    <a:pt x="17164" y="407"/>
                  </a:cubicBezTo>
                  <a:cubicBezTo>
                    <a:pt x="17165" y="403"/>
                    <a:pt x="17166" y="398"/>
                    <a:pt x="17166" y="393"/>
                  </a:cubicBezTo>
                  <a:cubicBezTo>
                    <a:pt x="17165" y="384"/>
                    <a:pt x="17164" y="375"/>
                    <a:pt x="17160" y="366"/>
                  </a:cubicBezTo>
                  <a:cubicBezTo>
                    <a:pt x="17156" y="358"/>
                    <a:pt x="17152" y="348"/>
                    <a:pt x="17146" y="336"/>
                  </a:cubicBezTo>
                  <a:lnTo>
                    <a:pt x="17119" y="276"/>
                  </a:lnTo>
                  <a:cubicBezTo>
                    <a:pt x="17111" y="259"/>
                    <a:pt x="17105" y="241"/>
                    <a:pt x="17100" y="223"/>
                  </a:cubicBezTo>
                  <a:cubicBezTo>
                    <a:pt x="17095" y="205"/>
                    <a:pt x="17093" y="188"/>
                    <a:pt x="17093" y="171"/>
                  </a:cubicBezTo>
                  <a:cubicBezTo>
                    <a:pt x="17094" y="116"/>
                    <a:pt x="17109" y="75"/>
                    <a:pt x="17140" y="48"/>
                  </a:cubicBezTo>
                  <a:cubicBezTo>
                    <a:pt x="17171" y="20"/>
                    <a:pt x="17213" y="7"/>
                    <a:pt x="17265" y="7"/>
                  </a:cubicBezTo>
                  <a:close/>
                  <a:moveTo>
                    <a:pt x="15462" y="7"/>
                  </a:moveTo>
                  <a:cubicBezTo>
                    <a:pt x="15517" y="7"/>
                    <a:pt x="15554" y="21"/>
                    <a:pt x="15576" y="47"/>
                  </a:cubicBezTo>
                  <a:cubicBezTo>
                    <a:pt x="15597" y="73"/>
                    <a:pt x="15607" y="108"/>
                    <a:pt x="15606" y="151"/>
                  </a:cubicBezTo>
                  <a:cubicBezTo>
                    <a:pt x="15606" y="175"/>
                    <a:pt x="15604" y="200"/>
                    <a:pt x="15600" y="227"/>
                  </a:cubicBezTo>
                  <a:cubicBezTo>
                    <a:pt x="15596" y="253"/>
                    <a:pt x="15590" y="281"/>
                    <a:pt x="15584" y="310"/>
                  </a:cubicBezTo>
                  <a:cubicBezTo>
                    <a:pt x="15568" y="395"/>
                    <a:pt x="15543" y="457"/>
                    <a:pt x="15508" y="496"/>
                  </a:cubicBezTo>
                  <a:cubicBezTo>
                    <a:pt x="15472" y="535"/>
                    <a:pt x="15419" y="554"/>
                    <a:pt x="15349" y="554"/>
                  </a:cubicBezTo>
                  <a:cubicBezTo>
                    <a:pt x="15294" y="553"/>
                    <a:pt x="15257" y="540"/>
                    <a:pt x="15235" y="514"/>
                  </a:cubicBezTo>
                  <a:cubicBezTo>
                    <a:pt x="15214" y="487"/>
                    <a:pt x="15204" y="453"/>
                    <a:pt x="15205" y="409"/>
                  </a:cubicBezTo>
                  <a:cubicBezTo>
                    <a:pt x="15205" y="385"/>
                    <a:pt x="15208" y="360"/>
                    <a:pt x="15212" y="334"/>
                  </a:cubicBezTo>
                  <a:cubicBezTo>
                    <a:pt x="15216" y="307"/>
                    <a:pt x="15221" y="280"/>
                    <a:pt x="15228" y="251"/>
                  </a:cubicBezTo>
                  <a:cubicBezTo>
                    <a:pt x="15239" y="194"/>
                    <a:pt x="15253" y="148"/>
                    <a:pt x="15272" y="112"/>
                  </a:cubicBezTo>
                  <a:cubicBezTo>
                    <a:pt x="15290" y="76"/>
                    <a:pt x="15315" y="49"/>
                    <a:pt x="15345" y="32"/>
                  </a:cubicBezTo>
                  <a:cubicBezTo>
                    <a:pt x="15376" y="15"/>
                    <a:pt x="15415" y="7"/>
                    <a:pt x="15462" y="7"/>
                  </a:cubicBezTo>
                  <a:close/>
                  <a:moveTo>
                    <a:pt x="15073" y="7"/>
                  </a:moveTo>
                  <a:cubicBezTo>
                    <a:pt x="15102" y="7"/>
                    <a:pt x="15130" y="9"/>
                    <a:pt x="15156" y="13"/>
                  </a:cubicBezTo>
                  <a:cubicBezTo>
                    <a:pt x="15182" y="17"/>
                    <a:pt x="15201" y="21"/>
                    <a:pt x="15212" y="26"/>
                  </a:cubicBezTo>
                  <a:lnTo>
                    <a:pt x="15180" y="153"/>
                  </a:lnTo>
                  <a:cubicBezTo>
                    <a:pt x="15167" y="149"/>
                    <a:pt x="15151" y="146"/>
                    <a:pt x="15133" y="143"/>
                  </a:cubicBezTo>
                  <a:cubicBezTo>
                    <a:pt x="15115" y="140"/>
                    <a:pt x="15094" y="138"/>
                    <a:pt x="15071" y="138"/>
                  </a:cubicBezTo>
                  <a:cubicBezTo>
                    <a:pt x="15043" y="137"/>
                    <a:pt x="15024" y="144"/>
                    <a:pt x="15012" y="160"/>
                  </a:cubicBezTo>
                  <a:cubicBezTo>
                    <a:pt x="15001" y="176"/>
                    <a:pt x="14990" y="207"/>
                    <a:pt x="14980" y="252"/>
                  </a:cubicBezTo>
                  <a:cubicBezTo>
                    <a:pt x="14976" y="268"/>
                    <a:pt x="14973" y="288"/>
                    <a:pt x="14969" y="309"/>
                  </a:cubicBezTo>
                  <a:cubicBezTo>
                    <a:pt x="14965" y="331"/>
                    <a:pt x="14962" y="353"/>
                    <a:pt x="14960" y="374"/>
                  </a:cubicBezTo>
                  <a:cubicBezTo>
                    <a:pt x="14958" y="395"/>
                    <a:pt x="14956" y="413"/>
                    <a:pt x="14956" y="428"/>
                  </a:cubicBezTo>
                  <a:cubicBezTo>
                    <a:pt x="14959" y="429"/>
                    <a:pt x="14963" y="429"/>
                    <a:pt x="14966" y="429"/>
                  </a:cubicBezTo>
                  <a:cubicBezTo>
                    <a:pt x="14969" y="429"/>
                    <a:pt x="14972" y="429"/>
                    <a:pt x="14976" y="429"/>
                  </a:cubicBezTo>
                  <a:cubicBezTo>
                    <a:pt x="14985" y="429"/>
                    <a:pt x="14994" y="429"/>
                    <a:pt x="15003" y="428"/>
                  </a:cubicBezTo>
                  <a:cubicBezTo>
                    <a:pt x="15012" y="427"/>
                    <a:pt x="15021" y="426"/>
                    <a:pt x="15029" y="424"/>
                  </a:cubicBezTo>
                  <a:lnTo>
                    <a:pt x="15043" y="346"/>
                  </a:lnTo>
                  <a:lnTo>
                    <a:pt x="15002" y="346"/>
                  </a:lnTo>
                  <a:lnTo>
                    <a:pt x="15022" y="235"/>
                  </a:lnTo>
                  <a:lnTo>
                    <a:pt x="15186" y="235"/>
                  </a:lnTo>
                  <a:lnTo>
                    <a:pt x="15132" y="526"/>
                  </a:lnTo>
                  <a:cubicBezTo>
                    <a:pt x="15114" y="534"/>
                    <a:pt x="15088" y="541"/>
                    <a:pt x="15055" y="546"/>
                  </a:cubicBezTo>
                  <a:cubicBezTo>
                    <a:pt x="15022" y="551"/>
                    <a:pt x="14990" y="554"/>
                    <a:pt x="14957" y="554"/>
                  </a:cubicBezTo>
                  <a:cubicBezTo>
                    <a:pt x="14918" y="554"/>
                    <a:pt x="14888" y="548"/>
                    <a:pt x="14867" y="536"/>
                  </a:cubicBezTo>
                  <a:cubicBezTo>
                    <a:pt x="14846" y="524"/>
                    <a:pt x="14832" y="507"/>
                    <a:pt x="14824" y="485"/>
                  </a:cubicBezTo>
                  <a:cubicBezTo>
                    <a:pt x="14816" y="464"/>
                    <a:pt x="14813" y="439"/>
                    <a:pt x="14813" y="410"/>
                  </a:cubicBezTo>
                  <a:cubicBezTo>
                    <a:pt x="14813" y="386"/>
                    <a:pt x="14815" y="361"/>
                    <a:pt x="14819" y="334"/>
                  </a:cubicBezTo>
                  <a:cubicBezTo>
                    <a:pt x="14824" y="307"/>
                    <a:pt x="14829" y="280"/>
                    <a:pt x="14835" y="251"/>
                  </a:cubicBezTo>
                  <a:cubicBezTo>
                    <a:pt x="14851" y="166"/>
                    <a:pt x="14877" y="104"/>
                    <a:pt x="14913" y="65"/>
                  </a:cubicBezTo>
                  <a:cubicBezTo>
                    <a:pt x="14949" y="26"/>
                    <a:pt x="15003" y="6"/>
                    <a:pt x="15073" y="7"/>
                  </a:cubicBezTo>
                  <a:close/>
                  <a:moveTo>
                    <a:pt x="14611" y="7"/>
                  </a:moveTo>
                  <a:cubicBezTo>
                    <a:pt x="14642" y="7"/>
                    <a:pt x="14667" y="9"/>
                    <a:pt x="14686" y="13"/>
                  </a:cubicBezTo>
                  <a:cubicBezTo>
                    <a:pt x="14706" y="17"/>
                    <a:pt x="14720" y="21"/>
                    <a:pt x="14729" y="25"/>
                  </a:cubicBezTo>
                  <a:lnTo>
                    <a:pt x="14699" y="151"/>
                  </a:lnTo>
                  <a:cubicBezTo>
                    <a:pt x="14687" y="147"/>
                    <a:pt x="14675" y="143"/>
                    <a:pt x="14663" y="141"/>
                  </a:cubicBezTo>
                  <a:cubicBezTo>
                    <a:pt x="14652" y="139"/>
                    <a:pt x="14639" y="138"/>
                    <a:pt x="14626" y="138"/>
                  </a:cubicBezTo>
                  <a:cubicBezTo>
                    <a:pt x="14613" y="138"/>
                    <a:pt x="14603" y="140"/>
                    <a:pt x="14596" y="145"/>
                  </a:cubicBezTo>
                  <a:cubicBezTo>
                    <a:pt x="14589" y="150"/>
                    <a:pt x="14586" y="158"/>
                    <a:pt x="14586" y="169"/>
                  </a:cubicBezTo>
                  <a:cubicBezTo>
                    <a:pt x="14586" y="177"/>
                    <a:pt x="14587" y="186"/>
                    <a:pt x="14590" y="194"/>
                  </a:cubicBezTo>
                  <a:cubicBezTo>
                    <a:pt x="14593" y="203"/>
                    <a:pt x="14598" y="215"/>
                    <a:pt x="14604" y="230"/>
                  </a:cubicBezTo>
                  <a:lnTo>
                    <a:pt x="14630" y="291"/>
                  </a:lnTo>
                  <a:cubicBezTo>
                    <a:pt x="14637" y="306"/>
                    <a:pt x="14643" y="323"/>
                    <a:pt x="14649" y="341"/>
                  </a:cubicBezTo>
                  <a:cubicBezTo>
                    <a:pt x="14654" y="359"/>
                    <a:pt x="14658" y="377"/>
                    <a:pt x="14658" y="396"/>
                  </a:cubicBezTo>
                  <a:cubicBezTo>
                    <a:pt x="14657" y="451"/>
                    <a:pt x="14642" y="491"/>
                    <a:pt x="14613" y="516"/>
                  </a:cubicBezTo>
                  <a:cubicBezTo>
                    <a:pt x="14584" y="542"/>
                    <a:pt x="14547" y="554"/>
                    <a:pt x="14500" y="554"/>
                  </a:cubicBezTo>
                  <a:cubicBezTo>
                    <a:pt x="14467" y="553"/>
                    <a:pt x="14440" y="551"/>
                    <a:pt x="14419" y="547"/>
                  </a:cubicBezTo>
                  <a:cubicBezTo>
                    <a:pt x="14398" y="543"/>
                    <a:pt x="14383" y="539"/>
                    <a:pt x="14374" y="535"/>
                  </a:cubicBezTo>
                  <a:lnTo>
                    <a:pt x="14384" y="402"/>
                  </a:lnTo>
                  <a:cubicBezTo>
                    <a:pt x="14394" y="406"/>
                    <a:pt x="14407" y="410"/>
                    <a:pt x="14426" y="414"/>
                  </a:cubicBezTo>
                  <a:cubicBezTo>
                    <a:pt x="14445" y="418"/>
                    <a:pt x="14466" y="420"/>
                    <a:pt x="14490" y="420"/>
                  </a:cubicBezTo>
                  <a:cubicBezTo>
                    <a:pt x="14493" y="420"/>
                    <a:pt x="14496" y="420"/>
                    <a:pt x="14498" y="420"/>
                  </a:cubicBezTo>
                  <a:cubicBezTo>
                    <a:pt x="14501" y="420"/>
                    <a:pt x="14504" y="420"/>
                    <a:pt x="14507" y="420"/>
                  </a:cubicBezTo>
                  <a:cubicBezTo>
                    <a:pt x="14508" y="416"/>
                    <a:pt x="14509" y="412"/>
                    <a:pt x="14510" y="407"/>
                  </a:cubicBezTo>
                  <a:cubicBezTo>
                    <a:pt x="14511" y="403"/>
                    <a:pt x="14512" y="398"/>
                    <a:pt x="14512" y="393"/>
                  </a:cubicBezTo>
                  <a:cubicBezTo>
                    <a:pt x="14511" y="384"/>
                    <a:pt x="14510" y="375"/>
                    <a:pt x="14506" y="366"/>
                  </a:cubicBezTo>
                  <a:cubicBezTo>
                    <a:pt x="14502" y="358"/>
                    <a:pt x="14498" y="348"/>
                    <a:pt x="14492" y="336"/>
                  </a:cubicBezTo>
                  <a:lnTo>
                    <a:pt x="14465" y="276"/>
                  </a:lnTo>
                  <a:cubicBezTo>
                    <a:pt x="14457" y="259"/>
                    <a:pt x="14451" y="241"/>
                    <a:pt x="14446" y="223"/>
                  </a:cubicBezTo>
                  <a:cubicBezTo>
                    <a:pt x="14441" y="205"/>
                    <a:pt x="14439" y="188"/>
                    <a:pt x="14439" y="171"/>
                  </a:cubicBezTo>
                  <a:cubicBezTo>
                    <a:pt x="14440" y="116"/>
                    <a:pt x="14455" y="75"/>
                    <a:pt x="14486" y="48"/>
                  </a:cubicBezTo>
                  <a:cubicBezTo>
                    <a:pt x="14517" y="20"/>
                    <a:pt x="14559" y="7"/>
                    <a:pt x="14611" y="7"/>
                  </a:cubicBezTo>
                  <a:close/>
                  <a:moveTo>
                    <a:pt x="12810" y="7"/>
                  </a:moveTo>
                  <a:cubicBezTo>
                    <a:pt x="12865" y="7"/>
                    <a:pt x="12902" y="21"/>
                    <a:pt x="12924" y="47"/>
                  </a:cubicBezTo>
                  <a:cubicBezTo>
                    <a:pt x="12945" y="73"/>
                    <a:pt x="12955" y="108"/>
                    <a:pt x="12954" y="151"/>
                  </a:cubicBezTo>
                  <a:cubicBezTo>
                    <a:pt x="12954" y="175"/>
                    <a:pt x="12952" y="200"/>
                    <a:pt x="12948" y="227"/>
                  </a:cubicBezTo>
                  <a:cubicBezTo>
                    <a:pt x="12944" y="253"/>
                    <a:pt x="12938" y="281"/>
                    <a:pt x="12932" y="310"/>
                  </a:cubicBezTo>
                  <a:cubicBezTo>
                    <a:pt x="12916" y="395"/>
                    <a:pt x="12891" y="457"/>
                    <a:pt x="12856" y="496"/>
                  </a:cubicBezTo>
                  <a:cubicBezTo>
                    <a:pt x="12820" y="535"/>
                    <a:pt x="12767" y="554"/>
                    <a:pt x="12697" y="554"/>
                  </a:cubicBezTo>
                  <a:cubicBezTo>
                    <a:pt x="12642" y="553"/>
                    <a:pt x="12605" y="540"/>
                    <a:pt x="12583" y="514"/>
                  </a:cubicBezTo>
                  <a:cubicBezTo>
                    <a:pt x="12562" y="487"/>
                    <a:pt x="12552" y="453"/>
                    <a:pt x="12553" y="409"/>
                  </a:cubicBezTo>
                  <a:cubicBezTo>
                    <a:pt x="12553" y="385"/>
                    <a:pt x="12556" y="360"/>
                    <a:pt x="12560" y="334"/>
                  </a:cubicBezTo>
                  <a:cubicBezTo>
                    <a:pt x="12564" y="307"/>
                    <a:pt x="12569" y="280"/>
                    <a:pt x="12576" y="251"/>
                  </a:cubicBezTo>
                  <a:cubicBezTo>
                    <a:pt x="12587" y="194"/>
                    <a:pt x="12601" y="148"/>
                    <a:pt x="12620" y="112"/>
                  </a:cubicBezTo>
                  <a:cubicBezTo>
                    <a:pt x="12638" y="76"/>
                    <a:pt x="12663" y="49"/>
                    <a:pt x="12693" y="32"/>
                  </a:cubicBezTo>
                  <a:cubicBezTo>
                    <a:pt x="12724" y="15"/>
                    <a:pt x="12763" y="7"/>
                    <a:pt x="12810" y="7"/>
                  </a:cubicBezTo>
                  <a:close/>
                  <a:moveTo>
                    <a:pt x="12421" y="7"/>
                  </a:moveTo>
                  <a:cubicBezTo>
                    <a:pt x="12450" y="7"/>
                    <a:pt x="12478" y="9"/>
                    <a:pt x="12504" y="13"/>
                  </a:cubicBezTo>
                  <a:cubicBezTo>
                    <a:pt x="12530" y="17"/>
                    <a:pt x="12549" y="21"/>
                    <a:pt x="12560" y="26"/>
                  </a:cubicBezTo>
                  <a:lnTo>
                    <a:pt x="12528" y="153"/>
                  </a:lnTo>
                  <a:cubicBezTo>
                    <a:pt x="12515" y="149"/>
                    <a:pt x="12499" y="146"/>
                    <a:pt x="12481" y="143"/>
                  </a:cubicBezTo>
                  <a:cubicBezTo>
                    <a:pt x="12463" y="140"/>
                    <a:pt x="12442" y="138"/>
                    <a:pt x="12419" y="138"/>
                  </a:cubicBezTo>
                  <a:cubicBezTo>
                    <a:pt x="12391" y="137"/>
                    <a:pt x="12372" y="144"/>
                    <a:pt x="12360" y="160"/>
                  </a:cubicBezTo>
                  <a:cubicBezTo>
                    <a:pt x="12349" y="176"/>
                    <a:pt x="12338" y="207"/>
                    <a:pt x="12328" y="252"/>
                  </a:cubicBezTo>
                  <a:cubicBezTo>
                    <a:pt x="12324" y="268"/>
                    <a:pt x="12321" y="288"/>
                    <a:pt x="12317" y="309"/>
                  </a:cubicBezTo>
                  <a:cubicBezTo>
                    <a:pt x="12313" y="331"/>
                    <a:pt x="12310" y="353"/>
                    <a:pt x="12308" y="374"/>
                  </a:cubicBezTo>
                  <a:cubicBezTo>
                    <a:pt x="12306" y="395"/>
                    <a:pt x="12304" y="413"/>
                    <a:pt x="12304" y="428"/>
                  </a:cubicBezTo>
                  <a:cubicBezTo>
                    <a:pt x="12307" y="429"/>
                    <a:pt x="12311" y="429"/>
                    <a:pt x="12314" y="429"/>
                  </a:cubicBezTo>
                  <a:cubicBezTo>
                    <a:pt x="12317" y="429"/>
                    <a:pt x="12320" y="429"/>
                    <a:pt x="12324" y="429"/>
                  </a:cubicBezTo>
                  <a:cubicBezTo>
                    <a:pt x="12333" y="429"/>
                    <a:pt x="12342" y="429"/>
                    <a:pt x="12351" y="428"/>
                  </a:cubicBezTo>
                  <a:cubicBezTo>
                    <a:pt x="12360" y="427"/>
                    <a:pt x="12369" y="426"/>
                    <a:pt x="12377" y="424"/>
                  </a:cubicBezTo>
                  <a:lnTo>
                    <a:pt x="12391" y="346"/>
                  </a:lnTo>
                  <a:lnTo>
                    <a:pt x="12350" y="346"/>
                  </a:lnTo>
                  <a:lnTo>
                    <a:pt x="12370" y="235"/>
                  </a:lnTo>
                  <a:lnTo>
                    <a:pt x="12534" y="235"/>
                  </a:lnTo>
                  <a:lnTo>
                    <a:pt x="12480" y="526"/>
                  </a:lnTo>
                  <a:cubicBezTo>
                    <a:pt x="12462" y="534"/>
                    <a:pt x="12436" y="541"/>
                    <a:pt x="12403" y="546"/>
                  </a:cubicBezTo>
                  <a:cubicBezTo>
                    <a:pt x="12370" y="551"/>
                    <a:pt x="12338" y="554"/>
                    <a:pt x="12305" y="554"/>
                  </a:cubicBezTo>
                  <a:cubicBezTo>
                    <a:pt x="12266" y="554"/>
                    <a:pt x="12236" y="548"/>
                    <a:pt x="12215" y="536"/>
                  </a:cubicBezTo>
                  <a:cubicBezTo>
                    <a:pt x="12194" y="524"/>
                    <a:pt x="12180" y="507"/>
                    <a:pt x="12172" y="485"/>
                  </a:cubicBezTo>
                  <a:cubicBezTo>
                    <a:pt x="12164" y="464"/>
                    <a:pt x="12161" y="439"/>
                    <a:pt x="12161" y="410"/>
                  </a:cubicBezTo>
                  <a:cubicBezTo>
                    <a:pt x="12161" y="386"/>
                    <a:pt x="12163" y="361"/>
                    <a:pt x="12167" y="334"/>
                  </a:cubicBezTo>
                  <a:cubicBezTo>
                    <a:pt x="12172" y="307"/>
                    <a:pt x="12177" y="280"/>
                    <a:pt x="12183" y="251"/>
                  </a:cubicBezTo>
                  <a:cubicBezTo>
                    <a:pt x="12199" y="166"/>
                    <a:pt x="12225" y="104"/>
                    <a:pt x="12261" y="65"/>
                  </a:cubicBezTo>
                  <a:cubicBezTo>
                    <a:pt x="12297" y="26"/>
                    <a:pt x="12351" y="6"/>
                    <a:pt x="12421" y="7"/>
                  </a:cubicBezTo>
                  <a:close/>
                  <a:moveTo>
                    <a:pt x="11959" y="7"/>
                  </a:moveTo>
                  <a:cubicBezTo>
                    <a:pt x="11990" y="7"/>
                    <a:pt x="12015" y="9"/>
                    <a:pt x="12034" y="13"/>
                  </a:cubicBezTo>
                  <a:cubicBezTo>
                    <a:pt x="12054" y="17"/>
                    <a:pt x="12068" y="21"/>
                    <a:pt x="12077" y="25"/>
                  </a:cubicBezTo>
                  <a:lnTo>
                    <a:pt x="12047" y="151"/>
                  </a:lnTo>
                  <a:cubicBezTo>
                    <a:pt x="12035" y="147"/>
                    <a:pt x="12023" y="143"/>
                    <a:pt x="12011" y="141"/>
                  </a:cubicBezTo>
                  <a:cubicBezTo>
                    <a:pt x="12000" y="139"/>
                    <a:pt x="11987" y="138"/>
                    <a:pt x="11974" y="138"/>
                  </a:cubicBezTo>
                  <a:cubicBezTo>
                    <a:pt x="11961" y="138"/>
                    <a:pt x="11951" y="140"/>
                    <a:pt x="11944" y="145"/>
                  </a:cubicBezTo>
                  <a:cubicBezTo>
                    <a:pt x="11937" y="150"/>
                    <a:pt x="11934" y="158"/>
                    <a:pt x="11934" y="169"/>
                  </a:cubicBezTo>
                  <a:cubicBezTo>
                    <a:pt x="11934" y="177"/>
                    <a:pt x="11935" y="186"/>
                    <a:pt x="11938" y="194"/>
                  </a:cubicBezTo>
                  <a:cubicBezTo>
                    <a:pt x="11941" y="203"/>
                    <a:pt x="11946" y="215"/>
                    <a:pt x="11952" y="230"/>
                  </a:cubicBezTo>
                  <a:lnTo>
                    <a:pt x="11978" y="291"/>
                  </a:lnTo>
                  <a:cubicBezTo>
                    <a:pt x="11985" y="306"/>
                    <a:pt x="11991" y="323"/>
                    <a:pt x="11997" y="341"/>
                  </a:cubicBezTo>
                  <a:cubicBezTo>
                    <a:pt x="12002" y="359"/>
                    <a:pt x="12006" y="377"/>
                    <a:pt x="12006" y="396"/>
                  </a:cubicBezTo>
                  <a:cubicBezTo>
                    <a:pt x="12005" y="451"/>
                    <a:pt x="11990" y="491"/>
                    <a:pt x="11961" y="516"/>
                  </a:cubicBezTo>
                  <a:cubicBezTo>
                    <a:pt x="11932" y="542"/>
                    <a:pt x="11895" y="554"/>
                    <a:pt x="11848" y="554"/>
                  </a:cubicBezTo>
                  <a:cubicBezTo>
                    <a:pt x="11815" y="553"/>
                    <a:pt x="11788" y="551"/>
                    <a:pt x="11767" y="547"/>
                  </a:cubicBezTo>
                  <a:cubicBezTo>
                    <a:pt x="11746" y="543"/>
                    <a:pt x="11731" y="539"/>
                    <a:pt x="11722" y="535"/>
                  </a:cubicBezTo>
                  <a:lnTo>
                    <a:pt x="11732" y="402"/>
                  </a:lnTo>
                  <a:cubicBezTo>
                    <a:pt x="11742" y="406"/>
                    <a:pt x="11755" y="410"/>
                    <a:pt x="11774" y="414"/>
                  </a:cubicBezTo>
                  <a:cubicBezTo>
                    <a:pt x="11793" y="418"/>
                    <a:pt x="11814" y="420"/>
                    <a:pt x="11838" y="420"/>
                  </a:cubicBezTo>
                  <a:cubicBezTo>
                    <a:pt x="11841" y="420"/>
                    <a:pt x="11844" y="420"/>
                    <a:pt x="11846" y="420"/>
                  </a:cubicBezTo>
                  <a:cubicBezTo>
                    <a:pt x="11849" y="420"/>
                    <a:pt x="11852" y="420"/>
                    <a:pt x="11855" y="420"/>
                  </a:cubicBezTo>
                  <a:cubicBezTo>
                    <a:pt x="11856" y="416"/>
                    <a:pt x="11857" y="412"/>
                    <a:pt x="11858" y="407"/>
                  </a:cubicBezTo>
                  <a:cubicBezTo>
                    <a:pt x="11859" y="403"/>
                    <a:pt x="11860" y="398"/>
                    <a:pt x="11860" y="393"/>
                  </a:cubicBezTo>
                  <a:cubicBezTo>
                    <a:pt x="11859" y="384"/>
                    <a:pt x="11858" y="375"/>
                    <a:pt x="11854" y="366"/>
                  </a:cubicBezTo>
                  <a:cubicBezTo>
                    <a:pt x="11850" y="358"/>
                    <a:pt x="11846" y="348"/>
                    <a:pt x="11840" y="336"/>
                  </a:cubicBezTo>
                  <a:lnTo>
                    <a:pt x="11813" y="276"/>
                  </a:lnTo>
                  <a:cubicBezTo>
                    <a:pt x="11805" y="259"/>
                    <a:pt x="11799" y="241"/>
                    <a:pt x="11794" y="223"/>
                  </a:cubicBezTo>
                  <a:cubicBezTo>
                    <a:pt x="11789" y="205"/>
                    <a:pt x="11787" y="188"/>
                    <a:pt x="11787" y="171"/>
                  </a:cubicBezTo>
                  <a:cubicBezTo>
                    <a:pt x="11788" y="116"/>
                    <a:pt x="11803" y="75"/>
                    <a:pt x="11834" y="48"/>
                  </a:cubicBezTo>
                  <a:cubicBezTo>
                    <a:pt x="11865" y="20"/>
                    <a:pt x="11907" y="7"/>
                    <a:pt x="11959" y="7"/>
                  </a:cubicBezTo>
                  <a:close/>
                  <a:moveTo>
                    <a:pt x="10156" y="7"/>
                  </a:moveTo>
                  <a:cubicBezTo>
                    <a:pt x="10211" y="7"/>
                    <a:pt x="10248" y="21"/>
                    <a:pt x="10270" y="47"/>
                  </a:cubicBezTo>
                  <a:cubicBezTo>
                    <a:pt x="10291" y="73"/>
                    <a:pt x="10301" y="108"/>
                    <a:pt x="10300" y="151"/>
                  </a:cubicBezTo>
                  <a:cubicBezTo>
                    <a:pt x="10300" y="175"/>
                    <a:pt x="10298" y="200"/>
                    <a:pt x="10294" y="227"/>
                  </a:cubicBezTo>
                  <a:cubicBezTo>
                    <a:pt x="10290" y="253"/>
                    <a:pt x="10284" y="281"/>
                    <a:pt x="10278" y="310"/>
                  </a:cubicBezTo>
                  <a:cubicBezTo>
                    <a:pt x="10262" y="395"/>
                    <a:pt x="10237" y="457"/>
                    <a:pt x="10202" y="496"/>
                  </a:cubicBezTo>
                  <a:cubicBezTo>
                    <a:pt x="10166" y="535"/>
                    <a:pt x="10113" y="554"/>
                    <a:pt x="10043" y="554"/>
                  </a:cubicBezTo>
                  <a:cubicBezTo>
                    <a:pt x="9988" y="553"/>
                    <a:pt x="9951" y="540"/>
                    <a:pt x="9929" y="514"/>
                  </a:cubicBezTo>
                  <a:cubicBezTo>
                    <a:pt x="9908" y="487"/>
                    <a:pt x="9898" y="453"/>
                    <a:pt x="9899" y="409"/>
                  </a:cubicBezTo>
                  <a:cubicBezTo>
                    <a:pt x="9899" y="385"/>
                    <a:pt x="9902" y="360"/>
                    <a:pt x="9906" y="334"/>
                  </a:cubicBezTo>
                  <a:cubicBezTo>
                    <a:pt x="9910" y="307"/>
                    <a:pt x="9915" y="280"/>
                    <a:pt x="9922" y="251"/>
                  </a:cubicBezTo>
                  <a:cubicBezTo>
                    <a:pt x="9933" y="194"/>
                    <a:pt x="9947" y="148"/>
                    <a:pt x="9966" y="112"/>
                  </a:cubicBezTo>
                  <a:cubicBezTo>
                    <a:pt x="9984" y="76"/>
                    <a:pt x="10009" y="49"/>
                    <a:pt x="10039" y="32"/>
                  </a:cubicBezTo>
                  <a:cubicBezTo>
                    <a:pt x="10070" y="15"/>
                    <a:pt x="10109" y="7"/>
                    <a:pt x="10156" y="7"/>
                  </a:cubicBezTo>
                  <a:close/>
                  <a:moveTo>
                    <a:pt x="9767" y="7"/>
                  </a:moveTo>
                  <a:cubicBezTo>
                    <a:pt x="9796" y="7"/>
                    <a:pt x="9824" y="9"/>
                    <a:pt x="9850" y="13"/>
                  </a:cubicBezTo>
                  <a:cubicBezTo>
                    <a:pt x="9876" y="17"/>
                    <a:pt x="9895" y="21"/>
                    <a:pt x="9906" y="26"/>
                  </a:cubicBezTo>
                  <a:lnTo>
                    <a:pt x="9874" y="153"/>
                  </a:lnTo>
                  <a:cubicBezTo>
                    <a:pt x="9861" y="149"/>
                    <a:pt x="9845" y="146"/>
                    <a:pt x="9827" y="143"/>
                  </a:cubicBezTo>
                  <a:cubicBezTo>
                    <a:pt x="9809" y="140"/>
                    <a:pt x="9788" y="138"/>
                    <a:pt x="9765" y="138"/>
                  </a:cubicBezTo>
                  <a:cubicBezTo>
                    <a:pt x="9737" y="137"/>
                    <a:pt x="9718" y="144"/>
                    <a:pt x="9706" y="160"/>
                  </a:cubicBezTo>
                  <a:cubicBezTo>
                    <a:pt x="9695" y="176"/>
                    <a:pt x="9684" y="207"/>
                    <a:pt x="9674" y="252"/>
                  </a:cubicBezTo>
                  <a:cubicBezTo>
                    <a:pt x="9670" y="268"/>
                    <a:pt x="9667" y="288"/>
                    <a:pt x="9663" y="309"/>
                  </a:cubicBezTo>
                  <a:cubicBezTo>
                    <a:pt x="9659" y="331"/>
                    <a:pt x="9656" y="353"/>
                    <a:pt x="9654" y="374"/>
                  </a:cubicBezTo>
                  <a:cubicBezTo>
                    <a:pt x="9652" y="395"/>
                    <a:pt x="9650" y="413"/>
                    <a:pt x="9650" y="428"/>
                  </a:cubicBezTo>
                  <a:cubicBezTo>
                    <a:pt x="9653" y="429"/>
                    <a:pt x="9657" y="429"/>
                    <a:pt x="9660" y="429"/>
                  </a:cubicBezTo>
                  <a:cubicBezTo>
                    <a:pt x="9663" y="429"/>
                    <a:pt x="9666" y="429"/>
                    <a:pt x="9670" y="429"/>
                  </a:cubicBezTo>
                  <a:cubicBezTo>
                    <a:pt x="9679" y="429"/>
                    <a:pt x="9688" y="429"/>
                    <a:pt x="9697" y="428"/>
                  </a:cubicBezTo>
                  <a:cubicBezTo>
                    <a:pt x="9706" y="427"/>
                    <a:pt x="9715" y="426"/>
                    <a:pt x="9723" y="424"/>
                  </a:cubicBezTo>
                  <a:lnTo>
                    <a:pt x="9737" y="346"/>
                  </a:lnTo>
                  <a:lnTo>
                    <a:pt x="9696" y="346"/>
                  </a:lnTo>
                  <a:lnTo>
                    <a:pt x="9716" y="235"/>
                  </a:lnTo>
                  <a:lnTo>
                    <a:pt x="9880" y="235"/>
                  </a:lnTo>
                  <a:lnTo>
                    <a:pt x="9826" y="526"/>
                  </a:lnTo>
                  <a:cubicBezTo>
                    <a:pt x="9808" y="534"/>
                    <a:pt x="9782" y="541"/>
                    <a:pt x="9749" y="546"/>
                  </a:cubicBezTo>
                  <a:cubicBezTo>
                    <a:pt x="9716" y="551"/>
                    <a:pt x="9684" y="554"/>
                    <a:pt x="9651" y="554"/>
                  </a:cubicBezTo>
                  <a:cubicBezTo>
                    <a:pt x="9612" y="554"/>
                    <a:pt x="9582" y="548"/>
                    <a:pt x="9561" y="536"/>
                  </a:cubicBezTo>
                  <a:cubicBezTo>
                    <a:pt x="9540" y="524"/>
                    <a:pt x="9526" y="507"/>
                    <a:pt x="9518" y="485"/>
                  </a:cubicBezTo>
                  <a:cubicBezTo>
                    <a:pt x="9510" y="464"/>
                    <a:pt x="9507" y="439"/>
                    <a:pt x="9507" y="410"/>
                  </a:cubicBezTo>
                  <a:cubicBezTo>
                    <a:pt x="9507" y="386"/>
                    <a:pt x="9509" y="361"/>
                    <a:pt x="9513" y="334"/>
                  </a:cubicBezTo>
                  <a:cubicBezTo>
                    <a:pt x="9518" y="307"/>
                    <a:pt x="9523" y="280"/>
                    <a:pt x="9529" y="251"/>
                  </a:cubicBezTo>
                  <a:cubicBezTo>
                    <a:pt x="9545" y="166"/>
                    <a:pt x="9571" y="104"/>
                    <a:pt x="9607" y="65"/>
                  </a:cubicBezTo>
                  <a:cubicBezTo>
                    <a:pt x="9643" y="26"/>
                    <a:pt x="9697" y="6"/>
                    <a:pt x="9767" y="7"/>
                  </a:cubicBezTo>
                  <a:close/>
                  <a:moveTo>
                    <a:pt x="9305" y="7"/>
                  </a:moveTo>
                  <a:cubicBezTo>
                    <a:pt x="9336" y="7"/>
                    <a:pt x="9361" y="9"/>
                    <a:pt x="9380" y="13"/>
                  </a:cubicBezTo>
                  <a:cubicBezTo>
                    <a:pt x="9400" y="17"/>
                    <a:pt x="9414" y="21"/>
                    <a:pt x="9423" y="25"/>
                  </a:cubicBezTo>
                  <a:lnTo>
                    <a:pt x="9393" y="151"/>
                  </a:lnTo>
                  <a:cubicBezTo>
                    <a:pt x="9381" y="147"/>
                    <a:pt x="9369" y="143"/>
                    <a:pt x="9357" y="141"/>
                  </a:cubicBezTo>
                  <a:cubicBezTo>
                    <a:pt x="9346" y="139"/>
                    <a:pt x="9333" y="138"/>
                    <a:pt x="9320" y="138"/>
                  </a:cubicBezTo>
                  <a:cubicBezTo>
                    <a:pt x="9307" y="138"/>
                    <a:pt x="9297" y="140"/>
                    <a:pt x="9290" y="145"/>
                  </a:cubicBezTo>
                  <a:cubicBezTo>
                    <a:pt x="9283" y="150"/>
                    <a:pt x="9280" y="158"/>
                    <a:pt x="9280" y="169"/>
                  </a:cubicBezTo>
                  <a:cubicBezTo>
                    <a:pt x="9280" y="177"/>
                    <a:pt x="9281" y="186"/>
                    <a:pt x="9284" y="194"/>
                  </a:cubicBezTo>
                  <a:cubicBezTo>
                    <a:pt x="9287" y="203"/>
                    <a:pt x="9292" y="215"/>
                    <a:pt x="9298" y="230"/>
                  </a:cubicBezTo>
                  <a:lnTo>
                    <a:pt x="9324" y="291"/>
                  </a:lnTo>
                  <a:cubicBezTo>
                    <a:pt x="9331" y="306"/>
                    <a:pt x="9337" y="323"/>
                    <a:pt x="9343" y="341"/>
                  </a:cubicBezTo>
                  <a:cubicBezTo>
                    <a:pt x="9348" y="359"/>
                    <a:pt x="9352" y="377"/>
                    <a:pt x="9352" y="396"/>
                  </a:cubicBezTo>
                  <a:cubicBezTo>
                    <a:pt x="9351" y="451"/>
                    <a:pt x="9336" y="491"/>
                    <a:pt x="9307" y="516"/>
                  </a:cubicBezTo>
                  <a:cubicBezTo>
                    <a:pt x="9278" y="542"/>
                    <a:pt x="9241" y="554"/>
                    <a:pt x="9194" y="554"/>
                  </a:cubicBezTo>
                  <a:cubicBezTo>
                    <a:pt x="9161" y="553"/>
                    <a:pt x="9134" y="551"/>
                    <a:pt x="9113" y="547"/>
                  </a:cubicBezTo>
                  <a:cubicBezTo>
                    <a:pt x="9092" y="543"/>
                    <a:pt x="9077" y="539"/>
                    <a:pt x="9068" y="535"/>
                  </a:cubicBezTo>
                  <a:lnTo>
                    <a:pt x="9078" y="402"/>
                  </a:lnTo>
                  <a:cubicBezTo>
                    <a:pt x="9088" y="406"/>
                    <a:pt x="9101" y="410"/>
                    <a:pt x="9120" y="414"/>
                  </a:cubicBezTo>
                  <a:cubicBezTo>
                    <a:pt x="9139" y="418"/>
                    <a:pt x="9160" y="420"/>
                    <a:pt x="9184" y="420"/>
                  </a:cubicBezTo>
                  <a:cubicBezTo>
                    <a:pt x="9187" y="420"/>
                    <a:pt x="9190" y="420"/>
                    <a:pt x="9192" y="420"/>
                  </a:cubicBezTo>
                  <a:cubicBezTo>
                    <a:pt x="9195" y="420"/>
                    <a:pt x="9198" y="420"/>
                    <a:pt x="9201" y="420"/>
                  </a:cubicBezTo>
                  <a:cubicBezTo>
                    <a:pt x="9202" y="416"/>
                    <a:pt x="9203" y="412"/>
                    <a:pt x="9204" y="407"/>
                  </a:cubicBezTo>
                  <a:cubicBezTo>
                    <a:pt x="9205" y="403"/>
                    <a:pt x="9206" y="398"/>
                    <a:pt x="9206" y="393"/>
                  </a:cubicBezTo>
                  <a:cubicBezTo>
                    <a:pt x="9205" y="384"/>
                    <a:pt x="9204" y="375"/>
                    <a:pt x="9200" y="366"/>
                  </a:cubicBezTo>
                  <a:cubicBezTo>
                    <a:pt x="9196" y="358"/>
                    <a:pt x="9192" y="348"/>
                    <a:pt x="9186" y="336"/>
                  </a:cubicBezTo>
                  <a:lnTo>
                    <a:pt x="9159" y="276"/>
                  </a:lnTo>
                  <a:cubicBezTo>
                    <a:pt x="9151" y="259"/>
                    <a:pt x="9145" y="241"/>
                    <a:pt x="9140" y="223"/>
                  </a:cubicBezTo>
                  <a:cubicBezTo>
                    <a:pt x="9135" y="205"/>
                    <a:pt x="9133" y="188"/>
                    <a:pt x="9133" y="171"/>
                  </a:cubicBezTo>
                  <a:cubicBezTo>
                    <a:pt x="9134" y="116"/>
                    <a:pt x="9149" y="75"/>
                    <a:pt x="9180" y="48"/>
                  </a:cubicBezTo>
                  <a:cubicBezTo>
                    <a:pt x="9211" y="20"/>
                    <a:pt x="9253" y="7"/>
                    <a:pt x="9305" y="7"/>
                  </a:cubicBezTo>
                  <a:close/>
                  <a:moveTo>
                    <a:pt x="7504" y="7"/>
                  </a:moveTo>
                  <a:cubicBezTo>
                    <a:pt x="7559" y="7"/>
                    <a:pt x="7596" y="21"/>
                    <a:pt x="7618" y="47"/>
                  </a:cubicBezTo>
                  <a:cubicBezTo>
                    <a:pt x="7639" y="73"/>
                    <a:pt x="7649" y="108"/>
                    <a:pt x="7648" y="151"/>
                  </a:cubicBezTo>
                  <a:cubicBezTo>
                    <a:pt x="7648" y="175"/>
                    <a:pt x="7646" y="200"/>
                    <a:pt x="7642" y="227"/>
                  </a:cubicBezTo>
                  <a:cubicBezTo>
                    <a:pt x="7638" y="253"/>
                    <a:pt x="7632" y="281"/>
                    <a:pt x="7626" y="310"/>
                  </a:cubicBezTo>
                  <a:cubicBezTo>
                    <a:pt x="7610" y="395"/>
                    <a:pt x="7585" y="457"/>
                    <a:pt x="7550" y="496"/>
                  </a:cubicBezTo>
                  <a:cubicBezTo>
                    <a:pt x="7514" y="535"/>
                    <a:pt x="7461" y="554"/>
                    <a:pt x="7391" y="554"/>
                  </a:cubicBezTo>
                  <a:cubicBezTo>
                    <a:pt x="7336" y="553"/>
                    <a:pt x="7299" y="540"/>
                    <a:pt x="7277" y="514"/>
                  </a:cubicBezTo>
                  <a:cubicBezTo>
                    <a:pt x="7256" y="487"/>
                    <a:pt x="7246" y="453"/>
                    <a:pt x="7247" y="409"/>
                  </a:cubicBezTo>
                  <a:cubicBezTo>
                    <a:pt x="7247" y="385"/>
                    <a:pt x="7250" y="360"/>
                    <a:pt x="7254" y="334"/>
                  </a:cubicBezTo>
                  <a:cubicBezTo>
                    <a:pt x="7258" y="307"/>
                    <a:pt x="7263" y="280"/>
                    <a:pt x="7270" y="251"/>
                  </a:cubicBezTo>
                  <a:cubicBezTo>
                    <a:pt x="7281" y="194"/>
                    <a:pt x="7295" y="148"/>
                    <a:pt x="7314" y="112"/>
                  </a:cubicBezTo>
                  <a:cubicBezTo>
                    <a:pt x="7332" y="76"/>
                    <a:pt x="7357" y="49"/>
                    <a:pt x="7387" y="32"/>
                  </a:cubicBezTo>
                  <a:cubicBezTo>
                    <a:pt x="7418" y="15"/>
                    <a:pt x="7457" y="7"/>
                    <a:pt x="7504" y="7"/>
                  </a:cubicBezTo>
                  <a:close/>
                  <a:moveTo>
                    <a:pt x="7115" y="7"/>
                  </a:moveTo>
                  <a:cubicBezTo>
                    <a:pt x="7144" y="7"/>
                    <a:pt x="7172" y="9"/>
                    <a:pt x="7198" y="13"/>
                  </a:cubicBezTo>
                  <a:cubicBezTo>
                    <a:pt x="7224" y="17"/>
                    <a:pt x="7243" y="21"/>
                    <a:pt x="7254" y="26"/>
                  </a:cubicBezTo>
                  <a:lnTo>
                    <a:pt x="7222" y="153"/>
                  </a:lnTo>
                  <a:cubicBezTo>
                    <a:pt x="7209" y="149"/>
                    <a:pt x="7193" y="146"/>
                    <a:pt x="7175" y="143"/>
                  </a:cubicBezTo>
                  <a:cubicBezTo>
                    <a:pt x="7157" y="140"/>
                    <a:pt x="7136" y="138"/>
                    <a:pt x="7113" y="138"/>
                  </a:cubicBezTo>
                  <a:cubicBezTo>
                    <a:pt x="7085" y="137"/>
                    <a:pt x="7066" y="144"/>
                    <a:pt x="7054" y="160"/>
                  </a:cubicBezTo>
                  <a:cubicBezTo>
                    <a:pt x="7043" y="176"/>
                    <a:pt x="7032" y="207"/>
                    <a:pt x="7022" y="252"/>
                  </a:cubicBezTo>
                  <a:cubicBezTo>
                    <a:pt x="7018" y="268"/>
                    <a:pt x="7015" y="288"/>
                    <a:pt x="7011" y="309"/>
                  </a:cubicBezTo>
                  <a:cubicBezTo>
                    <a:pt x="7007" y="331"/>
                    <a:pt x="7004" y="353"/>
                    <a:pt x="7002" y="374"/>
                  </a:cubicBezTo>
                  <a:cubicBezTo>
                    <a:pt x="7000" y="395"/>
                    <a:pt x="6998" y="413"/>
                    <a:pt x="6998" y="428"/>
                  </a:cubicBezTo>
                  <a:cubicBezTo>
                    <a:pt x="7001" y="429"/>
                    <a:pt x="7005" y="429"/>
                    <a:pt x="7008" y="429"/>
                  </a:cubicBezTo>
                  <a:cubicBezTo>
                    <a:pt x="7011" y="429"/>
                    <a:pt x="7014" y="429"/>
                    <a:pt x="7018" y="429"/>
                  </a:cubicBezTo>
                  <a:cubicBezTo>
                    <a:pt x="7027" y="429"/>
                    <a:pt x="7036" y="429"/>
                    <a:pt x="7045" y="428"/>
                  </a:cubicBezTo>
                  <a:cubicBezTo>
                    <a:pt x="7054" y="427"/>
                    <a:pt x="7063" y="426"/>
                    <a:pt x="7071" y="424"/>
                  </a:cubicBezTo>
                  <a:lnTo>
                    <a:pt x="7085" y="346"/>
                  </a:lnTo>
                  <a:lnTo>
                    <a:pt x="7044" y="346"/>
                  </a:lnTo>
                  <a:lnTo>
                    <a:pt x="7064" y="235"/>
                  </a:lnTo>
                  <a:lnTo>
                    <a:pt x="7228" y="235"/>
                  </a:lnTo>
                  <a:lnTo>
                    <a:pt x="7174" y="526"/>
                  </a:lnTo>
                  <a:cubicBezTo>
                    <a:pt x="7156" y="534"/>
                    <a:pt x="7130" y="541"/>
                    <a:pt x="7097" y="546"/>
                  </a:cubicBezTo>
                  <a:cubicBezTo>
                    <a:pt x="7064" y="551"/>
                    <a:pt x="7032" y="554"/>
                    <a:pt x="6999" y="554"/>
                  </a:cubicBezTo>
                  <a:cubicBezTo>
                    <a:pt x="6960" y="554"/>
                    <a:pt x="6930" y="548"/>
                    <a:pt x="6909" y="536"/>
                  </a:cubicBezTo>
                  <a:cubicBezTo>
                    <a:pt x="6888" y="524"/>
                    <a:pt x="6874" y="507"/>
                    <a:pt x="6866" y="485"/>
                  </a:cubicBezTo>
                  <a:cubicBezTo>
                    <a:pt x="6858" y="464"/>
                    <a:pt x="6855" y="439"/>
                    <a:pt x="6855" y="410"/>
                  </a:cubicBezTo>
                  <a:cubicBezTo>
                    <a:pt x="6855" y="386"/>
                    <a:pt x="6857" y="361"/>
                    <a:pt x="6861" y="334"/>
                  </a:cubicBezTo>
                  <a:cubicBezTo>
                    <a:pt x="6866" y="307"/>
                    <a:pt x="6871" y="280"/>
                    <a:pt x="6877" y="251"/>
                  </a:cubicBezTo>
                  <a:cubicBezTo>
                    <a:pt x="6893" y="166"/>
                    <a:pt x="6919" y="104"/>
                    <a:pt x="6955" y="65"/>
                  </a:cubicBezTo>
                  <a:cubicBezTo>
                    <a:pt x="6991" y="26"/>
                    <a:pt x="7045" y="6"/>
                    <a:pt x="7115" y="7"/>
                  </a:cubicBezTo>
                  <a:close/>
                  <a:moveTo>
                    <a:pt x="6653" y="7"/>
                  </a:moveTo>
                  <a:cubicBezTo>
                    <a:pt x="6684" y="7"/>
                    <a:pt x="6709" y="9"/>
                    <a:pt x="6728" y="13"/>
                  </a:cubicBezTo>
                  <a:cubicBezTo>
                    <a:pt x="6748" y="17"/>
                    <a:pt x="6762" y="21"/>
                    <a:pt x="6771" y="25"/>
                  </a:cubicBezTo>
                  <a:lnTo>
                    <a:pt x="6741" y="151"/>
                  </a:lnTo>
                  <a:cubicBezTo>
                    <a:pt x="6729" y="147"/>
                    <a:pt x="6717" y="143"/>
                    <a:pt x="6705" y="141"/>
                  </a:cubicBezTo>
                  <a:cubicBezTo>
                    <a:pt x="6694" y="139"/>
                    <a:pt x="6681" y="138"/>
                    <a:pt x="6668" y="138"/>
                  </a:cubicBezTo>
                  <a:cubicBezTo>
                    <a:pt x="6655" y="138"/>
                    <a:pt x="6645" y="140"/>
                    <a:pt x="6638" y="145"/>
                  </a:cubicBezTo>
                  <a:cubicBezTo>
                    <a:pt x="6631" y="150"/>
                    <a:pt x="6628" y="158"/>
                    <a:pt x="6628" y="169"/>
                  </a:cubicBezTo>
                  <a:cubicBezTo>
                    <a:pt x="6628" y="177"/>
                    <a:pt x="6629" y="186"/>
                    <a:pt x="6632" y="194"/>
                  </a:cubicBezTo>
                  <a:cubicBezTo>
                    <a:pt x="6635" y="203"/>
                    <a:pt x="6640" y="215"/>
                    <a:pt x="6646" y="230"/>
                  </a:cubicBezTo>
                  <a:lnTo>
                    <a:pt x="6672" y="291"/>
                  </a:lnTo>
                  <a:cubicBezTo>
                    <a:pt x="6679" y="306"/>
                    <a:pt x="6685" y="323"/>
                    <a:pt x="6691" y="341"/>
                  </a:cubicBezTo>
                  <a:cubicBezTo>
                    <a:pt x="6696" y="359"/>
                    <a:pt x="6700" y="377"/>
                    <a:pt x="6700" y="396"/>
                  </a:cubicBezTo>
                  <a:cubicBezTo>
                    <a:pt x="6699" y="451"/>
                    <a:pt x="6684" y="491"/>
                    <a:pt x="6655" y="516"/>
                  </a:cubicBezTo>
                  <a:cubicBezTo>
                    <a:pt x="6626" y="542"/>
                    <a:pt x="6589" y="554"/>
                    <a:pt x="6542" y="554"/>
                  </a:cubicBezTo>
                  <a:cubicBezTo>
                    <a:pt x="6509" y="553"/>
                    <a:pt x="6482" y="551"/>
                    <a:pt x="6461" y="547"/>
                  </a:cubicBezTo>
                  <a:cubicBezTo>
                    <a:pt x="6440" y="543"/>
                    <a:pt x="6425" y="539"/>
                    <a:pt x="6416" y="535"/>
                  </a:cubicBezTo>
                  <a:lnTo>
                    <a:pt x="6426" y="402"/>
                  </a:lnTo>
                  <a:cubicBezTo>
                    <a:pt x="6436" y="406"/>
                    <a:pt x="6449" y="410"/>
                    <a:pt x="6468" y="414"/>
                  </a:cubicBezTo>
                  <a:cubicBezTo>
                    <a:pt x="6487" y="418"/>
                    <a:pt x="6508" y="420"/>
                    <a:pt x="6532" y="420"/>
                  </a:cubicBezTo>
                  <a:cubicBezTo>
                    <a:pt x="6535" y="420"/>
                    <a:pt x="6538" y="420"/>
                    <a:pt x="6540" y="420"/>
                  </a:cubicBezTo>
                  <a:cubicBezTo>
                    <a:pt x="6543" y="420"/>
                    <a:pt x="6546" y="420"/>
                    <a:pt x="6549" y="420"/>
                  </a:cubicBezTo>
                  <a:cubicBezTo>
                    <a:pt x="6550" y="416"/>
                    <a:pt x="6551" y="412"/>
                    <a:pt x="6552" y="407"/>
                  </a:cubicBezTo>
                  <a:cubicBezTo>
                    <a:pt x="6553" y="403"/>
                    <a:pt x="6554" y="398"/>
                    <a:pt x="6554" y="393"/>
                  </a:cubicBezTo>
                  <a:cubicBezTo>
                    <a:pt x="6553" y="384"/>
                    <a:pt x="6552" y="375"/>
                    <a:pt x="6548" y="366"/>
                  </a:cubicBezTo>
                  <a:cubicBezTo>
                    <a:pt x="6544" y="358"/>
                    <a:pt x="6540" y="348"/>
                    <a:pt x="6534" y="336"/>
                  </a:cubicBezTo>
                  <a:lnTo>
                    <a:pt x="6507" y="276"/>
                  </a:lnTo>
                  <a:cubicBezTo>
                    <a:pt x="6499" y="259"/>
                    <a:pt x="6493" y="241"/>
                    <a:pt x="6488" y="223"/>
                  </a:cubicBezTo>
                  <a:cubicBezTo>
                    <a:pt x="6483" y="205"/>
                    <a:pt x="6481" y="188"/>
                    <a:pt x="6481" y="171"/>
                  </a:cubicBezTo>
                  <a:cubicBezTo>
                    <a:pt x="6482" y="116"/>
                    <a:pt x="6497" y="75"/>
                    <a:pt x="6528" y="48"/>
                  </a:cubicBezTo>
                  <a:cubicBezTo>
                    <a:pt x="6559" y="20"/>
                    <a:pt x="6601" y="7"/>
                    <a:pt x="6653" y="7"/>
                  </a:cubicBezTo>
                  <a:close/>
                  <a:moveTo>
                    <a:pt x="4850" y="7"/>
                  </a:moveTo>
                  <a:cubicBezTo>
                    <a:pt x="4905" y="7"/>
                    <a:pt x="4942" y="21"/>
                    <a:pt x="4964" y="47"/>
                  </a:cubicBezTo>
                  <a:cubicBezTo>
                    <a:pt x="4985" y="73"/>
                    <a:pt x="4995" y="108"/>
                    <a:pt x="4994" y="151"/>
                  </a:cubicBezTo>
                  <a:cubicBezTo>
                    <a:pt x="4994" y="175"/>
                    <a:pt x="4992" y="200"/>
                    <a:pt x="4988" y="227"/>
                  </a:cubicBezTo>
                  <a:cubicBezTo>
                    <a:pt x="4984" y="253"/>
                    <a:pt x="4978" y="281"/>
                    <a:pt x="4972" y="310"/>
                  </a:cubicBezTo>
                  <a:cubicBezTo>
                    <a:pt x="4956" y="395"/>
                    <a:pt x="4931" y="457"/>
                    <a:pt x="4896" y="496"/>
                  </a:cubicBezTo>
                  <a:cubicBezTo>
                    <a:pt x="4860" y="535"/>
                    <a:pt x="4807" y="554"/>
                    <a:pt x="4737" y="554"/>
                  </a:cubicBezTo>
                  <a:cubicBezTo>
                    <a:pt x="4682" y="553"/>
                    <a:pt x="4645" y="540"/>
                    <a:pt x="4623" y="514"/>
                  </a:cubicBezTo>
                  <a:cubicBezTo>
                    <a:pt x="4602" y="487"/>
                    <a:pt x="4592" y="453"/>
                    <a:pt x="4593" y="409"/>
                  </a:cubicBezTo>
                  <a:cubicBezTo>
                    <a:pt x="4593" y="385"/>
                    <a:pt x="4596" y="360"/>
                    <a:pt x="4600" y="334"/>
                  </a:cubicBezTo>
                  <a:cubicBezTo>
                    <a:pt x="4604" y="307"/>
                    <a:pt x="4609" y="280"/>
                    <a:pt x="4616" y="251"/>
                  </a:cubicBezTo>
                  <a:cubicBezTo>
                    <a:pt x="4627" y="194"/>
                    <a:pt x="4641" y="148"/>
                    <a:pt x="4660" y="112"/>
                  </a:cubicBezTo>
                  <a:cubicBezTo>
                    <a:pt x="4678" y="76"/>
                    <a:pt x="4703" y="49"/>
                    <a:pt x="4733" y="32"/>
                  </a:cubicBezTo>
                  <a:cubicBezTo>
                    <a:pt x="4764" y="15"/>
                    <a:pt x="4803" y="7"/>
                    <a:pt x="4850" y="7"/>
                  </a:cubicBezTo>
                  <a:close/>
                  <a:moveTo>
                    <a:pt x="4461" y="7"/>
                  </a:moveTo>
                  <a:cubicBezTo>
                    <a:pt x="4490" y="7"/>
                    <a:pt x="4518" y="9"/>
                    <a:pt x="4544" y="13"/>
                  </a:cubicBezTo>
                  <a:cubicBezTo>
                    <a:pt x="4570" y="17"/>
                    <a:pt x="4589" y="21"/>
                    <a:pt x="4600" y="26"/>
                  </a:cubicBezTo>
                  <a:lnTo>
                    <a:pt x="4568" y="153"/>
                  </a:lnTo>
                  <a:cubicBezTo>
                    <a:pt x="4555" y="149"/>
                    <a:pt x="4539" y="146"/>
                    <a:pt x="4521" y="143"/>
                  </a:cubicBezTo>
                  <a:cubicBezTo>
                    <a:pt x="4503" y="140"/>
                    <a:pt x="4482" y="138"/>
                    <a:pt x="4459" y="138"/>
                  </a:cubicBezTo>
                  <a:cubicBezTo>
                    <a:pt x="4431" y="137"/>
                    <a:pt x="4412" y="144"/>
                    <a:pt x="4400" y="160"/>
                  </a:cubicBezTo>
                  <a:cubicBezTo>
                    <a:pt x="4389" y="176"/>
                    <a:pt x="4378" y="207"/>
                    <a:pt x="4368" y="252"/>
                  </a:cubicBezTo>
                  <a:cubicBezTo>
                    <a:pt x="4364" y="268"/>
                    <a:pt x="4361" y="288"/>
                    <a:pt x="4357" y="309"/>
                  </a:cubicBezTo>
                  <a:cubicBezTo>
                    <a:pt x="4353" y="331"/>
                    <a:pt x="4350" y="353"/>
                    <a:pt x="4348" y="374"/>
                  </a:cubicBezTo>
                  <a:cubicBezTo>
                    <a:pt x="4346" y="395"/>
                    <a:pt x="4344" y="413"/>
                    <a:pt x="4344" y="428"/>
                  </a:cubicBezTo>
                  <a:cubicBezTo>
                    <a:pt x="4347" y="429"/>
                    <a:pt x="4351" y="429"/>
                    <a:pt x="4354" y="429"/>
                  </a:cubicBezTo>
                  <a:cubicBezTo>
                    <a:pt x="4357" y="429"/>
                    <a:pt x="4360" y="429"/>
                    <a:pt x="4364" y="429"/>
                  </a:cubicBezTo>
                  <a:cubicBezTo>
                    <a:pt x="4373" y="429"/>
                    <a:pt x="4382" y="429"/>
                    <a:pt x="4391" y="428"/>
                  </a:cubicBezTo>
                  <a:cubicBezTo>
                    <a:pt x="4400" y="427"/>
                    <a:pt x="4409" y="426"/>
                    <a:pt x="4417" y="424"/>
                  </a:cubicBezTo>
                  <a:lnTo>
                    <a:pt x="4431" y="346"/>
                  </a:lnTo>
                  <a:lnTo>
                    <a:pt x="4390" y="346"/>
                  </a:lnTo>
                  <a:lnTo>
                    <a:pt x="4410" y="235"/>
                  </a:lnTo>
                  <a:lnTo>
                    <a:pt x="4574" y="235"/>
                  </a:lnTo>
                  <a:lnTo>
                    <a:pt x="4520" y="526"/>
                  </a:lnTo>
                  <a:cubicBezTo>
                    <a:pt x="4502" y="534"/>
                    <a:pt x="4476" y="541"/>
                    <a:pt x="4443" y="546"/>
                  </a:cubicBezTo>
                  <a:cubicBezTo>
                    <a:pt x="4410" y="551"/>
                    <a:pt x="4378" y="554"/>
                    <a:pt x="4345" y="554"/>
                  </a:cubicBezTo>
                  <a:cubicBezTo>
                    <a:pt x="4306" y="554"/>
                    <a:pt x="4276" y="548"/>
                    <a:pt x="4255" y="536"/>
                  </a:cubicBezTo>
                  <a:cubicBezTo>
                    <a:pt x="4234" y="524"/>
                    <a:pt x="4220" y="507"/>
                    <a:pt x="4212" y="485"/>
                  </a:cubicBezTo>
                  <a:cubicBezTo>
                    <a:pt x="4204" y="464"/>
                    <a:pt x="4201" y="439"/>
                    <a:pt x="4201" y="410"/>
                  </a:cubicBezTo>
                  <a:cubicBezTo>
                    <a:pt x="4201" y="386"/>
                    <a:pt x="4203" y="361"/>
                    <a:pt x="4207" y="334"/>
                  </a:cubicBezTo>
                  <a:cubicBezTo>
                    <a:pt x="4212" y="307"/>
                    <a:pt x="4217" y="280"/>
                    <a:pt x="4223" y="251"/>
                  </a:cubicBezTo>
                  <a:cubicBezTo>
                    <a:pt x="4239" y="166"/>
                    <a:pt x="4265" y="104"/>
                    <a:pt x="4301" y="65"/>
                  </a:cubicBezTo>
                  <a:cubicBezTo>
                    <a:pt x="4337" y="26"/>
                    <a:pt x="4391" y="6"/>
                    <a:pt x="4461" y="7"/>
                  </a:cubicBezTo>
                  <a:close/>
                  <a:moveTo>
                    <a:pt x="3999" y="7"/>
                  </a:moveTo>
                  <a:cubicBezTo>
                    <a:pt x="4030" y="7"/>
                    <a:pt x="4055" y="9"/>
                    <a:pt x="4074" y="13"/>
                  </a:cubicBezTo>
                  <a:cubicBezTo>
                    <a:pt x="4094" y="17"/>
                    <a:pt x="4108" y="21"/>
                    <a:pt x="4117" y="25"/>
                  </a:cubicBezTo>
                  <a:lnTo>
                    <a:pt x="4087" y="151"/>
                  </a:lnTo>
                  <a:cubicBezTo>
                    <a:pt x="4075" y="147"/>
                    <a:pt x="4063" y="143"/>
                    <a:pt x="4051" y="141"/>
                  </a:cubicBezTo>
                  <a:cubicBezTo>
                    <a:pt x="4040" y="139"/>
                    <a:pt x="4027" y="138"/>
                    <a:pt x="4014" y="138"/>
                  </a:cubicBezTo>
                  <a:cubicBezTo>
                    <a:pt x="4001" y="138"/>
                    <a:pt x="3991" y="140"/>
                    <a:pt x="3984" y="145"/>
                  </a:cubicBezTo>
                  <a:cubicBezTo>
                    <a:pt x="3977" y="150"/>
                    <a:pt x="3974" y="158"/>
                    <a:pt x="3974" y="169"/>
                  </a:cubicBezTo>
                  <a:cubicBezTo>
                    <a:pt x="3974" y="177"/>
                    <a:pt x="3975" y="186"/>
                    <a:pt x="3978" y="194"/>
                  </a:cubicBezTo>
                  <a:cubicBezTo>
                    <a:pt x="3981" y="203"/>
                    <a:pt x="3986" y="215"/>
                    <a:pt x="3992" y="230"/>
                  </a:cubicBezTo>
                  <a:lnTo>
                    <a:pt x="4018" y="291"/>
                  </a:lnTo>
                  <a:cubicBezTo>
                    <a:pt x="4025" y="306"/>
                    <a:pt x="4031" y="323"/>
                    <a:pt x="4037" y="341"/>
                  </a:cubicBezTo>
                  <a:cubicBezTo>
                    <a:pt x="4042" y="359"/>
                    <a:pt x="4046" y="377"/>
                    <a:pt x="4046" y="396"/>
                  </a:cubicBezTo>
                  <a:cubicBezTo>
                    <a:pt x="4045" y="451"/>
                    <a:pt x="4030" y="491"/>
                    <a:pt x="4001" y="516"/>
                  </a:cubicBezTo>
                  <a:cubicBezTo>
                    <a:pt x="3972" y="542"/>
                    <a:pt x="3935" y="554"/>
                    <a:pt x="3888" y="554"/>
                  </a:cubicBezTo>
                  <a:cubicBezTo>
                    <a:pt x="3855" y="553"/>
                    <a:pt x="3828" y="551"/>
                    <a:pt x="3807" y="547"/>
                  </a:cubicBezTo>
                  <a:cubicBezTo>
                    <a:pt x="3786" y="543"/>
                    <a:pt x="3771" y="539"/>
                    <a:pt x="3762" y="535"/>
                  </a:cubicBezTo>
                  <a:lnTo>
                    <a:pt x="3772" y="402"/>
                  </a:lnTo>
                  <a:cubicBezTo>
                    <a:pt x="3782" y="406"/>
                    <a:pt x="3795" y="410"/>
                    <a:pt x="3814" y="414"/>
                  </a:cubicBezTo>
                  <a:cubicBezTo>
                    <a:pt x="3833" y="418"/>
                    <a:pt x="3854" y="420"/>
                    <a:pt x="3878" y="420"/>
                  </a:cubicBezTo>
                  <a:cubicBezTo>
                    <a:pt x="3881" y="420"/>
                    <a:pt x="3884" y="420"/>
                    <a:pt x="3886" y="420"/>
                  </a:cubicBezTo>
                  <a:cubicBezTo>
                    <a:pt x="3889" y="420"/>
                    <a:pt x="3892" y="420"/>
                    <a:pt x="3895" y="420"/>
                  </a:cubicBezTo>
                  <a:cubicBezTo>
                    <a:pt x="3896" y="416"/>
                    <a:pt x="3897" y="412"/>
                    <a:pt x="3898" y="407"/>
                  </a:cubicBezTo>
                  <a:cubicBezTo>
                    <a:pt x="3899" y="403"/>
                    <a:pt x="3900" y="398"/>
                    <a:pt x="3900" y="393"/>
                  </a:cubicBezTo>
                  <a:cubicBezTo>
                    <a:pt x="3899" y="384"/>
                    <a:pt x="3898" y="375"/>
                    <a:pt x="3894" y="366"/>
                  </a:cubicBezTo>
                  <a:cubicBezTo>
                    <a:pt x="3890" y="358"/>
                    <a:pt x="3886" y="348"/>
                    <a:pt x="3880" y="336"/>
                  </a:cubicBezTo>
                  <a:lnTo>
                    <a:pt x="3853" y="276"/>
                  </a:lnTo>
                  <a:cubicBezTo>
                    <a:pt x="3845" y="259"/>
                    <a:pt x="3839" y="241"/>
                    <a:pt x="3834" y="223"/>
                  </a:cubicBezTo>
                  <a:cubicBezTo>
                    <a:pt x="3829" y="205"/>
                    <a:pt x="3827" y="188"/>
                    <a:pt x="3827" y="171"/>
                  </a:cubicBezTo>
                  <a:cubicBezTo>
                    <a:pt x="3828" y="116"/>
                    <a:pt x="3843" y="75"/>
                    <a:pt x="3874" y="48"/>
                  </a:cubicBezTo>
                  <a:cubicBezTo>
                    <a:pt x="3905" y="20"/>
                    <a:pt x="3947" y="7"/>
                    <a:pt x="3999" y="7"/>
                  </a:cubicBezTo>
                  <a:close/>
                  <a:moveTo>
                    <a:pt x="2198" y="7"/>
                  </a:moveTo>
                  <a:cubicBezTo>
                    <a:pt x="2253" y="7"/>
                    <a:pt x="2290" y="21"/>
                    <a:pt x="2312" y="47"/>
                  </a:cubicBezTo>
                  <a:cubicBezTo>
                    <a:pt x="2333" y="73"/>
                    <a:pt x="2343" y="108"/>
                    <a:pt x="2342" y="151"/>
                  </a:cubicBezTo>
                  <a:cubicBezTo>
                    <a:pt x="2342" y="175"/>
                    <a:pt x="2340" y="200"/>
                    <a:pt x="2336" y="227"/>
                  </a:cubicBezTo>
                  <a:cubicBezTo>
                    <a:pt x="2332" y="253"/>
                    <a:pt x="2326" y="281"/>
                    <a:pt x="2320" y="310"/>
                  </a:cubicBezTo>
                  <a:cubicBezTo>
                    <a:pt x="2304" y="395"/>
                    <a:pt x="2279" y="457"/>
                    <a:pt x="2244" y="496"/>
                  </a:cubicBezTo>
                  <a:cubicBezTo>
                    <a:pt x="2208" y="535"/>
                    <a:pt x="2155" y="554"/>
                    <a:pt x="2085" y="554"/>
                  </a:cubicBezTo>
                  <a:cubicBezTo>
                    <a:pt x="2030" y="553"/>
                    <a:pt x="1993" y="540"/>
                    <a:pt x="1971" y="514"/>
                  </a:cubicBezTo>
                  <a:cubicBezTo>
                    <a:pt x="1950" y="487"/>
                    <a:pt x="1940" y="453"/>
                    <a:pt x="1941" y="409"/>
                  </a:cubicBezTo>
                  <a:cubicBezTo>
                    <a:pt x="1941" y="385"/>
                    <a:pt x="1944" y="360"/>
                    <a:pt x="1948" y="334"/>
                  </a:cubicBezTo>
                  <a:cubicBezTo>
                    <a:pt x="1952" y="307"/>
                    <a:pt x="1957" y="280"/>
                    <a:pt x="1964" y="251"/>
                  </a:cubicBezTo>
                  <a:cubicBezTo>
                    <a:pt x="1975" y="194"/>
                    <a:pt x="1989" y="148"/>
                    <a:pt x="2008" y="112"/>
                  </a:cubicBezTo>
                  <a:cubicBezTo>
                    <a:pt x="2026" y="76"/>
                    <a:pt x="2051" y="49"/>
                    <a:pt x="2081" y="32"/>
                  </a:cubicBezTo>
                  <a:cubicBezTo>
                    <a:pt x="2112" y="15"/>
                    <a:pt x="2151" y="7"/>
                    <a:pt x="2198" y="7"/>
                  </a:cubicBezTo>
                  <a:close/>
                  <a:moveTo>
                    <a:pt x="1809" y="7"/>
                  </a:moveTo>
                  <a:cubicBezTo>
                    <a:pt x="1838" y="7"/>
                    <a:pt x="1866" y="9"/>
                    <a:pt x="1892" y="13"/>
                  </a:cubicBezTo>
                  <a:cubicBezTo>
                    <a:pt x="1918" y="17"/>
                    <a:pt x="1937" y="21"/>
                    <a:pt x="1948" y="26"/>
                  </a:cubicBezTo>
                  <a:lnTo>
                    <a:pt x="1916" y="153"/>
                  </a:lnTo>
                  <a:cubicBezTo>
                    <a:pt x="1903" y="149"/>
                    <a:pt x="1887" y="146"/>
                    <a:pt x="1869" y="143"/>
                  </a:cubicBezTo>
                  <a:cubicBezTo>
                    <a:pt x="1851" y="140"/>
                    <a:pt x="1830" y="138"/>
                    <a:pt x="1807" y="138"/>
                  </a:cubicBezTo>
                  <a:cubicBezTo>
                    <a:pt x="1779" y="137"/>
                    <a:pt x="1760" y="144"/>
                    <a:pt x="1748" y="160"/>
                  </a:cubicBezTo>
                  <a:cubicBezTo>
                    <a:pt x="1737" y="176"/>
                    <a:pt x="1726" y="207"/>
                    <a:pt x="1716" y="252"/>
                  </a:cubicBezTo>
                  <a:cubicBezTo>
                    <a:pt x="1712" y="268"/>
                    <a:pt x="1709" y="288"/>
                    <a:pt x="1705" y="309"/>
                  </a:cubicBezTo>
                  <a:cubicBezTo>
                    <a:pt x="1701" y="331"/>
                    <a:pt x="1698" y="353"/>
                    <a:pt x="1696" y="374"/>
                  </a:cubicBezTo>
                  <a:cubicBezTo>
                    <a:pt x="1694" y="395"/>
                    <a:pt x="1692" y="413"/>
                    <a:pt x="1692" y="428"/>
                  </a:cubicBezTo>
                  <a:cubicBezTo>
                    <a:pt x="1695" y="429"/>
                    <a:pt x="1699" y="429"/>
                    <a:pt x="1702" y="429"/>
                  </a:cubicBezTo>
                  <a:cubicBezTo>
                    <a:pt x="1705" y="429"/>
                    <a:pt x="1708" y="429"/>
                    <a:pt x="1712" y="429"/>
                  </a:cubicBezTo>
                  <a:cubicBezTo>
                    <a:pt x="1721" y="429"/>
                    <a:pt x="1730" y="429"/>
                    <a:pt x="1739" y="428"/>
                  </a:cubicBezTo>
                  <a:cubicBezTo>
                    <a:pt x="1748" y="427"/>
                    <a:pt x="1757" y="426"/>
                    <a:pt x="1765" y="424"/>
                  </a:cubicBezTo>
                  <a:lnTo>
                    <a:pt x="1779" y="346"/>
                  </a:lnTo>
                  <a:lnTo>
                    <a:pt x="1738" y="346"/>
                  </a:lnTo>
                  <a:lnTo>
                    <a:pt x="1758" y="235"/>
                  </a:lnTo>
                  <a:lnTo>
                    <a:pt x="1922" y="235"/>
                  </a:lnTo>
                  <a:lnTo>
                    <a:pt x="1868" y="526"/>
                  </a:lnTo>
                  <a:cubicBezTo>
                    <a:pt x="1850" y="534"/>
                    <a:pt x="1824" y="541"/>
                    <a:pt x="1791" y="546"/>
                  </a:cubicBezTo>
                  <a:cubicBezTo>
                    <a:pt x="1758" y="551"/>
                    <a:pt x="1726" y="554"/>
                    <a:pt x="1693" y="554"/>
                  </a:cubicBezTo>
                  <a:cubicBezTo>
                    <a:pt x="1654" y="554"/>
                    <a:pt x="1624" y="548"/>
                    <a:pt x="1603" y="536"/>
                  </a:cubicBezTo>
                  <a:cubicBezTo>
                    <a:pt x="1582" y="524"/>
                    <a:pt x="1568" y="507"/>
                    <a:pt x="1560" y="485"/>
                  </a:cubicBezTo>
                  <a:cubicBezTo>
                    <a:pt x="1552" y="464"/>
                    <a:pt x="1549" y="439"/>
                    <a:pt x="1549" y="410"/>
                  </a:cubicBezTo>
                  <a:cubicBezTo>
                    <a:pt x="1549" y="386"/>
                    <a:pt x="1551" y="361"/>
                    <a:pt x="1555" y="334"/>
                  </a:cubicBezTo>
                  <a:cubicBezTo>
                    <a:pt x="1560" y="307"/>
                    <a:pt x="1565" y="280"/>
                    <a:pt x="1571" y="251"/>
                  </a:cubicBezTo>
                  <a:cubicBezTo>
                    <a:pt x="1587" y="166"/>
                    <a:pt x="1613" y="104"/>
                    <a:pt x="1649" y="65"/>
                  </a:cubicBezTo>
                  <a:cubicBezTo>
                    <a:pt x="1685" y="26"/>
                    <a:pt x="1739" y="6"/>
                    <a:pt x="1809" y="7"/>
                  </a:cubicBezTo>
                  <a:close/>
                  <a:moveTo>
                    <a:pt x="1347" y="7"/>
                  </a:moveTo>
                  <a:cubicBezTo>
                    <a:pt x="1378" y="7"/>
                    <a:pt x="1403" y="9"/>
                    <a:pt x="1422" y="13"/>
                  </a:cubicBezTo>
                  <a:cubicBezTo>
                    <a:pt x="1442" y="17"/>
                    <a:pt x="1456" y="21"/>
                    <a:pt x="1465" y="25"/>
                  </a:cubicBezTo>
                  <a:lnTo>
                    <a:pt x="1435" y="151"/>
                  </a:lnTo>
                  <a:cubicBezTo>
                    <a:pt x="1423" y="147"/>
                    <a:pt x="1411" y="143"/>
                    <a:pt x="1399" y="141"/>
                  </a:cubicBezTo>
                  <a:cubicBezTo>
                    <a:pt x="1388" y="139"/>
                    <a:pt x="1375" y="138"/>
                    <a:pt x="1362" y="138"/>
                  </a:cubicBezTo>
                  <a:cubicBezTo>
                    <a:pt x="1349" y="138"/>
                    <a:pt x="1339" y="140"/>
                    <a:pt x="1332" y="145"/>
                  </a:cubicBezTo>
                  <a:cubicBezTo>
                    <a:pt x="1325" y="150"/>
                    <a:pt x="1322" y="158"/>
                    <a:pt x="1322" y="169"/>
                  </a:cubicBezTo>
                  <a:cubicBezTo>
                    <a:pt x="1322" y="177"/>
                    <a:pt x="1323" y="186"/>
                    <a:pt x="1326" y="194"/>
                  </a:cubicBezTo>
                  <a:cubicBezTo>
                    <a:pt x="1329" y="203"/>
                    <a:pt x="1334" y="215"/>
                    <a:pt x="1340" y="230"/>
                  </a:cubicBezTo>
                  <a:lnTo>
                    <a:pt x="1366" y="291"/>
                  </a:lnTo>
                  <a:cubicBezTo>
                    <a:pt x="1373" y="306"/>
                    <a:pt x="1379" y="323"/>
                    <a:pt x="1385" y="341"/>
                  </a:cubicBezTo>
                  <a:cubicBezTo>
                    <a:pt x="1390" y="359"/>
                    <a:pt x="1394" y="377"/>
                    <a:pt x="1394" y="396"/>
                  </a:cubicBezTo>
                  <a:cubicBezTo>
                    <a:pt x="1393" y="451"/>
                    <a:pt x="1378" y="491"/>
                    <a:pt x="1349" y="516"/>
                  </a:cubicBezTo>
                  <a:cubicBezTo>
                    <a:pt x="1320" y="542"/>
                    <a:pt x="1283" y="554"/>
                    <a:pt x="1236" y="554"/>
                  </a:cubicBezTo>
                  <a:cubicBezTo>
                    <a:pt x="1203" y="553"/>
                    <a:pt x="1176" y="551"/>
                    <a:pt x="1155" y="547"/>
                  </a:cubicBezTo>
                  <a:cubicBezTo>
                    <a:pt x="1134" y="543"/>
                    <a:pt x="1119" y="539"/>
                    <a:pt x="1110" y="535"/>
                  </a:cubicBezTo>
                  <a:lnTo>
                    <a:pt x="1120" y="402"/>
                  </a:lnTo>
                  <a:cubicBezTo>
                    <a:pt x="1130" y="406"/>
                    <a:pt x="1143" y="410"/>
                    <a:pt x="1162" y="414"/>
                  </a:cubicBezTo>
                  <a:cubicBezTo>
                    <a:pt x="1181" y="418"/>
                    <a:pt x="1202" y="420"/>
                    <a:pt x="1226" y="420"/>
                  </a:cubicBezTo>
                  <a:cubicBezTo>
                    <a:pt x="1229" y="420"/>
                    <a:pt x="1232" y="420"/>
                    <a:pt x="1234" y="420"/>
                  </a:cubicBezTo>
                  <a:cubicBezTo>
                    <a:pt x="1237" y="420"/>
                    <a:pt x="1240" y="420"/>
                    <a:pt x="1243" y="420"/>
                  </a:cubicBezTo>
                  <a:cubicBezTo>
                    <a:pt x="1244" y="416"/>
                    <a:pt x="1245" y="412"/>
                    <a:pt x="1246" y="407"/>
                  </a:cubicBezTo>
                  <a:cubicBezTo>
                    <a:pt x="1247" y="403"/>
                    <a:pt x="1248" y="398"/>
                    <a:pt x="1248" y="393"/>
                  </a:cubicBezTo>
                  <a:cubicBezTo>
                    <a:pt x="1247" y="384"/>
                    <a:pt x="1246" y="375"/>
                    <a:pt x="1242" y="366"/>
                  </a:cubicBezTo>
                  <a:cubicBezTo>
                    <a:pt x="1238" y="358"/>
                    <a:pt x="1234" y="348"/>
                    <a:pt x="1228" y="336"/>
                  </a:cubicBezTo>
                  <a:lnTo>
                    <a:pt x="1201" y="276"/>
                  </a:lnTo>
                  <a:cubicBezTo>
                    <a:pt x="1193" y="259"/>
                    <a:pt x="1187" y="241"/>
                    <a:pt x="1182" y="223"/>
                  </a:cubicBezTo>
                  <a:cubicBezTo>
                    <a:pt x="1177" y="205"/>
                    <a:pt x="1175" y="188"/>
                    <a:pt x="1175" y="171"/>
                  </a:cubicBezTo>
                  <a:cubicBezTo>
                    <a:pt x="1176" y="116"/>
                    <a:pt x="1191" y="75"/>
                    <a:pt x="1222" y="48"/>
                  </a:cubicBezTo>
                  <a:cubicBezTo>
                    <a:pt x="1253" y="20"/>
                    <a:pt x="1295" y="7"/>
                    <a:pt x="1347" y="7"/>
                  </a:cubicBezTo>
                  <a:close/>
                  <a:moveTo>
                    <a:pt x="15848" y="0"/>
                  </a:moveTo>
                  <a:lnTo>
                    <a:pt x="15758" y="374"/>
                  </a:lnTo>
                  <a:lnTo>
                    <a:pt x="15639" y="374"/>
                  </a:lnTo>
                  <a:lnTo>
                    <a:pt x="15691" y="16"/>
                  </a:lnTo>
                  <a:lnTo>
                    <a:pt x="15848" y="0"/>
                  </a:lnTo>
                  <a:close/>
                  <a:moveTo>
                    <a:pt x="13196" y="0"/>
                  </a:moveTo>
                  <a:lnTo>
                    <a:pt x="13106" y="374"/>
                  </a:lnTo>
                  <a:lnTo>
                    <a:pt x="12987" y="374"/>
                  </a:lnTo>
                  <a:lnTo>
                    <a:pt x="13039" y="16"/>
                  </a:lnTo>
                  <a:lnTo>
                    <a:pt x="13196" y="0"/>
                  </a:lnTo>
                  <a:close/>
                  <a:moveTo>
                    <a:pt x="10542" y="0"/>
                  </a:moveTo>
                  <a:lnTo>
                    <a:pt x="10452" y="374"/>
                  </a:lnTo>
                  <a:lnTo>
                    <a:pt x="10333" y="374"/>
                  </a:lnTo>
                  <a:lnTo>
                    <a:pt x="10385" y="16"/>
                  </a:lnTo>
                  <a:lnTo>
                    <a:pt x="10542" y="0"/>
                  </a:lnTo>
                  <a:close/>
                  <a:moveTo>
                    <a:pt x="7890" y="0"/>
                  </a:moveTo>
                  <a:lnTo>
                    <a:pt x="7800" y="374"/>
                  </a:lnTo>
                  <a:lnTo>
                    <a:pt x="7681" y="374"/>
                  </a:lnTo>
                  <a:lnTo>
                    <a:pt x="7733" y="16"/>
                  </a:lnTo>
                  <a:lnTo>
                    <a:pt x="7890" y="0"/>
                  </a:lnTo>
                  <a:close/>
                  <a:moveTo>
                    <a:pt x="5236" y="0"/>
                  </a:moveTo>
                  <a:lnTo>
                    <a:pt x="5146" y="374"/>
                  </a:lnTo>
                  <a:lnTo>
                    <a:pt x="5027" y="374"/>
                  </a:lnTo>
                  <a:lnTo>
                    <a:pt x="5079" y="16"/>
                  </a:lnTo>
                  <a:lnTo>
                    <a:pt x="5236" y="0"/>
                  </a:lnTo>
                  <a:close/>
                  <a:moveTo>
                    <a:pt x="2584" y="0"/>
                  </a:moveTo>
                  <a:lnTo>
                    <a:pt x="2494" y="374"/>
                  </a:lnTo>
                  <a:lnTo>
                    <a:pt x="2375" y="374"/>
                  </a:lnTo>
                  <a:lnTo>
                    <a:pt x="2427" y="16"/>
                  </a:lnTo>
                  <a:lnTo>
                    <a:pt x="2584" y="0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27F0D648-D0D3-E86F-4EF7-BA38DF6CAD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086" y="4105663"/>
              <a:ext cx="12484683" cy="408031"/>
            </a:xfrm>
            <a:custGeom>
              <a:avLst/>
              <a:gdLst>
                <a:gd name="T0" fmla="*/ 11398 w 16953"/>
                <a:gd name="T1" fmla="*/ 544 h 554"/>
                <a:gd name="T2" fmla="*/ 3575 w 16953"/>
                <a:gd name="T3" fmla="*/ 544 h 554"/>
                <a:gd name="T4" fmla="*/ 16472 w 16953"/>
                <a:gd name="T5" fmla="*/ 428 h 554"/>
                <a:gd name="T6" fmla="*/ 13860 w 16953"/>
                <a:gd name="T7" fmla="*/ 403 h 554"/>
                <a:gd name="T8" fmla="*/ 11237 w 16953"/>
                <a:gd name="T9" fmla="*/ 309 h 554"/>
                <a:gd name="T10" fmla="*/ 8600 w 16953"/>
                <a:gd name="T11" fmla="*/ 224 h 554"/>
                <a:gd name="T12" fmla="*/ 5958 w 16953"/>
                <a:gd name="T13" fmla="*/ 132 h 554"/>
                <a:gd name="T14" fmla="*/ 3294 w 16953"/>
                <a:gd name="T15" fmla="*/ 132 h 554"/>
                <a:gd name="T16" fmla="*/ 631 w 16953"/>
                <a:gd name="T17" fmla="*/ 131 h 554"/>
                <a:gd name="T18" fmla="*/ 15032 w 16953"/>
                <a:gd name="T19" fmla="*/ 145 h 554"/>
                <a:gd name="T20" fmla="*/ 14756 w 16953"/>
                <a:gd name="T21" fmla="*/ 16 h 554"/>
                <a:gd name="T22" fmla="*/ 12401 w 16953"/>
                <a:gd name="T23" fmla="*/ 16 h 554"/>
                <a:gd name="T24" fmla="*/ 12328 w 16953"/>
                <a:gd name="T25" fmla="*/ 217 h 554"/>
                <a:gd name="T26" fmla="*/ 11812 w 16953"/>
                <a:gd name="T27" fmla="*/ 16 h 554"/>
                <a:gd name="T28" fmla="*/ 9726 w 16953"/>
                <a:gd name="T29" fmla="*/ 145 h 554"/>
                <a:gd name="T30" fmla="*/ 9450 w 16953"/>
                <a:gd name="T31" fmla="*/ 16 h 554"/>
                <a:gd name="T32" fmla="*/ 7095 w 16953"/>
                <a:gd name="T33" fmla="*/ 16 h 554"/>
                <a:gd name="T34" fmla="*/ 7022 w 16953"/>
                <a:gd name="T35" fmla="*/ 217 h 554"/>
                <a:gd name="T36" fmla="*/ 6506 w 16953"/>
                <a:gd name="T37" fmla="*/ 16 h 554"/>
                <a:gd name="T38" fmla="*/ 4420 w 16953"/>
                <a:gd name="T39" fmla="*/ 145 h 554"/>
                <a:gd name="T40" fmla="*/ 4144 w 16953"/>
                <a:gd name="T41" fmla="*/ 16 h 554"/>
                <a:gd name="T42" fmla="*/ 1791 w 16953"/>
                <a:gd name="T43" fmla="*/ 16 h 554"/>
                <a:gd name="T44" fmla="*/ 1718 w 16953"/>
                <a:gd name="T45" fmla="*/ 217 h 554"/>
                <a:gd name="T46" fmla="*/ 1202 w 16953"/>
                <a:gd name="T47" fmla="*/ 16 h 554"/>
                <a:gd name="T48" fmla="*/ 16567 w 16953"/>
                <a:gd name="T49" fmla="*/ 7 h 554"/>
                <a:gd name="T50" fmla="*/ 16108 w 16953"/>
                <a:gd name="T51" fmla="*/ 428 h 554"/>
                <a:gd name="T52" fmla="*/ 16018 w 16953"/>
                <a:gd name="T53" fmla="*/ 65 h 554"/>
                <a:gd name="T54" fmla="*/ 15763 w 16953"/>
                <a:gd name="T55" fmla="*/ 396 h 554"/>
                <a:gd name="T56" fmla="*/ 15570 w 16953"/>
                <a:gd name="T57" fmla="*/ 276 h 554"/>
                <a:gd name="T58" fmla="*/ 13663 w 16953"/>
                <a:gd name="T59" fmla="*/ 334 h 554"/>
                <a:gd name="T60" fmla="*/ 13411 w 16953"/>
                <a:gd name="T61" fmla="*/ 374 h 554"/>
                <a:gd name="T62" fmla="*/ 13275 w 16953"/>
                <a:gd name="T63" fmla="*/ 485 h 554"/>
                <a:gd name="T64" fmla="*/ 13041 w 16953"/>
                <a:gd name="T65" fmla="*/ 194 h 554"/>
                <a:gd name="T66" fmla="*/ 12961 w 16953"/>
                <a:gd name="T67" fmla="*/ 407 h 554"/>
                <a:gd name="T68" fmla="*/ 11307 w 16953"/>
                <a:gd name="T69" fmla="*/ 496 h 554"/>
                <a:gd name="T70" fmla="*/ 10870 w 16953"/>
                <a:gd name="T71" fmla="*/ 138 h 554"/>
                <a:gd name="T72" fmla="*/ 10931 w 16953"/>
                <a:gd name="T73" fmla="*/ 526 h 554"/>
                <a:gd name="T74" fmla="*/ 10462 w 16953"/>
                <a:gd name="T75" fmla="*/ 141 h 554"/>
                <a:gd name="T76" fmla="*/ 10225 w 16953"/>
                <a:gd name="T77" fmla="*/ 414 h 554"/>
                <a:gd name="T78" fmla="*/ 8721 w 16953"/>
                <a:gd name="T79" fmla="*/ 47 h 554"/>
                <a:gd name="T80" fmla="*/ 8301 w 16953"/>
                <a:gd name="T81" fmla="*/ 13 h 554"/>
                <a:gd name="T82" fmla="*/ 8188 w 16953"/>
                <a:gd name="T83" fmla="*/ 346 h 554"/>
                <a:gd name="T84" fmla="*/ 7756 w 16953"/>
                <a:gd name="T85" fmla="*/ 7 h 554"/>
                <a:gd name="T86" fmla="*/ 7645 w 16953"/>
                <a:gd name="T87" fmla="*/ 554 h 554"/>
                <a:gd name="T88" fmla="*/ 7584 w 16953"/>
                <a:gd name="T89" fmla="*/ 171 h 554"/>
                <a:gd name="T90" fmla="*/ 5765 w 16953"/>
                <a:gd name="T91" fmla="*/ 112 h 554"/>
                <a:gd name="T92" fmla="*/ 5459 w 16953"/>
                <a:gd name="T93" fmla="*/ 429 h 554"/>
                <a:gd name="T94" fmla="*/ 5312 w 16953"/>
                <a:gd name="T95" fmla="*/ 334 h 554"/>
                <a:gd name="T96" fmla="*/ 5123 w 16953"/>
                <a:gd name="T97" fmla="*/ 291 h 554"/>
                <a:gd name="T98" fmla="*/ 4999 w 16953"/>
                <a:gd name="T99" fmla="*/ 366 h 554"/>
                <a:gd name="T100" fmla="*/ 3074 w 16953"/>
                <a:gd name="T101" fmla="*/ 514 h 554"/>
                <a:gd name="T102" fmla="*/ 2819 w 16953"/>
                <a:gd name="T103" fmla="*/ 252 h 554"/>
                <a:gd name="T104" fmla="*/ 2796 w 16953"/>
                <a:gd name="T105" fmla="*/ 554 h 554"/>
                <a:gd name="T106" fmla="*/ 2437 w 16953"/>
                <a:gd name="T107" fmla="*/ 145 h 554"/>
                <a:gd name="T108" fmla="*/ 2339 w 16953"/>
                <a:gd name="T109" fmla="*/ 420 h 554"/>
                <a:gd name="T110" fmla="*/ 787 w 16953"/>
                <a:gd name="T111" fmla="*/ 227 h 554"/>
                <a:gd name="T112" fmla="*/ 367 w 16953"/>
                <a:gd name="T113" fmla="*/ 153 h 554"/>
                <a:gd name="T114" fmla="*/ 209 w 16953"/>
                <a:gd name="T115" fmla="*/ 235 h 554"/>
                <a:gd name="T116" fmla="*/ 16744 w 16953"/>
                <a:gd name="T117" fmla="*/ 374 h 554"/>
                <a:gd name="T118" fmla="*/ 8903 w 16953"/>
                <a:gd name="T119" fmla="*/ 374 h 554"/>
                <a:gd name="T120" fmla="*/ 1035 w 1695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953" h="554">
                  <a:moveTo>
                    <a:pt x="16728" y="419"/>
                  </a:moveTo>
                  <a:lnTo>
                    <a:pt x="16864" y="419"/>
                  </a:lnTo>
                  <a:lnTo>
                    <a:pt x="16841" y="544"/>
                  </a:lnTo>
                  <a:lnTo>
                    <a:pt x="16704" y="544"/>
                  </a:lnTo>
                  <a:lnTo>
                    <a:pt x="16728" y="419"/>
                  </a:lnTo>
                  <a:close/>
                  <a:moveTo>
                    <a:pt x="14074" y="419"/>
                  </a:moveTo>
                  <a:lnTo>
                    <a:pt x="14210" y="419"/>
                  </a:lnTo>
                  <a:lnTo>
                    <a:pt x="14187" y="544"/>
                  </a:lnTo>
                  <a:lnTo>
                    <a:pt x="14050" y="544"/>
                  </a:lnTo>
                  <a:lnTo>
                    <a:pt x="14074" y="419"/>
                  </a:lnTo>
                  <a:close/>
                  <a:moveTo>
                    <a:pt x="11422" y="419"/>
                  </a:moveTo>
                  <a:lnTo>
                    <a:pt x="11558" y="419"/>
                  </a:lnTo>
                  <a:lnTo>
                    <a:pt x="11535" y="544"/>
                  </a:lnTo>
                  <a:lnTo>
                    <a:pt x="11398" y="544"/>
                  </a:lnTo>
                  <a:lnTo>
                    <a:pt x="11422" y="419"/>
                  </a:lnTo>
                  <a:close/>
                  <a:moveTo>
                    <a:pt x="8768" y="419"/>
                  </a:moveTo>
                  <a:lnTo>
                    <a:pt x="8904" y="419"/>
                  </a:lnTo>
                  <a:lnTo>
                    <a:pt x="8881" y="544"/>
                  </a:lnTo>
                  <a:lnTo>
                    <a:pt x="8744" y="544"/>
                  </a:lnTo>
                  <a:lnTo>
                    <a:pt x="8768" y="419"/>
                  </a:lnTo>
                  <a:close/>
                  <a:moveTo>
                    <a:pt x="6116" y="419"/>
                  </a:moveTo>
                  <a:lnTo>
                    <a:pt x="6252" y="419"/>
                  </a:lnTo>
                  <a:lnTo>
                    <a:pt x="6229" y="544"/>
                  </a:lnTo>
                  <a:lnTo>
                    <a:pt x="6092" y="544"/>
                  </a:lnTo>
                  <a:lnTo>
                    <a:pt x="6116" y="419"/>
                  </a:lnTo>
                  <a:close/>
                  <a:moveTo>
                    <a:pt x="3462" y="419"/>
                  </a:moveTo>
                  <a:lnTo>
                    <a:pt x="3598" y="419"/>
                  </a:lnTo>
                  <a:lnTo>
                    <a:pt x="3575" y="544"/>
                  </a:lnTo>
                  <a:lnTo>
                    <a:pt x="3438" y="544"/>
                  </a:lnTo>
                  <a:lnTo>
                    <a:pt x="3462" y="419"/>
                  </a:lnTo>
                  <a:close/>
                  <a:moveTo>
                    <a:pt x="810" y="419"/>
                  </a:moveTo>
                  <a:lnTo>
                    <a:pt x="946" y="419"/>
                  </a:lnTo>
                  <a:lnTo>
                    <a:pt x="923" y="544"/>
                  </a:lnTo>
                  <a:lnTo>
                    <a:pt x="786" y="544"/>
                  </a:lnTo>
                  <a:lnTo>
                    <a:pt x="810" y="419"/>
                  </a:lnTo>
                  <a:close/>
                  <a:moveTo>
                    <a:pt x="16549" y="131"/>
                  </a:moveTo>
                  <a:cubicBezTo>
                    <a:pt x="16531" y="131"/>
                    <a:pt x="16517" y="139"/>
                    <a:pt x="16507" y="157"/>
                  </a:cubicBezTo>
                  <a:cubicBezTo>
                    <a:pt x="16498" y="175"/>
                    <a:pt x="16488" y="206"/>
                    <a:pt x="16478" y="251"/>
                  </a:cubicBezTo>
                  <a:cubicBezTo>
                    <a:pt x="16472" y="277"/>
                    <a:pt x="16466" y="305"/>
                    <a:pt x="16461" y="336"/>
                  </a:cubicBezTo>
                  <a:cubicBezTo>
                    <a:pt x="16455" y="367"/>
                    <a:pt x="16452" y="398"/>
                    <a:pt x="16450" y="428"/>
                  </a:cubicBezTo>
                  <a:cubicBezTo>
                    <a:pt x="16454" y="428"/>
                    <a:pt x="16457" y="428"/>
                    <a:pt x="16461" y="428"/>
                  </a:cubicBezTo>
                  <a:cubicBezTo>
                    <a:pt x="16465" y="428"/>
                    <a:pt x="16468" y="428"/>
                    <a:pt x="16472" y="428"/>
                  </a:cubicBezTo>
                  <a:cubicBezTo>
                    <a:pt x="16490" y="429"/>
                    <a:pt x="16505" y="421"/>
                    <a:pt x="16514" y="403"/>
                  </a:cubicBezTo>
                  <a:cubicBezTo>
                    <a:pt x="16523" y="386"/>
                    <a:pt x="16533" y="354"/>
                    <a:pt x="16543" y="309"/>
                  </a:cubicBezTo>
                  <a:cubicBezTo>
                    <a:pt x="16549" y="284"/>
                    <a:pt x="16555" y="255"/>
                    <a:pt x="16560" y="224"/>
                  </a:cubicBezTo>
                  <a:cubicBezTo>
                    <a:pt x="16565" y="193"/>
                    <a:pt x="16568" y="162"/>
                    <a:pt x="16570" y="132"/>
                  </a:cubicBezTo>
                  <a:cubicBezTo>
                    <a:pt x="16567" y="132"/>
                    <a:pt x="16564" y="132"/>
                    <a:pt x="16560" y="132"/>
                  </a:cubicBezTo>
                  <a:cubicBezTo>
                    <a:pt x="16557" y="131"/>
                    <a:pt x="16553" y="131"/>
                    <a:pt x="16549" y="131"/>
                  </a:cubicBezTo>
                  <a:close/>
                  <a:moveTo>
                    <a:pt x="13895" y="131"/>
                  </a:moveTo>
                  <a:cubicBezTo>
                    <a:pt x="13877" y="131"/>
                    <a:pt x="13863" y="139"/>
                    <a:pt x="13853" y="157"/>
                  </a:cubicBezTo>
                  <a:cubicBezTo>
                    <a:pt x="13844" y="175"/>
                    <a:pt x="13834" y="206"/>
                    <a:pt x="13824" y="251"/>
                  </a:cubicBezTo>
                  <a:cubicBezTo>
                    <a:pt x="13818" y="277"/>
                    <a:pt x="13812" y="305"/>
                    <a:pt x="13807" y="336"/>
                  </a:cubicBezTo>
                  <a:cubicBezTo>
                    <a:pt x="13801" y="367"/>
                    <a:pt x="13798" y="398"/>
                    <a:pt x="13796" y="428"/>
                  </a:cubicBezTo>
                  <a:cubicBezTo>
                    <a:pt x="13800" y="428"/>
                    <a:pt x="13803" y="428"/>
                    <a:pt x="13807" y="428"/>
                  </a:cubicBezTo>
                  <a:cubicBezTo>
                    <a:pt x="13811" y="428"/>
                    <a:pt x="13814" y="428"/>
                    <a:pt x="13818" y="428"/>
                  </a:cubicBezTo>
                  <a:cubicBezTo>
                    <a:pt x="13836" y="429"/>
                    <a:pt x="13851" y="421"/>
                    <a:pt x="13860" y="403"/>
                  </a:cubicBezTo>
                  <a:cubicBezTo>
                    <a:pt x="13869" y="386"/>
                    <a:pt x="13879" y="354"/>
                    <a:pt x="13889" y="309"/>
                  </a:cubicBezTo>
                  <a:cubicBezTo>
                    <a:pt x="13895" y="284"/>
                    <a:pt x="13901" y="255"/>
                    <a:pt x="13906" y="224"/>
                  </a:cubicBezTo>
                  <a:cubicBezTo>
                    <a:pt x="13911" y="193"/>
                    <a:pt x="13914" y="162"/>
                    <a:pt x="13916" y="132"/>
                  </a:cubicBezTo>
                  <a:cubicBezTo>
                    <a:pt x="13913" y="132"/>
                    <a:pt x="13910" y="132"/>
                    <a:pt x="13906" y="132"/>
                  </a:cubicBezTo>
                  <a:cubicBezTo>
                    <a:pt x="13903" y="131"/>
                    <a:pt x="13899" y="131"/>
                    <a:pt x="13895" y="131"/>
                  </a:cubicBezTo>
                  <a:close/>
                  <a:moveTo>
                    <a:pt x="11243" y="131"/>
                  </a:moveTo>
                  <a:cubicBezTo>
                    <a:pt x="11225" y="131"/>
                    <a:pt x="11211" y="139"/>
                    <a:pt x="11201" y="157"/>
                  </a:cubicBezTo>
                  <a:cubicBezTo>
                    <a:pt x="11192" y="175"/>
                    <a:pt x="11182" y="206"/>
                    <a:pt x="11172" y="251"/>
                  </a:cubicBezTo>
                  <a:cubicBezTo>
                    <a:pt x="11166" y="277"/>
                    <a:pt x="11160" y="305"/>
                    <a:pt x="11155" y="336"/>
                  </a:cubicBezTo>
                  <a:cubicBezTo>
                    <a:pt x="11149" y="367"/>
                    <a:pt x="11146" y="398"/>
                    <a:pt x="11144" y="428"/>
                  </a:cubicBezTo>
                  <a:cubicBezTo>
                    <a:pt x="11148" y="428"/>
                    <a:pt x="11151" y="428"/>
                    <a:pt x="11155" y="428"/>
                  </a:cubicBezTo>
                  <a:cubicBezTo>
                    <a:pt x="11159" y="428"/>
                    <a:pt x="11162" y="428"/>
                    <a:pt x="11166" y="428"/>
                  </a:cubicBezTo>
                  <a:cubicBezTo>
                    <a:pt x="11184" y="429"/>
                    <a:pt x="11199" y="421"/>
                    <a:pt x="11208" y="403"/>
                  </a:cubicBezTo>
                  <a:cubicBezTo>
                    <a:pt x="11217" y="386"/>
                    <a:pt x="11227" y="354"/>
                    <a:pt x="11237" y="309"/>
                  </a:cubicBezTo>
                  <a:cubicBezTo>
                    <a:pt x="11243" y="284"/>
                    <a:pt x="11249" y="255"/>
                    <a:pt x="11254" y="224"/>
                  </a:cubicBezTo>
                  <a:cubicBezTo>
                    <a:pt x="11259" y="193"/>
                    <a:pt x="11262" y="162"/>
                    <a:pt x="11264" y="132"/>
                  </a:cubicBezTo>
                  <a:cubicBezTo>
                    <a:pt x="11261" y="132"/>
                    <a:pt x="11258" y="132"/>
                    <a:pt x="11254" y="132"/>
                  </a:cubicBezTo>
                  <a:cubicBezTo>
                    <a:pt x="11251" y="131"/>
                    <a:pt x="11247" y="131"/>
                    <a:pt x="11243" y="131"/>
                  </a:cubicBezTo>
                  <a:close/>
                  <a:moveTo>
                    <a:pt x="8589" y="131"/>
                  </a:moveTo>
                  <a:cubicBezTo>
                    <a:pt x="8571" y="131"/>
                    <a:pt x="8557" y="139"/>
                    <a:pt x="8547" y="157"/>
                  </a:cubicBezTo>
                  <a:cubicBezTo>
                    <a:pt x="8538" y="175"/>
                    <a:pt x="8528" y="206"/>
                    <a:pt x="8518" y="251"/>
                  </a:cubicBezTo>
                  <a:cubicBezTo>
                    <a:pt x="8512" y="277"/>
                    <a:pt x="8506" y="305"/>
                    <a:pt x="8501" y="336"/>
                  </a:cubicBezTo>
                  <a:cubicBezTo>
                    <a:pt x="8495" y="367"/>
                    <a:pt x="8492" y="398"/>
                    <a:pt x="8490" y="428"/>
                  </a:cubicBezTo>
                  <a:cubicBezTo>
                    <a:pt x="8494" y="428"/>
                    <a:pt x="8497" y="428"/>
                    <a:pt x="8501" y="428"/>
                  </a:cubicBezTo>
                  <a:cubicBezTo>
                    <a:pt x="8505" y="428"/>
                    <a:pt x="8508" y="428"/>
                    <a:pt x="8512" y="428"/>
                  </a:cubicBezTo>
                  <a:cubicBezTo>
                    <a:pt x="8530" y="429"/>
                    <a:pt x="8545" y="421"/>
                    <a:pt x="8554" y="403"/>
                  </a:cubicBezTo>
                  <a:cubicBezTo>
                    <a:pt x="8563" y="386"/>
                    <a:pt x="8573" y="354"/>
                    <a:pt x="8583" y="309"/>
                  </a:cubicBezTo>
                  <a:cubicBezTo>
                    <a:pt x="8589" y="284"/>
                    <a:pt x="8595" y="255"/>
                    <a:pt x="8600" y="224"/>
                  </a:cubicBezTo>
                  <a:cubicBezTo>
                    <a:pt x="8605" y="193"/>
                    <a:pt x="8608" y="162"/>
                    <a:pt x="8610" y="132"/>
                  </a:cubicBezTo>
                  <a:cubicBezTo>
                    <a:pt x="8607" y="132"/>
                    <a:pt x="8604" y="132"/>
                    <a:pt x="8600" y="132"/>
                  </a:cubicBezTo>
                  <a:cubicBezTo>
                    <a:pt x="8597" y="131"/>
                    <a:pt x="8593" y="131"/>
                    <a:pt x="8589" y="131"/>
                  </a:cubicBezTo>
                  <a:close/>
                  <a:moveTo>
                    <a:pt x="5937" y="131"/>
                  </a:moveTo>
                  <a:cubicBezTo>
                    <a:pt x="5919" y="131"/>
                    <a:pt x="5905" y="139"/>
                    <a:pt x="5895" y="157"/>
                  </a:cubicBezTo>
                  <a:cubicBezTo>
                    <a:pt x="5886" y="175"/>
                    <a:pt x="5876" y="206"/>
                    <a:pt x="5866" y="251"/>
                  </a:cubicBezTo>
                  <a:cubicBezTo>
                    <a:pt x="5860" y="277"/>
                    <a:pt x="5854" y="305"/>
                    <a:pt x="5849" y="336"/>
                  </a:cubicBezTo>
                  <a:cubicBezTo>
                    <a:pt x="5843" y="367"/>
                    <a:pt x="5840" y="398"/>
                    <a:pt x="5838" y="428"/>
                  </a:cubicBezTo>
                  <a:cubicBezTo>
                    <a:pt x="5842" y="428"/>
                    <a:pt x="5845" y="428"/>
                    <a:pt x="5849" y="428"/>
                  </a:cubicBezTo>
                  <a:cubicBezTo>
                    <a:pt x="5853" y="428"/>
                    <a:pt x="5856" y="428"/>
                    <a:pt x="5860" y="428"/>
                  </a:cubicBezTo>
                  <a:cubicBezTo>
                    <a:pt x="5878" y="429"/>
                    <a:pt x="5893" y="421"/>
                    <a:pt x="5902" y="403"/>
                  </a:cubicBezTo>
                  <a:cubicBezTo>
                    <a:pt x="5911" y="386"/>
                    <a:pt x="5921" y="354"/>
                    <a:pt x="5931" y="309"/>
                  </a:cubicBezTo>
                  <a:cubicBezTo>
                    <a:pt x="5937" y="284"/>
                    <a:pt x="5943" y="255"/>
                    <a:pt x="5948" y="224"/>
                  </a:cubicBezTo>
                  <a:cubicBezTo>
                    <a:pt x="5953" y="193"/>
                    <a:pt x="5956" y="162"/>
                    <a:pt x="5958" y="132"/>
                  </a:cubicBezTo>
                  <a:cubicBezTo>
                    <a:pt x="5955" y="132"/>
                    <a:pt x="5952" y="132"/>
                    <a:pt x="5948" y="132"/>
                  </a:cubicBezTo>
                  <a:cubicBezTo>
                    <a:pt x="5945" y="131"/>
                    <a:pt x="5941" y="131"/>
                    <a:pt x="5937" y="131"/>
                  </a:cubicBezTo>
                  <a:close/>
                  <a:moveTo>
                    <a:pt x="3283" y="131"/>
                  </a:moveTo>
                  <a:cubicBezTo>
                    <a:pt x="3265" y="131"/>
                    <a:pt x="3251" y="139"/>
                    <a:pt x="3241" y="157"/>
                  </a:cubicBezTo>
                  <a:cubicBezTo>
                    <a:pt x="3232" y="175"/>
                    <a:pt x="3222" y="206"/>
                    <a:pt x="3212" y="251"/>
                  </a:cubicBezTo>
                  <a:cubicBezTo>
                    <a:pt x="3206" y="277"/>
                    <a:pt x="3200" y="305"/>
                    <a:pt x="3195" y="336"/>
                  </a:cubicBezTo>
                  <a:cubicBezTo>
                    <a:pt x="3189" y="367"/>
                    <a:pt x="3186" y="398"/>
                    <a:pt x="3184" y="428"/>
                  </a:cubicBezTo>
                  <a:cubicBezTo>
                    <a:pt x="3188" y="428"/>
                    <a:pt x="3191" y="428"/>
                    <a:pt x="3195" y="428"/>
                  </a:cubicBezTo>
                  <a:cubicBezTo>
                    <a:pt x="3199" y="428"/>
                    <a:pt x="3202" y="428"/>
                    <a:pt x="3206" y="428"/>
                  </a:cubicBezTo>
                  <a:cubicBezTo>
                    <a:pt x="3224" y="429"/>
                    <a:pt x="3239" y="421"/>
                    <a:pt x="3248" y="403"/>
                  </a:cubicBezTo>
                  <a:cubicBezTo>
                    <a:pt x="3257" y="386"/>
                    <a:pt x="3267" y="354"/>
                    <a:pt x="3277" y="309"/>
                  </a:cubicBezTo>
                  <a:cubicBezTo>
                    <a:pt x="3283" y="284"/>
                    <a:pt x="3289" y="255"/>
                    <a:pt x="3294" y="224"/>
                  </a:cubicBezTo>
                  <a:cubicBezTo>
                    <a:pt x="3299" y="193"/>
                    <a:pt x="3302" y="162"/>
                    <a:pt x="3304" y="132"/>
                  </a:cubicBezTo>
                  <a:cubicBezTo>
                    <a:pt x="3301" y="132"/>
                    <a:pt x="3298" y="132"/>
                    <a:pt x="3294" y="132"/>
                  </a:cubicBezTo>
                  <a:cubicBezTo>
                    <a:pt x="3291" y="131"/>
                    <a:pt x="3287" y="131"/>
                    <a:pt x="3283" y="131"/>
                  </a:cubicBezTo>
                  <a:close/>
                  <a:moveTo>
                    <a:pt x="631" y="131"/>
                  </a:moveTo>
                  <a:cubicBezTo>
                    <a:pt x="613" y="131"/>
                    <a:pt x="599" y="139"/>
                    <a:pt x="589" y="157"/>
                  </a:cubicBezTo>
                  <a:cubicBezTo>
                    <a:pt x="580" y="175"/>
                    <a:pt x="570" y="206"/>
                    <a:pt x="560" y="251"/>
                  </a:cubicBezTo>
                  <a:cubicBezTo>
                    <a:pt x="554" y="277"/>
                    <a:pt x="548" y="305"/>
                    <a:pt x="543" y="336"/>
                  </a:cubicBezTo>
                  <a:cubicBezTo>
                    <a:pt x="537" y="367"/>
                    <a:pt x="534" y="398"/>
                    <a:pt x="532" y="428"/>
                  </a:cubicBezTo>
                  <a:cubicBezTo>
                    <a:pt x="536" y="428"/>
                    <a:pt x="539" y="428"/>
                    <a:pt x="543" y="428"/>
                  </a:cubicBezTo>
                  <a:cubicBezTo>
                    <a:pt x="547" y="428"/>
                    <a:pt x="550" y="428"/>
                    <a:pt x="554" y="428"/>
                  </a:cubicBezTo>
                  <a:cubicBezTo>
                    <a:pt x="572" y="429"/>
                    <a:pt x="587" y="421"/>
                    <a:pt x="596" y="403"/>
                  </a:cubicBezTo>
                  <a:cubicBezTo>
                    <a:pt x="605" y="386"/>
                    <a:pt x="615" y="354"/>
                    <a:pt x="625" y="309"/>
                  </a:cubicBezTo>
                  <a:cubicBezTo>
                    <a:pt x="631" y="284"/>
                    <a:pt x="637" y="255"/>
                    <a:pt x="642" y="224"/>
                  </a:cubicBezTo>
                  <a:cubicBezTo>
                    <a:pt x="647" y="193"/>
                    <a:pt x="650" y="162"/>
                    <a:pt x="652" y="132"/>
                  </a:cubicBezTo>
                  <a:cubicBezTo>
                    <a:pt x="649" y="132"/>
                    <a:pt x="646" y="132"/>
                    <a:pt x="642" y="132"/>
                  </a:cubicBezTo>
                  <a:cubicBezTo>
                    <a:pt x="639" y="131"/>
                    <a:pt x="635" y="131"/>
                    <a:pt x="631" y="131"/>
                  </a:cubicBezTo>
                  <a:close/>
                  <a:moveTo>
                    <a:pt x="15416" y="16"/>
                  </a:moveTo>
                  <a:lnTo>
                    <a:pt x="15525" y="16"/>
                  </a:lnTo>
                  <a:lnTo>
                    <a:pt x="15507" y="115"/>
                  </a:lnTo>
                  <a:lnTo>
                    <a:pt x="15457" y="211"/>
                  </a:lnTo>
                  <a:lnTo>
                    <a:pt x="15379" y="211"/>
                  </a:lnTo>
                  <a:lnTo>
                    <a:pt x="15416" y="16"/>
                  </a:lnTo>
                  <a:close/>
                  <a:moveTo>
                    <a:pt x="15055" y="16"/>
                  </a:moveTo>
                  <a:lnTo>
                    <a:pt x="15380" y="16"/>
                  </a:lnTo>
                  <a:lnTo>
                    <a:pt x="15347" y="145"/>
                  </a:lnTo>
                  <a:lnTo>
                    <a:pt x="15267" y="145"/>
                  </a:lnTo>
                  <a:lnTo>
                    <a:pt x="15193" y="544"/>
                  </a:lnTo>
                  <a:lnTo>
                    <a:pt x="15048" y="544"/>
                  </a:lnTo>
                  <a:lnTo>
                    <a:pt x="15121" y="145"/>
                  </a:lnTo>
                  <a:lnTo>
                    <a:pt x="15032" y="145"/>
                  </a:lnTo>
                  <a:lnTo>
                    <a:pt x="15055" y="16"/>
                  </a:lnTo>
                  <a:close/>
                  <a:moveTo>
                    <a:pt x="14756" y="16"/>
                  </a:moveTo>
                  <a:lnTo>
                    <a:pt x="15029" y="16"/>
                  </a:lnTo>
                  <a:lnTo>
                    <a:pt x="14996" y="145"/>
                  </a:lnTo>
                  <a:lnTo>
                    <a:pt x="14877" y="145"/>
                  </a:lnTo>
                  <a:lnTo>
                    <a:pt x="14865" y="217"/>
                  </a:lnTo>
                  <a:lnTo>
                    <a:pt x="14982" y="217"/>
                  </a:lnTo>
                  <a:lnTo>
                    <a:pt x="14960" y="338"/>
                  </a:lnTo>
                  <a:lnTo>
                    <a:pt x="14842" y="338"/>
                  </a:lnTo>
                  <a:lnTo>
                    <a:pt x="14829" y="414"/>
                  </a:lnTo>
                  <a:lnTo>
                    <a:pt x="14964" y="414"/>
                  </a:lnTo>
                  <a:lnTo>
                    <a:pt x="14929" y="544"/>
                  </a:lnTo>
                  <a:lnTo>
                    <a:pt x="14659" y="544"/>
                  </a:lnTo>
                  <a:lnTo>
                    <a:pt x="14756" y="16"/>
                  </a:lnTo>
                  <a:close/>
                  <a:moveTo>
                    <a:pt x="14466" y="16"/>
                  </a:moveTo>
                  <a:lnTo>
                    <a:pt x="14611" y="16"/>
                  </a:lnTo>
                  <a:lnTo>
                    <a:pt x="14539" y="414"/>
                  </a:lnTo>
                  <a:lnTo>
                    <a:pt x="14646" y="414"/>
                  </a:lnTo>
                  <a:lnTo>
                    <a:pt x="14611" y="544"/>
                  </a:lnTo>
                  <a:lnTo>
                    <a:pt x="14369" y="544"/>
                  </a:lnTo>
                  <a:lnTo>
                    <a:pt x="14466" y="16"/>
                  </a:lnTo>
                  <a:close/>
                  <a:moveTo>
                    <a:pt x="12762" y="16"/>
                  </a:moveTo>
                  <a:lnTo>
                    <a:pt x="12871" y="16"/>
                  </a:lnTo>
                  <a:lnTo>
                    <a:pt x="12853" y="115"/>
                  </a:lnTo>
                  <a:lnTo>
                    <a:pt x="12803" y="211"/>
                  </a:lnTo>
                  <a:lnTo>
                    <a:pt x="12725" y="211"/>
                  </a:lnTo>
                  <a:lnTo>
                    <a:pt x="12762" y="16"/>
                  </a:lnTo>
                  <a:close/>
                  <a:moveTo>
                    <a:pt x="12401" y="16"/>
                  </a:moveTo>
                  <a:lnTo>
                    <a:pt x="12726" y="16"/>
                  </a:lnTo>
                  <a:lnTo>
                    <a:pt x="12693" y="145"/>
                  </a:lnTo>
                  <a:lnTo>
                    <a:pt x="12613" y="145"/>
                  </a:lnTo>
                  <a:lnTo>
                    <a:pt x="12539" y="544"/>
                  </a:lnTo>
                  <a:lnTo>
                    <a:pt x="12394" y="544"/>
                  </a:lnTo>
                  <a:lnTo>
                    <a:pt x="12467" y="145"/>
                  </a:lnTo>
                  <a:lnTo>
                    <a:pt x="12378" y="145"/>
                  </a:lnTo>
                  <a:lnTo>
                    <a:pt x="12401" y="16"/>
                  </a:lnTo>
                  <a:close/>
                  <a:moveTo>
                    <a:pt x="12102" y="16"/>
                  </a:moveTo>
                  <a:lnTo>
                    <a:pt x="12375" y="16"/>
                  </a:lnTo>
                  <a:lnTo>
                    <a:pt x="12342" y="145"/>
                  </a:lnTo>
                  <a:lnTo>
                    <a:pt x="12223" y="145"/>
                  </a:lnTo>
                  <a:lnTo>
                    <a:pt x="12211" y="217"/>
                  </a:lnTo>
                  <a:lnTo>
                    <a:pt x="12328" y="217"/>
                  </a:lnTo>
                  <a:lnTo>
                    <a:pt x="12306" y="338"/>
                  </a:lnTo>
                  <a:lnTo>
                    <a:pt x="12188" y="338"/>
                  </a:lnTo>
                  <a:lnTo>
                    <a:pt x="12175" y="414"/>
                  </a:lnTo>
                  <a:lnTo>
                    <a:pt x="12310" y="414"/>
                  </a:lnTo>
                  <a:lnTo>
                    <a:pt x="12275" y="544"/>
                  </a:lnTo>
                  <a:lnTo>
                    <a:pt x="12005" y="544"/>
                  </a:lnTo>
                  <a:lnTo>
                    <a:pt x="12102" y="16"/>
                  </a:lnTo>
                  <a:close/>
                  <a:moveTo>
                    <a:pt x="11812" y="16"/>
                  </a:moveTo>
                  <a:lnTo>
                    <a:pt x="11957" y="16"/>
                  </a:lnTo>
                  <a:lnTo>
                    <a:pt x="11885" y="414"/>
                  </a:lnTo>
                  <a:lnTo>
                    <a:pt x="11992" y="414"/>
                  </a:lnTo>
                  <a:lnTo>
                    <a:pt x="11957" y="544"/>
                  </a:lnTo>
                  <a:lnTo>
                    <a:pt x="11715" y="544"/>
                  </a:lnTo>
                  <a:lnTo>
                    <a:pt x="11812" y="16"/>
                  </a:lnTo>
                  <a:close/>
                  <a:moveTo>
                    <a:pt x="10110" y="16"/>
                  </a:moveTo>
                  <a:lnTo>
                    <a:pt x="10219" y="16"/>
                  </a:lnTo>
                  <a:lnTo>
                    <a:pt x="10201" y="115"/>
                  </a:lnTo>
                  <a:lnTo>
                    <a:pt x="10151" y="211"/>
                  </a:lnTo>
                  <a:lnTo>
                    <a:pt x="10073" y="211"/>
                  </a:lnTo>
                  <a:lnTo>
                    <a:pt x="10110" y="16"/>
                  </a:lnTo>
                  <a:close/>
                  <a:moveTo>
                    <a:pt x="9749" y="16"/>
                  </a:moveTo>
                  <a:lnTo>
                    <a:pt x="10074" y="16"/>
                  </a:lnTo>
                  <a:lnTo>
                    <a:pt x="10041" y="145"/>
                  </a:lnTo>
                  <a:lnTo>
                    <a:pt x="9961" y="145"/>
                  </a:lnTo>
                  <a:lnTo>
                    <a:pt x="9887" y="544"/>
                  </a:lnTo>
                  <a:lnTo>
                    <a:pt x="9742" y="544"/>
                  </a:lnTo>
                  <a:lnTo>
                    <a:pt x="9815" y="145"/>
                  </a:lnTo>
                  <a:lnTo>
                    <a:pt x="9726" y="145"/>
                  </a:lnTo>
                  <a:lnTo>
                    <a:pt x="9749" y="16"/>
                  </a:lnTo>
                  <a:close/>
                  <a:moveTo>
                    <a:pt x="9450" y="16"/>
                  </a:moveTo>
                  <a:lnTo>
                    <a:pt x="9723" y="16"/>
                  </a:lnTo>
                  <a:lnTo>
                    <a:pt x="9690" y="145"/>
                  </a:lnTo>
                  <a:lnTo>
                    <a:pt x="9571" y="145"/>
                  </a:lnTo>
                  <a:lnTo>
                    <a:pt x="9559" y="217"/>
                  </a:lnTo>
                  <a:lnTo>
                    <a:pt x="9676" y="217"/>
                  </a:lnTo>
                  <a:lnTo>
                    <a:pt x="9654" y="338"/>
                  </a:lnTo>
                  <a:lnTo>
                    <a:pt x="9536" y="338"/>
                  </a:lnTo>
                  <a:lnTo>
                    <a:pt x="9523" y="414"/>
                  </a:lnTo>
                  <a:lnTo>
                    <a:pt x="9658" y="414"/>
                  </a:lnTo>
                  <a:lnTo>
                    <a:pt x="9623" y="544"/>
                  </a:lnTo>
                  <a:lnTo>
                    <a:pt x="9353" y="544"/>
                  </a:lnTo>
                  <a:lnTo>
                    <a:pt x="9450" y="16"/>
                  </a:lnTo>
                  <a:close/>
                  <a:moveTo>
                    <a:pt x="9160" y="16"/>
                  </a:moveTo>
                  <a:lnTo>
                    <a:pt x="9305" y="16"/>
                  </a:lnTo>
                  <a:lnTo>
                    <a:pt x="9233" y="414"/>
                  </a:lnTo>
                  <a:lnTo>
                    <a:pt x="9340" y="414"/>
                  </a:lnTo>
                  <a:lnTo>
                    <a:pt x="9305" y="544"/>
                  </a:lnTo>
                  <a:lnTo>
                    <a:pt x="9063" y="544"/>
                  </a:lnTo>
                  <a:lnTo>
                    <a:pt x="9160" y="16"/>
                  </a:lnTo>
                  <a:close/>
                  <a:moveTo>
                    <a:pt x="7456" y="16"/>
                  </a:moveTo>
                  <a:lnTo>
                    <a:pt x="7565" y="16"/>
                  </a:lnTo>
                  <a:lnTo>
                    <a:pt x="7547" y="115"/>
                  </a:lnTo>
                  <a:lnTo>
                    <a:pt x="7497" y="211"/>
                  </a:lnTo>
                  <a:lnTo>
                    <a:pt x="7419" y="211"/>
                  </a:lnTo>
                  <a:lnTo>
                    <a:pt x="7456" y="16"/>
                  </a:lnTo>
                  <a:close/>
                  <a:moveTo>
                    <a:pt x="7095" y="16"/>
                  </a:moveTo>
                  <a:lnTo>
                    <a:pt x="7420" y="16"/>
                  </a:lnTo>
                  <a:lnTo>
                    <a:pt x="7387" y="145"/>
                  </a:lnTo>
                  <a:lnTo>
                    <a:pt x="7307" y="145"/>
                  </a:lnTo>
                  <a:lnTo>
                    <a:pt x="7233" y="544"/>
                  </a:lnTo>
                  <a:lnTo>
                    <a:pt x="7088" y="544"/>
                  </a:lnTo>
                  <a:lnTo>
                    <a:pt x="7161" y="145"/>
                  </a:lnTo>
                  <a:lnTo>
                    <a:pt x="7072" y="145"/>
                  </a:lnTo>
                  <a:lnTo>
                    <a:pt x="7095" y="16"/>
                  </a:lnTo>
                  <a:close/>
                  <a:moveTo>
                    <a:pt x="6796" y="16"/>
                  </a:moveTo>
                  <a:lnTo>
                    <a:pt x="7069" y="16"/>
                  </a:lnTo>
                  <a:lnTo>
                    <a:pt x="7036" y="145"/>
                  </a:lnTo>
                  <a:lnTo>
                    <a:pt x="6917" y="145"/>
                  </a:lnTo>
                  <a:lnTo>
                    <a:pt x="6905" y="217"/>
                  </a:lnTo>
                  <a:lnTo>
                    <a:pt x="7022" y="217"/>
                  </a:lnTo>
                  <a:lnTo>
                    <a:pt x="7000" y="338"/>
                  </a:lnTo>
                  <a:lnTo>
                    <a:pt x="6882" y="338"/>
                  </a:lnTo>
                  <a:lnTo>
                    <a:pt x="6869" y="414"/>
                  </a:lnTo>
                  <a:lnTo>
                    <a:pt x="7004" y="414"/>
                  </a:lnTo>
                  <a:lnTo>
                    <a:pt x="6969" y="544"/>
                  </a:lnTo>
                  <a:lnTo>
                    <a:pt x="6699" y="544"/>
                  </a:lnTo>
                  <a:lnTo>
                    <a:pt x="6796" y="16"/>
                  </a:lnTo>
                  <a:close/>
                  <a:moveTo>
                    <a:pt x="6506" y="16"/>
                  </a:moveTo>
                  <a:lnTo>
                    <a:pt x="6651" y="16"/>
                  </a:lnTo>
                  <a:lnTo>
                    <a:pt x="6579" y="414"/>
                  </a:lnTo>
                  <a:lnTo>
                    <a:pt x="6686" y="414"/>
                  </a:lnTo>
                  <a:lnTo>
                    <a:pt x="6651" y="544"/>
                  </a:lnTo>
                  <a:lnTo>
                    <a:pt x="6409" y="544"/>
                  </a:lnTo>
                  <a:lnTo>
                    <a:pt x="6506" y="16"/>
                  </a:lnTo>
                  <a:close/>
                  <a:moveTo>
                    <a:pt x="4804" y="16"/>
                  </a:moveTo>
                  <a:lnTo>
                    <a:pt x="4913" y="16"/>
                  </a:lnTo>
                  <a:lnTo>
                    <a:pt x="4895" y="115"/>
                  </a:lnTo>
                  <a:lnTo>
                    <a:pt x="4845" y="211"/>
                  </a:lnTo>
                  <a:lnTo>
                    <a:pt x="4767" y="211"/>
                  </a:lnTo>
                  <a:lnTo>
                    <a:pt x="4804" y="16"/>
                  </a:lnTo>
                  <a:close/>
                  <a:moveTo>
                    <a:pt x="4443" y="16"/>
                  </a:moveTo>
                  <a:lnTo>
                    <a:pt x="4768" y="16"/>
                  </a:lnTo>
                  <a:lnTo>
                    <a:pt x="4735" y="145"/>
                  </a:lnTo>
                  <a:lnTo>
                    <a:pt x="4655" y="145"/>
                  </a:lnTo>
                  <a:lnTo>
                    <a:pt x="4581" y="544"/>
                  </a:lnTo>
                  <a:lnTo>
                    <a:pt x="4436" y="544"/>
                  </a:lnTo>
                  <a:lnTo>
                    <a:pt x="4509" y="145"/>
                  </a:lnTo>
                  <a:lnTo>
                    <a:pt x="4420" y="145"/>
                  </a:lnTo>
                  <a:lnTo>
                    <a:pt x="4443" y="16"/>
                  </a:lnTo>
                  <a:close/>
                  <a:moveTo>
                    <a:pt x="4144" y="16"/>
                  </a:moveTo>
                  <a:lnTo>
                    <a:pt x="4417" y="16"/>
                  </a:lnTo>
                  <a:lnTo>
                    <a:pt x="4384" y="145"/>
                  </a:lnTo>
                  <a:lnTo>
                    <a:pt x="4265" y="145"/>
                  </a:lnTo>
                  <a:lnTo>
                    <a:pt x="4253" y="217"/>
                  </a:lnTo>
                  <a:lnTo>
                    <a:pt x="4370" y="217"/>
                  </a:lnTo>
                  <a:lnTo>
                    <a:pt x="4348" y="338"/>
                  </a:lnTo>
                  <a:lnTo>
                    <a:pt x="4230" y="338"/>
                  </a:lnTo>
                  <a:lnTo>
                    <a:pt x="4217" y="414"/>
                  </a:lnTo>
                  <a:lnTo>
                    <a:pt x="4352" y="414"/>
                  </a:lnTo>
                  <a:lnTo>
                    <a:pt x="4317" y="544"/>
                  </a:lnTo>
                  <a:lnTo>
                    <a:pt x="4047" y="544"/>
                  </a:lnTo>
                  <a:lnTo>
                    <a:pt x="4144" y="16"/>
                  </a:lnTo>
                  <a:close/>
                  <a:moveTo>
                    <a:pt x="3854" y="16"/>
                  </a:moveTo>
                  <a:lnTo>
                    <a:pt x="3999" y="16"/>
                  </a:lnTo>
                  <a:lnTo>
                    <a:pt x="3927" y="414"/>
                  </a:lnTo>
                  <a:lnTo>
                    <a:pt x="4034" y="414"/>
                  </a:lnTo>
                  <a:lnTo>
                    <a:pt x="3999" y="544"/>
                  </a:lnTo>
                  <a:lnTo>
                    <a:pt x="3757" y="544"/>
                  </a:lnTo>
                  <a:lnTo>
                    <a:pt x="3854" y="16"/>
                  </a:lnTo>
                  <a:close/>
                  <a:moveTo>
                    <a:pt x="2152" y="16"/>
                  </a:moveTo>
                  <a:lnTo>
                    <a:pt x="2261" y="16"/>
                  </a:lnTo>
                  <a:lnTo>
                    <a:pt x="2243" y="115"/>
                  </a:lnTo>
                  <a:lnTo>
                    <a:pt x="2193" y="211"/>
                  </a:lnTo>
                  <a:lnTo>
                    <a:pt x="2115" y="211"/>
                  </a:lnTo>
                  <a:lnTo>
                    <a:pt x="2152" y="16"/>
                  </a:lnTo>
                  <a:close/>
                  <a:moveTo>
                    <a:pt x="1791" y="16"/>
                  </a:moveTo>
                  <a:lnTo>
                    <a:pt x="2116" y="16"/>
                  </a:lnTo>
                  <a:lnTo>
                    <a:pt x="2083" y="145"/>
                  </a:lnTo>
                  <a:lnTo>
                    <a:pt x="2003" y="145"/>
                  </a:lnTo>
                  <a:lnTo>
                    <a:pt x="1929" y="544"/>
                  </a:lnTo>
                  <a:lnTo>
                    <a:pt x="1784" y="544"/>
                  </a:lnTo>
                  <a:lnTo>
                    <a:pt x="1857" y="145"/>
                  </a:lnTo>
                  <a:lnTo>
                    <a:pt x="1768" y="145"/>
                  </a:lnTo>
                  <a:lnTo>
                    <a:pt x="1791" y="16"/>
                  </a:lnTo>
                  <a:close/>
                  <a:moveTo>
                    <a:pt x="1492" y="16"/>
                  </a:moveTo>
                  <a:lnTo>
                    <a:pt x="1765" y="16"/>
                  </a:lnTo>
                  <a:lnTo>
                    <a:pt x="1732" y="145"/>
                  </a:lnTo>
                  <a:lnTo>
                    <a:pt x="1613" y="145"/>
                  </a:lnTo>
                  <a:lnTo>
                    <a:pt x="1601" y="217"/>
                  </a:lnTo>
                  <a:lnTo>
                    <a:pt x="1718" y="217"/>
                  </a:lnTo>
                  <a:lnTo>
                    <a:pt x="1696" y="338"/>
                  </a:lnTo>
                  <a:lnTo>
                    <a:pt x="1578" y="338"/>
                  </a:lnTo>
                  <a:lnTo>
                    <a:pt x="1565" y="414"/>
                  </a:lnTo>
                  <a:lnTo>
                    <a:pt x="1700" y="414"/>
                  </a:lnTo>
                  <a:lnTo>
                    <a:pt x="1665" y="544"/>
                  </a:lnTo>
                  <a:lnTo>
                    <a:pt x="1395" y="544"/>
                  </a:lnTo>
                  <a:lnTo>
                    <a:pt x="1492" y="16"/>
                  </a:lnTo>
                  <a:close/>
                  <a:moveTo>
                    <a:pt x="1202" y="16"/>
                  </a:moveTo>
                  <a:lnTo>
                    <a:pt x="1347" y="16"/>
                  </a:lnTo>
                  <a:lnTo>
                    <a:pt x="1275" y="414"/>
                  </a:lnTo>
                  <a:lnTo>
                    <a:pt x="1382" y="414"/>
                  </a:lnTo>
                  <a:lnTo>
                    <a:pt x="1347" y="544"/>
                  </a:lnTo>
                  <a:lnTo>
                    <a:pt x="1105" y="544"/>
                  </a:lnTo>
                  <a:lnTo>
                    <a:pt x="1202" y="16"/>
                  </a:lnTo>
                  <a:close/>
                  <a:moveTo>
                    <a:pt x="16567" y="7"/>
                  </a:moveTo>
                  <a:cubicBezTo>
                    <a:pt x="16622" y="7"/>
                    <a:pt x="16659" y="21"/>
                    <a:pt x="16681" y="47"/>
                  </a:cubicBezTo>
                  <a:cubicBezTo>
                    <a:pt x="16702" y="73"/>
                    <a:pt x="16712" y="108"/>
                    <a:pt x="16711" y="151"/>
                  </a:cubicBezTo>
                  <a:cubicBezTo>
                    <a:pt x="16711" y="175"/>
                    <a:pt x="16709" y="200"/>
                    <a:pt x="16705" y="227"/>
                  </a:cubicBezTo>
                  <a:cubicBezTo>
                    <a:pt x="16701" y="253"/>
                    <a:pt x="16695" y="281"/>
                    <a:pt x="16689" y="310"/>
                  </a:cubicBezTo>
                  <a:cubicBezTo>
                    <a:pt x="16673" y="395"/>
                    <a:pt x="16648" y="457"/>
                    <a:pt x="16613" y="496"/>
                  </a:cubicBezTo>
                  <a:cubicBezTo>
                    <a:pt x="16577" y="535"/>
                    <a:pt x="16524" y="554"/>
                    <a:pt x="16454" y="554"/>
                  </a:cubicBezTo>
                  <a:cubicBezTo>
                    <a:pt x="16399" y="553"/>
                    <a:pt x="16362" y="540"/>
                    <a:pt x="16340" y="514"/>
                  </a:cubicBezTo>
                  <a:cubicBezTo>
                    <a:pt x="16319" y="487"/>
                    <a:pt x="16309" y="453"/>
                    <a:pt x="16310" y="409"/>
                  </a:cubicBezTo>
                  <a:cubicBezTo>
                    <a:pt x="16310" y="385"/>
                    <a:pt x="16313" y="360"/>
                    <a:pt x="16317" y="334"/>
                  </a:cubicBezTo>
                  <a:cubicBezTo>
                    <a:pt x="16321" y="307"/>
                    <a:pt x="16326" y="280"/>
                    <a:pt x="16333" y="251"/>
                  </a:cubicBezTo>
                  <a:cubicBezTo>
                    <a:pt x="16344" y="194"/>
                    <a:pt x="16358" y="148"/>
                    <a:pt x="16377" y="112"/>
                  </a:cubicBezTo>
                  <a:cubicBezTo>
                    <a:pt x="16395" y="76"/>
                    <a:pt x="16420" y="49"/>
                    <a:pt x="16450" y="32"/>
                  </a:cubicBezTo>
                  <a:cubicBezTo>
                    <a:pt x="16481" y="15"/>
                    <a:pt x="16520" y="7"/>
                    <a:pt x="16567" y="7"/>
                  </a:cubicBezTo>
                  <a:close/>
                  <a:moveTo>
                    <a:pt x="16178" y="7"/>
                  </a:moveTo>
                  <a:cubicBezTo>
                    <a:pt x="16207" y="7"/>
                    <a:pt x="16235" y="9"/>
                    <a:pt x="16261" y="13"/>
                  </a:cubicBezTo>
                  <a:cubicBezTo>
                    <a:pt x="16287" y="17"/>
                    <a:pt x="16306" y="21"/>
                    <a:pt x="16317" y="26"/>
                  </a:cubicBezTo>
                  <a:lnTo>
                    <a:pt x="16285" y="153"/>
                  </a:lnTo>
                  <a:cubicBezTo>
                    <a:pt x="16272" y="149"/>
                    <a:pt x="16256" y="146"/>
                    <a:pt x="16238" y="143"/>
                  </a:cubicBezTo>
                  <a:cubicBezTo>
                    <a:pt x="16220" y="140"/>
                    <a:pt x="16199" y="138"/>
                    <a:pt x="16176" y="138"/>
                  </a:cubicBezTo>
                  <a:cubicBezTo>
                    <a:pt x="16148" y="137"/>
                    <a:pt x="16129" y="144"/>
                    <a:pt x="16117" y="160"/>
                  </a:cubicBezTo>
                  <a:cubicBezTo>
                    <a:pt x="16106" y="176"/>
                    <a:pt x="16095" y="207"/>
                    <a:pt x="16085" y="252"/>
                  </a:cubicBezTo>
                  <a:cubicBezTo>
                    <a:pt x="16081" y="268"/>
                    <a:pt x="16078" y="288"/>
                    <a:pt x="16074" y="309"/>
                  </a:cubicBezTo>
                  <a:cubicBezTo>
                    <a:pt x="16070" y="331"/>
                    <a:pt x="16067" y="353"/>
                    <a:pt x="16065" y="374"/>
                  </a:cubicBezTo>
                  <a:cubicBezTo>
                    <a:pt x="16063" y="395"/>
                    <a:pt x="16061" y="413"/>
                    <a:pt x="16061" y="428"/>
                  </a:cubicBezTo>
                  <a:cubicBezTo>
                    <a:pt x="16064" y="429"/>
                    <a:pt x="16068" y="429"/>
                    <a:pt x="16071" y="429"/>
                  </a:cubicBezTo>
                  <a:cubicBezTo>
                    <a:pt x="16074" y="429"/>
                    <a:pt x="16077" y="429"/>
                    <a:pt x="16081" y="429"/>
                  </a:cubicBezTo>
                  <a:cubicBezTo>
                    <a:pt x="16090" y="429"/>
                    <a:pt x="16099" y="429"/>
                    <a:pt x="16108" y="428"/>
                  </a:cubicBezTo>
                  <a:cubicBezTo>
                    <a:pt x="16117" y="427"/>
                    <a:pt x="16126" y="426"/>
                    <a:pt x="16134" y="424"/>
                  </a:cubicBezTo>
                  <a:lnTo>
                    <a:pt x="16148" y="346"/>
                  </a:lnTo>
                  <a:lnTo>
                    <a:pt x="16107" y="346"/>
                  </a:lnTo>
                  <a:lnTo>
                    <a:pt x="16127" y="235"/>
                  </a:lnTo>
                  <a:lnTo>
                    <a:pt x="16291" y="235"/>
                  </a:lnTo>
                  <a:lnTo>
                    <a:pt x="16237" y="526"/>
                  </a:lnTo>
                  <a:cubicBezTo>
                    <a:pt x="16219" y="534"/>
                    <a:pt x="16193" y="541"/>
                    <a:pt x="16160" y="546"/>
                  </a:cubicBezTo>
                  <a:cubicBezTo>
                    <a:pt x="16127" y="551"/>
                    <a:pt x="16095" y="554"/>
                    <a:pt x="16062" y="554"/>
                  </a:cubicBezTo>
                  <a:cubicBezTo>
                    <a:pt x="16023" y="554"/>
                    <a:pt x="15993" y="548"/>
                    <a:pt x="15972" y="536"/>
                  </a:cubicBezTo>
                  <a:cubicBezTo>
                    <a:pt x="15951" y="524"/>
                    <a:pt x="15937" y="507"/>
                    <a:pt x="15929" y="485"/>
                  </a:cubicBezTo>
                  <a:cubicBezTo>
                    <a:pt x="15921" y="464"/>
                    <a:pt x="15918" y="439"/>
                    <a:pt x="15918" y="410"/>
                  </a:cubicBezTo>
                  <a:cubicBezTo>
                    <a:pt x="15918" y="386"/>
                    <a:pt x="15920" y="361"/>
                    <a:pt x="15924" y="334"/>
                  </a:cubicBezTo>
                  <a:cubicBezTo>
                    <a:pt x="15929" y="307"/>
                    <a:pt x="15934" y="280"/>
                    <a:pt x="15940" y="251"/>
                  </a:cubicBezTo>
                  <a:cubicBezTo>
                    <a:pt x="15956" y="166"/>
                    <a:pt x="15982" y="104"/>
                    <a:pt x="16018" y="65"/>
                  </a:cubicBezTo>
                  <a:cubicBezTo>
                    <a:pt x="16054" y="26"/>
                    <a:pt x="16108" y="6"/>
                    <a:pt x="16178" y="7"/>
                  </a:cubicBezTo>
                  <a:close/>
                  <a:moveTo>
                    <a:pt x="15716" y="7"/>
                  </a:moveTo>
                  <a:cubicBezTo>
                    <a:pt x="15747" y="7"/>
                    <a:pt x="15772" y="9"/>
                    <a:pt x="15791" y="13"/>
                  </a:cubicBezTo>
                  <a:cubicBezTo>
                    <a:pt x="15811" y="17"/>
                    <a:pt x="15825" y="21"/>
                    <a:pt x="15834" y="25"/>
                  </a:cubicBezTo>
                  <a:lnTo>
                    <a:pt x="15804" y="151"/>
                  </a:lnTo>
                  <a:cubicBezTo>
                    <a:pt x="15792" y="147"/>
                    <a:pt x="15780" y="143"/>
                    <a:pt x="15768" y="141"/>
                  </a:cubicBezTo>
                  <a:cubicBezTo>
                    <a:pt x="15757" y="139"/>
                    <a:pt x="15744" y="138"/>
                    <a:pt x="15731" y="138"/>
                  </a:cubicBezTo>
                  <a:cubicBezTo>
                    <a:pt x="15718" y="138"/>
                    <a:pt x="15708" y="140"/>
                    <a:pt x="15701" y="145"/>
                  </a:cubicBezTo>
                  <a:cubicBezTo>
                    <a:pt x="15694" y="150"/>
                    <a:pt x="15691" y="158"/>
                    <a:pt x="15691" y="169"/>
                  </a:cubicBezTo>
                  <a:cubicBezTo>
                    <a:pt x="15691" y="177"/>
                    <a:pt x="15692" y="186"/>
                    <a:pt x="15695" y="194"/>
                  </a:cubicBezTo>
                  <a:cubicBezTo>
                    <a:pt x="15698" y="203"/>
                    <a:pt x="15703" y="215"/>
                    <a:pt x="15709" y="230"/>
                  </a:cubicBezTo>
                  <a:lnTo>
                    <a:pt x="15735" y="291"/>
                  </a:lnTo>
                  <a:cubicBezTo>
                    <a:pt x="15742" y="306"/>
                    <a:pt x="15748" y="323"/>
                    <a:pt x="15754" y="341"/>
                  </a:cubicBezTo>
                  <a:cubicBezTo>
                    <a:pt x="15759" y="359"/>
                    <a:pt x="15763" y="377"/>
                    <a:pt x="15763" y="396"/>
                  </a:cubicBezTo>
                  <a:cubicBezTo>
                    <a:pt x="15762" y="451"/>
                    <a:pt x="15747" y="491"/>
                    <a:pt x="15718" y="516"/>
                  </a:cubicBezTo>
                  <a:cubicBezTo>
                    <a:pt x="15689" y="542"/>
                    <a:pt x="15652" y="554"/>
                    <a:pt x="15605" y="554"/>
                  </a:cubicBezTo>
                  <a:cubicBezTo>
                    <a:pt x="15572" y="553"/>
                    <a:pt x="15545" y="551"/>
                    <a:pt x="15524" y="547"/>
                  </a:cubicBezTo>
                  <a:cubicBezTo>
                    <a:pt x="15503" y="543"/>
                    <a:pt x="15488" y="539"/>
                    <a:pt x="15479" y="535"/>
                  </a:cubicBezTo>
                  <a:lnTo>
                    <a:pt x="15489" y="402"/>
                  </a:lnTo>
                  <a:cubicBezTo>
                    <a:pt x="15499" y="406"/>
                    <a:pt x="15512" y="410"/>
                    <a:pt x="15531" y="414"/>
                  </a:cubicBezTo>
                  <a:cubicBezTo>
                    <a:pt x="15550" y="418"/>
                    <a:pt x="15571" y="420"/>
                    <a:pt x="15595" y="420"/>
                  </a:cubicBezTo>
                  <a:cubicBezTo>
                    <a:pt x="15598" y="420"/>
                    <a:pt x="15601" y="420"/>
                    <a:pt x="15603" y="420"/>
                  </a:cubicBezTo>
                  <a:cubicBezTo>
                    <a:pt x="15606" y="420"/>
                    <a:pt x="15609" y="420"/>
                    <a:pt x="15612" y="420"/>
                  </a:cubicBezTo>
                  <a:cubicBezTo>
                    <a:pt x="15613" y="416"/>
                    <a:pt x="15614" y="412"/>
                    <a:pt x="15615" y="407"/>
                  </a:cubicBezTo>
                  <a:cubicBezTo>
                    <a:pt x="15616" y="403"/>
                    <a:pt x="15617" y="398"/>
                    <a:pt x="15617" y="393"/>
                  </a:cubicBezTo>
                  <a:cubicBezTo>
                    <a:pt x="15616" y="384"/>
                    <a:pt x="15615" y="375"/>
                    <a:pt x="15611" y="366"/>
                  </a:cubicBezTo>
                  <a:cubicBezTo>
                    <a:pt x="15607" y="358"/>
                    <a:pt x="15603" y="348"/>
                    <a:pt x="15597" y="336"/>
                  </a:cubicBezTo>
                  <a:lnTo>
                    <a:pt x="15570" y="276"/>
                  </a:lnTo>
                  <a:cubicBezTo>
                    <a:pt x="15562" y="259"/>
                    <a:pt x="15556" y="241"/>
                    <a:pt x="15551" y="223"/>
                  </a:cubicBezTo>
                  <a:cubicBezTo>
                    <a:pt x="15546" y="205"/>
                    <a:pt x="15544" y="188"/>
                    <a:pt x="15544" y="171"/>
                  </a:cubicBezTo>
                  <a:cubicBezTo>
                    <a:pt x="15545" y="116"/>
                    <a:pt x="15560" y="75"/>
                    <a:pt x="15591" y="48"/>
                  </a:cubicBezTo>
                  <a:cubicBezTo>
                    <a:pt x="15622" y="20"/>
                    <a:pt x="15664" y="7"/>
                    <a:pt x="15716" y="7"/>
                  </a:cubicBezTo>
                  <a:close/>
                  <a:moveTo>
                    <a:pt x="13913" y="7"/>
                  </a:moveTo>
                  <a:cubicBezTo>
                    <a:pt x="13968" y="7"/>
                    <a:pt x="14005" y="21"/>
                    <a:pt x="14027" y="47"/>
                  </a:cubicBezTo>
                  <a:cubicBezTo>
                    <a:pt x="14048" y="73"/>
                    <a:pt x="14058" y="108"/>
                    <a:pt x="14057" y="151"/>
                  </a:cubicBezTo>
                  <a:cubicBezTo>
                    <a:pt x="14057" y="175"/>
                    <a:pt x="14055" y="200"/>
                    <a:pt x="14051" y="227"/>
                  </a:cubicBezTo>
                  <a:cubicBezTo>
                    <a:pt x="14047" y="253"/>
                    <a:pt x="14041" y="281"/>
                    <a:pt x="14035" y="310"/>
                  </a:cubicBezTo>
                  <a:cubicBezTo>
                    <a:pt x="14019" y="395"/>
                    <a:pt x="13994" y="457"/>
                    <a:pt x="13959" y="496"/>
                  </a:cubicBezTo>
                  <a:cubicBezTo>
                    <a:pt x="13923" y="535"/>
                    <a:pt x="13870" y="554"/>
                    <a:pt x="13800" y="554"/>
                  </a:cubicBezTo>
                  <a:cubicBezTo>
                    <a:pt x="13745" y="553"/>
                    <a:pt x="13708" y="540"/>
                    <a:pt x="13686" y="514"/>
                  </a:cubicBezTo>
                  <a:cubicBezTo>
                    <a:pt x="13665" y="487"/>
                    <a:pt x="13655" y="453"/>
                    <a:pt x="13656" y="409"/>
                  </a:cubicBezTo>
                  <a:cubicBezTo>
                    <a:pt x="13656" y="385"/>
                    <a:pt x="13659" y="360"/>
                    <a:pt x="13663" y="334"/>
                  </a:cubicBezTo>
                  <a:cubicBezTo>
                    <a:pt x="13667" y="307"/>
                    <a:pt x="13672" y="280"/>
                    <a:pt x="13679" y="251"/>
                  </a:cubicBezTo>
                  <a:cubicBezTo>
                    <a:pt x="13690" y="194"/>
                    <a:pt x="13704" y="148"/>
                    <a:pt x="13723" y="112"/>
                  </a:cubicBezTo>
                  <a:cubicBezTo>
                    <a:pt x="13741" y="76"/>
                    <a:pt x="13766" y="49"/>
                    <a:pt x="13796" y="32"/>
                  </a:cubicBezTo>
                  <a:cubicBezTo>
                    <a:pt x="13827" y="15"/>
                    <a:pt x="13866" y="7"/>
                    <a:pt x="13913" y="7"/>
                  </a:cubicBezTo>
                  <a:close/>
                  <a:moveTo>
                    <a:pt x="13524" y="7"/>
                  </a:moveTo>
                  <a:cubicBezTo>
                    <a:pt x="13553" y="7"/>
                    <a:pt x="13581" y="9"/>
                    <a:pt x="13607" y="13"/>
                  </a:cubicBezTo>
                  <a:cubicBezTo>
                    <a:pt x="13633" y="17"/>
                    <a:pt x="13652" y="21"/>
                    <a:pt x="13663" y="26"/>
                  </a:cubicBezTo>
                  <a:lnTo>
                    <a:pt x="13631" y="153"/>
                  </a:lnTo>
                  <a:cubicBezTo>
                    <a:pt x="13618" y="149"/>
                    <a:pt x="13602" y="146"/>
                    <a:pt x="13584" y="143"/>
                  </a:cubicBezTo>
                  <a:cubicBezTo>
                    <a:pt x="13566" y="140"/>
                    <a:pt x="13545" y="138"/>
                    <a:pt x="13522" y="138"/>
                  </a:cubicBezTo>
                  <a:cubicBezTo>
                    <a:pt x="13494" y="137"/>
                    <a:pt x="13475" y="144"/>
                    <a:pt x="13463" y="160"/>
                  </a:cubicBezTo>
                  <a:cubicBezTo>
                    <a:pt x="13452" y="176"/>
                    <a:pt x="13441" y="207"/>
                    <a:pt x="13431" y="252"/>
                  </a:cubicBezTo>
                  <a:cubicBezTo>
                    <a:pt x="13427" y="268"/>
                    <a:pt x="13424" y="288"/>
                    <a:pt x="13420" y="309"/>
                  </a:cubicBezTo>
                  <a:cubicBezTo>
                    <a:pt x="13416" y="331"/>
                    <a:pt x="13413" y="353"/>
                    <a:pt x="13411" y="374"/>
                  </a:cubicBezTo>
                  <a:cubicBezTo>
                    <a:pt x="13409" y="395"/>
                    <a:pt x="13407" y="413"/>
                    <a:pt x="13407" y="428"/>
                  </a:cubicBezTo>
                  <a:cubicBezTo>
                    <a:pt x="13410" y="429"/>
                    <a:pt x="13414" y="429"/>
                    <a:pt x="13417" y="429"/>
                  </a:cubicBezTo>
                  <a:cubicBezTo>
                    <a:pt x="13420" y="429"/>
                    <a:pt x="13423" y="429"/>
                    <a:pt x="13427" y="429"/>
                  </a:cubicBezTo>
                  <a:cubicBezTo>
                    <a:pt x="13436" y="429"/>
                    <a:pt x="13445" y="429"/>
                    <a:pt x="13454" y="428"/>
                  </a:cubicBezTo>
                  <a:cubicBezTo>
                    <a:pt x="13463" y="427"/>
                    <a:pt x="13472" y="426"/>
                    <a:pt x="13480" y="424"/>
                  </a:cubicBezTo>
                  <a:lnTo>
                    <a:pt x="13494" y="346"/>
                  </a:lnTo>
                  <a:lnTo>
                    <a:pt x="13453" y="346"/>
                  </a:lnTo>
                  <a:lnTo>
                    <a:pt x="13473" y="235"/>
                  </a:lnTo>
                  <a:lnTo>
                    <a:pt x="13637" y="235"/>
                  </a:lnTo>
                  <a:lnTo>
                    <a:pt x="13583" y="526"/>
                  </a:lnTo>
                  <a:cubicBezTo>
                    <a:pt x="13565" y="534"/>
                    <a:pt x="13539" y="541"/>
                    <a:pt x="13506" y="546"/>
                  </a:cubicBezTo>
                  <a:cubicBezTo>
                    <a:pt x="13473" y="551"/>
                    <a:pt x="13441" y="554"/>
                    <a:pt x="13408" y="554"/>
                  </a:cubicBezTo>
                  <a:cubicBezTo>
                    <a:pt x="13369" y="554"/>
                    <a:pt x="13339" y="548"/>
                    <a:pt x="13318" y="536"/>
                  </a:cubicBezTo>
                  <a:cubicBezTo>
                    <a:pt x="13297" y="524"/>
                    <a:pt x="13283" y="507"/>
                    <a:pt x="13275" y="485"/>
                  </a:cubicBezTo>
                  <a:cubicBezTo>
                    <a:pt x="13267" y="464"/>
                    <a:pt x="13264" y="439"/>
                    <a:pt x="13264" y="410"/>
                  </a:cubicBezTo>
                  <a:cubicBezTo>
                    <a:pt x="13264" y="386"/>
                    <a:pt x="13266" y="361"/>
                    <a:pt x="13270" y="334"/>
                  </a:cubicBezTo>
                  <a:cubicBezTo>
                    <a:pt x="13275" y="307"/>
                    <a:pt x="13280" y="280"/>
                    <a:pt x="13286" y="251"/>
                  </a:cubicBezTo>
                  <a:cubicBezTo>
                    <a:pt x="13302" y="166"/>
                    <a:pt x="13328" y="104"/>
                    <a:pt x="13364" y="65"/>
                  </a:cubicBezTo>
                  <a:cubicBezTo>
                    <a:pt x="13400" y="26"/>
                    <a:pt x="13454" y="6"/>
                    <a:pt x="13524" y="7"/>
                  </a:cubicBezTo>
                  <a:close/>
                  <a:moveTo>
                    <a:pt x="13062" y="7"/>
                  </a:moveTo>
                  <a:cubicBezTo>
                    <a:pt x="13093" y="7"/>
                    <a:pt x="13118" y="9"/>
                    <a:pt x="13137" y="13"/>
                  </a:cubicBezTo>
                  <a:cubicBezTo>
                    <a:pt x="13157" y="17"/>
                    <a:pt x="13171" y="21"/>
                    <a:pt x="13180" y="25"/>
                  </a:cubicBezTo>
                  <a:lnTo>
                    <a:pt x="13150" y="151"/>
                  </a:lnTo>
                  <a:cubicBezTo>
                    <a:pt x="13138" y="147"/>
                    <a:pt x="13126" y="143"/>
                    <a:pt x="13114" y="141"/>
                  </a:cubicBezTo>
                  <a:cubicBezTo>
                    <a:pt x="13103" y="139"/>
                    <a:pt x="13090" y="138"/>
                    <a:pt x="13077" y="138"/>
                  </a:cubicBezTo>
                  <a:cubicBezTo>
                    <a:pt x="13064" y="138"/>
                    <a:pt x="13054" y="140"/>
                    <a:pt x="13047" y="145"/>
                  </a:cubicBezTo>
                  <a:cubicBezTo>
                    <a:pt x="13040" y="150"/>
                    <a:pt x="13037" y="158"/>
                    <a:pt x="13037" y="169"/>
                  </a:cubicBezTo>
                  <a:cubicBezTo>
                    <a:pt x="13037" y="177"/>
                    <a:pt x="13038" y="186"/>
                    <a:pt x="13041" y="194"/>
                  </a:cubicBezTo>
                  <a:cubicBezTo>
                    <a:pt x="13044" y="203"/>
                    <a:pt x="13049" y="215"/>
                    <a:pt x="13055" y="230"/>
                  </a:cubicBezTo>
                  <a:lnTo>
                    <a:pt x="13081" y="291"/>
                  </a:lnTo>
                  <a:cubicBezTo>
                    <a:pt x="13088" y="306"/>
                    <a:pt x="13094" y="323"/>
                    <a:pt x="13100" y="341"/>
                  </a:cubicBezTo>
                  <a:cubicBezTo>
                    <a:pt x="13105" y="359"/>
                    <a:pt x="13109" y="377"/>
                    <a:pt x="13109" y="396"/>
                  </a:cubicBezTo>
                  <a:cubicBezTo>
                    <a:pt x="13108" y="451"/>
                    <a:pt x="13093" y="491"/>
                    <a:pt x="13064" y="516"/>
                  </a:cubicBezTo>
                  <a:cubicBezTo>
                    <a:pt x="13035" y="542"/>
                    <a:pt x="12998" y="554"/>
                    <a:pt x="12951" y="554"/>
                  </a:cubicBezTo>
                  <a:cubicBezTo>
                    <a:pt x="12918" y="553"/>
                    <a:pt x="12891" y="551"/>
                    <a:pt x="12870" y="547"/>
                  </a:cubicBezTo>
                  <a:cubicBezTo>
                    <a:pt x="12849" y="543"/>
                    <a:pt x="12834" y="539"/>
                    <a:pt x="12825" y="535"/>
                  </a:cubicBezTo>
                  <a:lnTo>
                    <a:pt x="12835" y="402"/>
                  </a:lnTo>
                  <a:cubicBezTo>
                    <a:pt x="12845" y="406"/>
                    <a:pt x="12858" y="410"/>
                    <a:pt x="12877" y="414"/>
                  </a:cubicBezTo>
                  <a:cubicBezTo>
                    <a:pt x="12896" y="418"/>
                    <a:pt x="12917" y="420"/>
                    <a:pt x="12941" y="420"/>
                  </a:cubicBezTo>
                  <a:cubicBezTo>
                    <a:pt x="12944" y="420"/>
                    <a:pt x="12947" y="420"/>
                    <a:pt x="12949" y="420"/>
                  </a:cubicBezTo>
                  <a:cubicBezTo>
                    <a:pt x="12952" y="420"/>
                    <a:pt x="12955" y="420"/>
                    <a:pt x="12958" y="420"/>
                  </a:cubicBezTo>
                  <a:cubicBezTo>
                    <a:pt x="12959" y="416"/>
                    <a:pt x="12960" y="412"/>
                    <a:pt x="12961" y="407"/>
                  </a:cubicBezTo>
                  <a:cubicBezTo>
                    <a:pt x="12962" y="403"/>
                    <a:pt x="12963" y="398"/>
                    <a:pt x="12963" y="393"/>
                  </a:cubicBezTo>
                  <a:cubicBezTo>
                    <a:pt x="12962" y="384"/>
                    <a:pt x="12961" y="375"/>
                    <a:pt x="12957" y="366"/>
                  </a:cubicBezTo>
                  <a:cubicBezTo>
                    <a:pt x="12953" y="358"/>
                    <a:pt x="12949" y="348"/>
                    <a:pt x="12943" y="336"/>
                  </a:cubicBezTo>
                  <a:lnTo>
                    <a:pt x="12916" y="276"/>
                  </a:lnTo>
                  <a:cubicBezTo>
                    <a:pt x="12908" y="259"/>
                    <a:pt x="12902" y="241"/>
                    <a:pt x="12897" y="223"/>
                  </a:cubicBezTo>
                  <a:cubicBezTo>
                    <a:pt x="12892" y="205"/>
                    <a:pt x="12890" y="188"/>
                    <a:pt x="12890" y="171"/>
                  </a:cubicBezTo>
                  <a:cubicBezTo>
                    <a:pt x="12891" y="116"/>
                    <a:pt x="12906" y="75"/>
                    <a:pt x="12937" y="48"/>
                  </a:cubicBezTo>
                  <a:cubicBezTo>
                    <a:pt x="12968" y="20"/>
                    <a:pt x="13010" y="7"/>
                    <a:pt x="13062" y="7"/>
                  </a:cubicBezTo>
                  <a:close/>
                  <a:moveTo>
                    <a:pt x="11261" y="7"/>
                  </a:moveTo>
                  <a:cubicBezTo>
                    <a:pt x="11316" y="7"/>
                    <a:pt x="11353" y="21"/>
                    <a:pt x="11375" y="47"/>
                  </a:cubicBezTo>
                  <a:cubicBezTo>
                    <a:pt x="11396" y="73"/>
                    <a:pt x="11406" y="108"/>
                    <a:pt x="11405" y="151"/>
                  </a:cubicBezTo>
                  <a:cubicBezTo>
                    <a:pt x="11405" y="175"/>
                    <a:pt x="11403" y="200"/>
                    <a:pt x="11399" y="227"/>
                  </a:cubicBezTo>
                  <a:cubicBezTo>
                    <a:pt x="11395" y="253"/>
                    <a:pt x="11389" y="281"/>
                    <a:pt x="11383" y="310"/>
                  </a:cubicBezTo>
                  <a:cubicBezTo>
                    <a:pt x="11367" y="395"/>
                    <a:pt x="11342" y="457"/>
                    <a:pt x="11307" y="496"/>
                  </a:cubicBezTo>
                  <a:cubicBezTo>
                    <a:pt x="11271" y="535"/>
                    <a:pt x="11218" y="554"/>
                    <a:pt x="11148" y="554"/>
                  </a:cubicBezTo>
                  <a:cubicBezTo>
                    <a:pt x="11093" y="553"/>
                    <a:pt x="11056" y="540"/>
                    <a:pt x="11034" y="514"/>
                  </a:cubicBezTo>
                  <a:cubicBezTo>
                    <a:pt x="11013" y="487"/>
                    <a:pt x="11003" y="453"/>
                    <a:pt x="11004" y="409"/>
                  </a:cubicBezTo>
                  <a:cubicBezTo>
                    <a:pt x="11004" y="385"/>
                    <a:pt x="11007" y="360"/>
                    <a:pt x="11011" y="334"/>
                  </a:cubicBezTo>
                  <a:cubicBezTo>
                    <a:pt x="11015" y="307"/>
                    <a:pt x="11020" y="280"/>
                    <a:pt x="11027" y="251"/>
                  </a:cubicBezTo>
                  <a:cubicBezTo>
                    <a:pt x="11038" y="194"/>
                    <a:pt x="11052" y="148"/>
                    <a:pt x="11071" y="112"/>
                  </a:cubicBezTo>
                  <a:cubicBezTo>
                    <a:pt x="11089" y="76"/>
                    <a:pt x="11114" y="49"/>
                    <a:pt x="11144" y="32"/>
                  </a:cubicBezTo>
                  <a:cubicBezTo>
                    <a:pt x="11175" y="15"/>
                    <a:pt x="11214" y="7"/>
                    <a:pt x="11261" y="7"/>
                  </a:cubicBezTo>
                  <a:close/>
                  <a:moveTo>
                    <a:pt x="10872" y="7"/>
                  </a:moveTo>
                  <a:cubicBezTo>
                    <a:pt x="10901" y="7"/>
                    <a:pt x="10929" y="9"/>
                    <a:pt x="10955" y="13"/>
                  </a:cubicBezTo>
                  <a:cubicBezTo>
                    <a:pt x="10981" y="17"/>
                    <a:pt x="11000" y="21"/>
                    <a:pt x="11011" y="26"/>
                  </a:cubicBezTo>
                  <a:lnTo>
                    <a:pt x="10979" y="153"/>
                  </a:lnTo>
                  <a:cubicBezTo>
                    <a:pt x="10966" y="149"/>
                    <a:pt x="10950" y="146"/>
                    <a:pt x="10932" y="143"/>
                  </a:cubicBezTo>
                  <a:cubicBezTo>
                    <a:pt x="10914" y="140"/>
                    <a:pt x="10893" y="138"/>
                    <a:pt x="10870" y="138"/>
                  </a:cubicBezTo>
                  <a:cubicBezTo>
                    <a:pt x="10842" y="137"/>
                    <a:pt x="10823" y="144"/>
                    <a:pt x="10811" y="160"/>
                  </a:cubicBezTo>
                  <a:cubicBezTo>
                    <a:pt x="10800" y="176"/>
                    <a:pt x="10789" y="207"/>
                    <a:pt x="10779" y="252"/>
                  </a:cubicBezTo>
                  <a:cubicBezTo>
                    <a:pt x="10775" y="268"/>
                    <a:pt x="10772" y="288"/>
                    <a:pt x="10768" y="309"/>
                  </a:cubicBezTo>
                  <a:cubicBezTo>
                    <a:pt x="10764" y="331"/>
                    <a:pt x="10761" y="353"/>
                    <a:pt x="10759" y="374"/>
                  </a:cubicBezTo>
                  <a:cubicBezTo>
                    <a:pt x="10757" y="395"/>
                    <a:pt x="10755" y="413"/>
                    <a:pt x="10755" y="428"/>
                  </a:cubicBezTo>
                  <a:cubicBezTo>
                    <a:pt x="10758" y="429"/>
                    <a:pt x="10762" y="429"/>
                    <a:pt x="10765" y="429"/>
                  </a:cubicBezTo>
                  <a:cubicBezTo>
                    <a:pt x="10768" y="429"/>
                    <a:pt x="10771" y="429"/>
                    <a:pt x="10775" y="429"/>
                  </a:cubicBezTo>
                  <a:cubicBezTo>
                    <a:pt x="10784" y="429"/>
                    <a:pt x="10793" y="429"/>
                    <a:pt x="10802" y="428"/>
                  </a:cubicBezTo>
                  <a:cubicBezTo>
                    <a:pt x="10811" y="427"/>
                    <a:pt x="10820" y="426"/>
                    <a:pt x="10828" y="424"/>
                  </a:cubicBezTo>
                  <a:lnTo>
                    <a:pt x="10842" y="346"/>
                  </a:lnTo>
                  <a:lnTo>
                    <a:pt x="10801" y="346"/>
                  </a:lnTo>
                  <a:lnTo>
                    <a:pt x="10821" y="235"/>
                  </a:lnTo>
                  <a:lnTo>
                    <a:pt x="10985" y="235"/>
                  </a:lnTo>
                  <a:lnTo>
                    <a:pt x="10931" y="526"/>
                  </a:lnTo>
                  <a:cubicBezTo>
                    <a:pt x="10913" y="534"/>
                    <a:pt x="10887" y="541"/>
                    <a:pt x="10854" y="546"/>
                  </a:cubicBezTo>
                  <a:cubicBezTo>
                    <a:pt x="10821" y="551"/>
                    <a:pt x="10789" y="554"/>
                    <a:pt x="10756" y="554"/>
                  </a:cubicBezTo>
                  <a:cubicBezTo>
                    <a:pt x="10717" y="554"/>
                    <a:pt x="10687" y="548"/>
                    <a:pt x="10666" y="536"/>
                  </a:cubicBezTo>
                  <a:cubicBezTo>
                    <a:pt x="10645" y="524"/>
                    <a:pt x="10631" y="507"/>
                    <a:pt x="10623" y="485"/>
                  </a:cubicBezTo>
                  <a:cubicBezTo>
                    <a:pt x="10615" y="464"/>
                    <a:pt x="10612" y="439"/>
                    <a:pt x="10612" y="410"/>
                  </a:cubicBezTo>
                  <a:cubicBezTo>
                    <a:pt x="10612" y="386"/>
                    <a:pt x="10614" y="361"/>
                    <a:pt x="10618" y="334"/>
                  </a:cubicBezTo>
                  <a:cubicBezTo>
                    <a:pt x="10623" y="307"/>
                    <a:pt x="10628" y="280"/>
                    <a:pt x="10634" y="251"/>
                  </a:cubicBezTo>
                  <a:cubicBezTo>
                    <a:pt x="10650" y="166"/>
                    <a:pt x="10676" y="104"/>
                    <a:pt x="10712" y="65"/>
                  </a:cubicBezTo>
                  <a:cubicBezTo>
                    <a:pt x="10748" y="26"/>
                    <a:pt x="10802" y="6"/>
                    <a:pt x="10872" y="7"/>
                  </a:cubicBezTo>
                  <a:close/>
                  <a:moveTo>
                    <a:pt x="10410" y="7"/>
                  </a:moveTo>
                  <a:cubicBezTo>
                    <a:pt x="10441" y="7"/>
                    <a:pt x="10466" y="9"/>
                    <a:pt x="10485" y="13"/>
                  </a:cubicBezTo>
                  <a:cubicBezTo>
                    <a:pt x="10505" y="17"/>
                    <a:pt x="10519" y="21"/>
                    <a:pt x="10528" y="25"/>
                  </a:cubicBezTo>
                  <a:lnTo>
                    <a:pt x="10498" y="151"/>
                  </a:lnTo>
                  <a:cubicBezTo>
                    <a:pt x="10486" y="147"/>
                    <a:pt x="10474" y="143"/>
                    <a:pt x="10462" y="141"/>
                  </a:cubicBezTo>
                  <a:cubicBezTo>
                    <a:pt x="10451" y="139"/>
                    <a:pt x="10438" y="138"/>
                    <a:pt x="10425" y="138"/>
                  </a:cubicBezTo>
                  <a:cubicBezTo>
                    <a:pt x="10412" y="138"/>
                    <a:pt x="10402" y="140"/>
                    <a:pt x="10395" y="145"/>
                  </a:cubicBezTo>
                  <a:cubicBezTo>
                    <a:pt x="10388" y="150"/>
                    <a:pt x="10385" y="158"/>
                    <a:pt x="10385" y="169"/>
                  </a:cubicBezTo>
                  <a:cubicBezTo>
                    <a:pt x="10385" y="177"/>
                    <a:pt x="10386" y="186"/>
                    <a:pt x="10389" y="194"/>
                  </a:cubicBezTo>
                  <a:cubicBezTo>
                    <a:pt x="10392" y="203"/>
                    <a:pt x="10397" y="215"/>
                    <a:pt x="10403" y="230"/>
                  </a:cubicBezTo>
                  <a:lnTo>
                    <a:pt x="10429" y="291"/>
                  </a:lnTo>
                  <a:cubicBezTo>
                    <a:pt x="10436" y="306"/>
                    <a:pt x="10442" y="323"/>
                    <a:pt x="10448" y="341"/>
                  </a:cubicBezTo>
                  <a:cubicBezTo>
                    <a:pt x="10453" y="359"/>
                    <a:pt x="10457" y="377"/>
                    <a:pt x="10457" y="396"/>
                  </a:cubicBezTo>
                  <a:cubicBezTo>
                    <a:pt x="10456" y="451"/>
                    <a:pt x="10441" y="491"/>
                    <a:pt x="10412" y="516"/>
                  </a:cubicBezTo>
                  <a:cubicBezTo>
                    <a:pt x="10383" y="542"/>
                    <a:pt x="10346" y="554"/>
                    <a:pt x="10299" y="554"/>
                  </a:cubicBezTo>
                  <a:cubicBezTo>
                    <a:pt x="10266" y="553"/>
                    <a:pt x="10239" y="551"/>
                    <a:pt x="10218" y="547"/>
                  </a:cubicBezTo>
                  <a:cubicBezTo>
                    <a:pt x="10197" y="543"/>
                    <a:pt x="10182" y="539"/>
                    <a:pt x="10173" y="535"/>
                  </a:cubicBezTo>
                  <a:lnTo>
                    <a:pt x="10183" y="402"/>
                  </a:lnTo>
                  <a:cubicBezTo>
                    <a:pt x="10193" y="406"/>
                    <a:pt x="10206" y="410"/>
                    <a:pt x="10225" y="414"/>
                  </a:cubicBezTo>
                  <a:cubicBezTo>
                    <a:pt x="10244" y="418"/>
                    <a:pt x="10265" y="420"/>
                    <a:pt x="10289" y="420"/>
                  </a:cubicBezTo>
                  <a:cubicBezTo>
                    <a:pt x="10292" y="420"/>
                    <a:pt x="10295" y="420"/>
                    <a:pt x="10297" y="420"/>
                  </a:cubicBezTo>
                  <a:cubicBezTo>
                    <a:pt x="10300" y="420"/>
                    <a:pt x="10303" y="420"/>
                    <a:pt x="10306" y="420"/>
                  </a:cubicBezTo>
                  <a:cubicBezTo>
                    <a:pt x="10307" y="416"/>
                    <a:pt x="10308" y="412"/>
                    <a:pt x="10309" y="407"/>
                  </a:cubicBezTo>
                  <a:cubicBezTo>
                    <a:pt x="10310" y="403"/>
                    <a:pt x="10311" y="398"/>
                    <a:pt x="10311" y="393"/>
                  </a:cubicBezTo>
                  <a:cubicBezTo>
                    <a:pt x="10310" y="384"/>
                    <a:pt x="10309" y="375"/>
                    <a:pt x="10305" y="366"/>
                  </a:cubicBezTo>
                  <a:cubicBezTo>
                    <a:pt x="10301" y="358"/>
                    <a:pt x="10297" y="348"/>
                    <a:pt x="10291" y="336"/>
                  </a:cubicBezTo>
                  <a:lnTo>
                    <a:pt x="10264" y="276"/>
                  </a:lnTo>
                  <a:cubicBezTo>
                    <a:pt x="10256" y="259"/>
                    <a:pt x="10250" y="241"/>
                    <a:pt x="10245" y="223"/>
                  </a:cubicBezTo>
                  <a:cubicBezTo>
                    <a:pt x="10240" y="205"/>
                    <a:pt x="10238" y="188"/>
                    <a:pt x="10238" y="171"/>
                  </a:cubicBezTo>
                  <a:cubicBezTo>
                    <a:pt x="10239" y="116"/>
                    <a:pt x="10254" y="75"/>
                    <a:pt x="10285" y="48"/>
                  </a:cubicBezTo>
                  <a:cubicBezTo>
                    <a:pt x="10316" y="20"/>
                    <a:pt x="10358" y="7"/>
                    <a:pt x="10410" y="7"/>
                  </a:cubicBezTo>
                  <a:close/>
                  <a:moveTo>
                    <a:pt x="8607" y="7"/>
                  </a:moveTo>
                  <a:cubicBezTo>
                    <a:pt x="8662" y="7"/>
                    <a:pt x="8699" y="21"/>
                    <a:pt x="8721" y="47"/>
                  </a:cubicBezTo>
                  <a:cubicBezTo>
                    <a:pt x="8742" y="73"/>
                    <a:pt x="8752" y="108"/>
                    <a:pt x="8751" y="151"/>
                  </a:cubicBezTo>
                  <a:cubicBezTo>
                    <a:pt x="8751" y="175"/>
                    <a:pt x="8749" y="200"/>
                    <a:pt x="8745" y="227"/>
                  </a:cubicBezTo>
                  <a:cubicBezTo>
                    <a:pt x="8741" y="253"/>
                    <a:pt x="8735" y="281"/>
                    <a:pt x="8729" y="310"/>
                  </a:cubicBezTo>
                  <a:cubicBezTo>
                    <a:pt x="8713" y="395"/>
                    <a:pt x="8688" y="457"/>
                    <a:pt x="8653" y="496"/>
                  </a:cubicBezTo>
                  <a:cubicBezTo>
                    <a:pt x="8617" y="535"/>
                    <a:pt x="8564" y="554"/>
                    <a:pt x="8494" y="554"/>
                  </a:cubicBezTo>
                  <a:cubicBezTo>
                    <a:pt x="8439" y="553"/>
                    <a:pt x="8402" y="540"/>
                    <a:pt x="8380" y="514"/>
                  </a:cubicBezTo>
                  <a:cubicBezTo>
                    <a:pt x="8359" y="487"/>
                    <a:pt x="8349" y="453"/>
                    <a:pt x="8350" y="409"/>
                  </a:cubicBezTo>
                  <a:cubicBezTo>
                    <a:pt x="8350" y="385"/>
                    <a:pt x="8353" y="360"/>
                    <a:pt x="8357" y="334"/>
                  </a:cubicBezTo>
                  <a:cubicBezTo>
                    <a:pt x="8361" y="307"/>
                    <a:pt x="8366" y="280"/>
                    <a:pt x="8373" y="251"/>
                  </a:cubicBezTo>
                  <a:cubicBezTo>
                    <a:pt x="8384" y="194"/>
                    <a:pt x="8398" y="148"/>
                    <a:pt x="8417" y="112"/>
                  </a:cubicBezTo>
                  <a:cubicBezTo>
                    <a:pt x="8435" y="76"/>
                    <a:pt x="8460" y="49"/>
                    <a:pt x="8490" y="32"/>
                  </a:cubicBezTo>
                  <a:cubicBezTo>
                    <a:pt x="8521" y="15"/>
                    <a:pt x="8560" y="7"/>
                    <a:pt x="8607" y="7"/>
                  </a:cubicBezTo>
                  <a:close/>
                  <a:moveTo>
                    <a:pt x="8218" y="7"/>
                  </a:moveTo>
                  <a:cubicBezTo>
                    <a:pt x="8247" y="7"/>
                    <a:pt x="8275" y="9"/>
                    <a:pt x="8301" y="13"/>
                  </a:cubicBezTo>
                  <a:cubicBezTo>
                    <a:pt x="8327" y="17"/>
                    <a:pt x="8346" y="21"/>
                    <a:pt x="8357" y="26"/>
                  </a:cubicBezTo>
                  <a:lnTo>
                    <a:pt x="8325" y="153"/>
                  </a:lnTo>
                  <a:cubicBezTo>
                    <a:pt x="8312" y="149"/>
                    <a:pt x="8296" y="146"/>
                    <a:pt x="8278" y="143"/>
                  </a:cubicBezTo>
                  <a:cubicBezTo>
                    <a:pt x="8260" y="140"/>
                    <a:pt x="8239" y="138"/>
                    <a:pt x="8216" y="138"/>
                  </a:cubicBezTo>
                  <a:cubicBezTo>
                    <a:pt x="8188" y="137"/>
                    <a:pt x="8169" y="144"/>
                    <a:pt x="8157" y="160"/>
                  </a:cubicBezTo>
                  <a:cubicBezTo>
                    <a:pt x="8146" y="176"/>
                    <a:pt x="8135" y="207"/>
                    <a:pt x="8125" y="252"/>
                  </a:cubicBezTo>
                  <a:cubicBezTo>
                    <a:pt x="8121" y="268"/>
                    <a:pt x="8118" y="288"/>
                    <a:pt x="8114" y="309"/>
                  </a:cubicBezTo>
                  <a:cubicBezTo>
                    <a:pt x="8110" y="331"/>
                    <a:pt x="8107" y="353"/>
                    <a:pt x="8105" y="374"/>
                  </a:cubicBezTo>
                  <a:cubicBezTo>
                    <a:pt x="8103" y="395"/>
                    <a:pt x="8101" y="413"/>
                    <a:pt x="8101" y="428"/>
                  </a:cubicBezTo>
                  <a:cubicBezTo>
                    <a:pt x="8104" y="429"/>
                    <a:pt x="8108" y="429"/>
                    <a:pt x="8111" y="429"/>
                  </a:cubicBezTo>
                  <a:cubicBezTo>
                    <a:pt x="8114" y="429"/>
                    <a:pt x="8117" y="429"/>
                    <a:pt x="8121" y="429"/>
                  </a:cubicBezTo>
                  <a:cubicBezTo>
                    <a:pt x="8130" y="429"/>
                    <a:pt x="8139" y="429"/>
                    <a:pt x="8148" y="428"/>
                  </a:cubicBezTo>
                  <a:cubicBezTo>
                    <a:pt x="8157" y="427"/>
                    <a:pt x="8166" y="426"/>
                    <a:pt x="8174" y="424"/>
                  </a:cubicBezTo>
                  <a:lnTo>
                    <a:pt x="8188" y="346"/>
                  </a:lnTo>
                  <a:lnTo>
                    <a:pt x="8147" y="346"/>
                  </a:lnTo>
                  <a:lnTo>
                    <a:pt x="8167" y="235"/>
                  </a:lnTo>
                  <a:lnTo>
                    <a:pt x="8331" y="235"/>
                  </a:lnTo>
                  <a:lnTo>
                    <a:pt x="8277" y="526"/>
                  </a:lnTo>
                  <a:cubicBezTo>
                    <a:pt x="8259" y="534"/>
                    <a:pt x="8233" y="541"/>
                    <a:pt x="8200" y="546"/>
                  </a:cubicBezTo>
                  <a:cubicBezTo>
                    <a:pt x="8167" y="551"/>
                    <a:pt x="8135" y="554"/>
                    <a:pt x="8102" y="554"/>
                  </a:cubicBezTo>
                  <a:cubicBezTo>
                    <a:pt x="8063" y="554"/>
                    <a:pt x="8033" y="548"/>
                    <a:pt x="8012" y="536"/>
                  </a:cubicBezTo>
                  <a:cubicBezTo>
                    <a:pt x="7991" y="524"/>
                    <a:pt x="7977" y="507"/>
                    <a:pt x="7969" y="485"/>
                  </a:cubicBezTo>
                  <a:cubicBezTo>
                    <a:pt x="7961" y="464"/>
                    <a:pt x="7958" y="439"/>
                    <a:pt x="7958" y="410"/>
                  </a:cubicBezTo>
                  <a:cubicBezTo>
                    <a:pt x="7958" y="386"/>
                    <a:pt x="7960" y="361"/>
                    <a:pt x="7964" y="334"/>
                  </a:cubicBezTo>
                  <a:cubicBezTo>
                    <a:pt x="7969" y="307"/>
                    <a:pt x="7974" y="280"/>
                    <a:pt x="7980" y="251"/>
                  </a:cubicBezTo>
                  <a:cubicBezTo>
                    <a:pt x="7996" y="166"/>
                    <a:pt x="8022" y="104"/>
                    <a:pt x="8058" y="65"/>
                  </a:cubicBezTo>
                  <a:cubicBezTo>
                    <a:pt x="8094" y="26"/>
                    <a:pt x="8148" y="6"/>
                    <a:pt x="8218" y="7"/>
                  </a:cubicBezTo>
                  <a:close/>
                  <a:moveTo>
                    <a:pt x="7756" y="7"/>
                  </a:moveTo>
                  <a:cubicBezTo>
                    <a:pt x="7787" y="7"/>
                    <a:pt x="7812" y="9"/>
                    <a:pt x="7831" y="13"/>
                  </a:cubicBezTo>
                  <a:cubicBezTo>
                    <a:pt x="7851" y="17"/>
                    <a:pt x="7865" y="21"/>
                    <a:pt x="7874" y="25"/>
                  </a:cubicBezTo>
                  <a:lnTo>
                    <a:pt x="7844" y="151"/>
                  </a:lnTo>
                  <a:cubicBezTo>
                    <a:pt x="7832" y="147"/>
                    <a:pt x="7820" y="143"/>
                    <a:pt x="7808" y="141"/>
                  </a:cubicBezTo>
                  <a:cubicBezTo>
                    <a:pt x="7797" y="139"/>
                    <a:pt x="7784" y="138"/>
                    <a:pt x="7771" y="138"/>
                  </a:cubicBezTo>
                  <a:cubicBezTo>
                    <a:pt x="7758" y="138"/>
                    <a:pt x="7748" y="140"/>
                    <a:pt x="7741" y="145"/>
                  </a:cubicBezTo>
                  <a:cubicBezTo>
                    <a:pt x="7734" y="150"/>
                    <a:pt x="7731" y="158"/>
                    <a:pt x="7731" y="169"/>
                  </a:cubicBezTo>
                  <a:cubicBezTo>
                    <a:pt x="7731" y="177"/>
                    <a:pt x="7732" y="186"/>
                    <a:pt x="7735" y="194"/>
                  </a:cubicBezTo>
                  <a:cubicBezTo>
                    <a:pt x="7738" y="203"/>
                    <a:pt x="7743" y="215"/>
                    <a:pt x="7749" y="230"/>
                  </a:cubicBezTo>
                  <a:lnTo>
                    <a:pt x="7775" y="291"/>
                  </a:lnTo>
                  <a:cubicBezTo>
                    <a:pt x="7782" y="306"/>
                    <a:pt x="7788" y="323"/>
                    <a:pt x="7794" y="341"/>
                  </a:cubicBezTo>
                  <a:cubicBezTo>
                    <a:pt x="7799" y="359"/>
                    <a:pt x="7803" y="377"/>
                    <a:pt x="7803" y="396"/>
                  </a:cubicBezTo>
                  <a:cubicBezTo>
                    <a:pt x="7802" y="451"/>
                    <a:pt x="7787" y="491"/>
                    <a:pt x="7758" y="516"/>
                  </a:cubicBezTo>
                  <a:cubicBezTo>
                    <a:pt x="7729" y="542"/>
                    <a:pt x="7692" y="554"/>
                    <a:pt x="7645" y="554"/>
                  </a:cubicBezTo>
                  <a:cubicBezTo>
                    <a:pt x="7612" y="553"/>
                    <a:pt x="7585" y="551"/>
                    <a:pt x="7564" y="547"/>
                  </a:cubicBezTo>
                  <a:cubicBezTo>
                    <a:pt x="7543" y="543"/>
                    <a:pt x="7528" y="539"/>
                    <a:pt x="7519" y="535"/>
                  </a:cubicBezTo>
                  <a:lnTo>
                    <a:pt x="7529" y="402"/>
                  </a:lnTo>
                  <a:cubicBezTo>
                    <a:pt x="7539" y="406"/>
                    <a:pt x="7552" y="410"/>
                    <a:pt x="7571" y="414"/>
                  </a:cubicBezTo>
                  <a:cubicBezTo>
                    <a:pt x="7590" y="418"/>
                    <a:pt x="7611" y="420"/>
                    <a:pt x="7635" y="420"/>
                  </a:cubicBezTo>
                  <a:cubicBezTo>
                    <a:pt x="7638" y="420"/>
                    <a:pt x="7641" y="420"/>
                    <a:pt x="7643" y="420"/>
                  </a:cubicBezTo>
                  <a:cubicBezTo>
                    <a:pt x="7646" y="420"/>
                    <a:pt x="7649" y="420"/>
                    <a:pt x="7652" y="420"/>
                  </a:cubicBezTo>
                  <a:cubicBezTo>
                    <a:pt x="7653" y="416"/>
                    <a:pt x="7654" y="412"/>
                    <a:pt x="7655" y="407"/>
                  </a:cubicBezTo>
                  <a:cubicBezTo>
                    <a:pt x="7656" y="403"/>
                    <a:pt x="7657" y="398"/>
                    <a:pt x="7657" y="393"/>
                  </a:cubicBezTo>
                  <a:cubicBezTo>
                    <a:pt x="7656" y="384"/>
                    <a:pt x="7655" y="375"/>
                    <a:pt x="7651" y="366"/>
                  </a:cubicBezTo>
                  <a:cubicBezTo>
                    <a:pt x="7647" y="358"/>
                    <a:pt x="7643" y="348"/>
                    <a:pt x="7637" y="336"/>
                  </a:cubicBezTo>
                  <a:lnTo>
                    <a:pt x="7610" y="276"/>
                  </a:lnTo>
                  <a:cubicBezTo>
                    <a:pt x="7602" y="259"/>
                    <a:pt x="7596" y="241"/>
                    <a:pt x="7591" y="223"/>
                  </a:cubicBezTo>
                  <a:cubicBezTo>
                    <a:pt x="7586" y="205"/>
                    <a:pt x="7584" y="188"/>
                    <a:pt x="7584" y="171"/>
                  </a:cubicBezTo>
                  <a:cubicBezTo>
                    <a:pt x="7585" y="116"/>
                    <a:pt x="7600" y="75"/>
                    <a:pt x="7631" y="48"/>
                  </a:cubicBezTo>
                  <a:cubicBezTo>
                    <a:pt x="7662" y="20"/>
                    <a:pt x="7704" y="7"/>
                    <a:pt x="7756" y="7"/>
                  </a:cubicBezTo>
                  <a:close/>
                  <a:moveTo>
                    <a:pt x="5955" y="7"/>
                  </a:moveTo>
                  <a:cubicBezTo>
                    <a:pt x="6010" y="7"/>
                    <a:pt x="6047" y="21"/>
                    <a:pt x="6069" y="47"/>
                  </a:cubicBezTo>
                  <a:cubicBezTo>
                    <a:pt x="6090" y="73"/>
                    <a:pt x="6100" y="108"/>
                    <a:pt x="6099" y="151"/>
                  </a:cubicBezTo>
                  <a:cubicBezTo>
                    <a:pt x="6099" y="175"/>
                    <a:pt x="6097" y="200"/>
                    <a:pt x="6093" y="227"/>
                  </a:cubicBezTo>
                  <a:cubicBezTo>
                    <a:pt x="6089" y="253"/>
                    <a:pt x="6083" y="281"/>
                    <a:pt x="6077" y="310"/>
                  </a:cubicBezTo>
                  <a:cubicBezTo>
                    <a:pt x="6061" y="395"/>
                    <a:pt x="6036" y="457"/>
                    <a:pt x="6001" y="496"/>
                  </a:cubicBezTo>
                  <a:cubicBezTo>
                    <a:pt x="5965" y="535"/>
                    <a:pt x="5912" y="554"/>
                    <a:pt x="5842" y="554"/>
                  </a:cubicBezTo>
                  <a:cubicBezTo>
                    <a:pt x="5787" y="553"/>
                    <a:pt x="5750" y="540"/>
                    <a:pt x="5728" y="514"/>
                  </a:cubicBezTo>
                  <a:cubicBezTo>
                    <a:pt x="5707" y="487"/>
                    <a:pt x="5697" y="453"/>
                    <a:pt x="5698" y="409"/>
                  </a:cubicBezTo>
                  <a:cubicBezTo>
                    <a:pt x="5698" y="385"/>
                    <a:pt x="5701" y="360"/>
                    <a:pt x="5705" y="334"/>
                  </a:cubicBezTo>
                  <a:cubicBezTo>
                    <a:pt x="5709" y="307"/>
                    <a:pt x="5714" y="280"/>
                    <a:pt x="5721" y="251"/>
                  </a:cubicBezTo>
                  <a:cubicBezTo>
                    <a:pt x="5732" y="194"/>
                    <a:pt x="5746" y="148"/>
                    <a:pt x="5765" y="112"/>
                  </a:cubicBezTo>
                  <a:cubicBezTo>
                    <a:pt x="5783" y="76"/>
                    <a:pt x="5808" y="49"/>
                    <a:pt x="5838" y="32"/>
                  </a:cubicBezTo>
                  <a:cubicBezTo>
                    <a:pt x="5869" y="15"/>
                    <a:pt x="5908" y="7"/>
                    <a:pt x="5955" y="7"/>
                  </a:cubicBezTo>
                  <a:close/>
                  <a:moveTo>
                    <a:pt x="5566" y="7"/>
                  </a:moveTo>
                  <a:cubicBezTo>
                    <a:pt x="5595" y="7"/>
                    <a:pt x="5623" y="9"/>
                    <a:pt x="5649" y="13"/>
                  </a:cubicBezTo>
                  <a:cubicBezTo>
                    <a:pt x="5675" y="17"/>
                    <a:pt x="5694" y="21"/>
                    <a:pt x="5705" y="26"/>
                  </a:cubicBezTo>
                  <a:lnTo>
                    <a:pt x="5673" y="153"/>
                  </a:lnTo>
                  <a:cubicBezTo>
                    <a:pt x="5660" y="149"/>
                    <a:pt x="5644" y="146"/>
                    <a:pt x="5626" y="143"/>
                  </a:cubicBezTo>
                  <a:cubicBezTo>
                    <a:pt x="5608" y="140"/>
                    <a:pt x="5587" y="138"/>
                    <a:pt x="5564" y="138"/>
                  </a:cubicBezTo>
                  <a:cubicBezTo>
                    <a:pt x="5536" y="137"/>
                    <a:pt x="5517" y="144"/>
                    <a:pt x="5505" y="160"/>
                  </a:cubicBezTo>
                  <a:cubicBezTo>
                    <a:pt x="5494" y="176"/>
                    <a:pt x="5483" y="207"/>
                    <a:pt x="5473" y="252"/>
                  </a:cubicBezTo>
                  <a:cubicBezTo>
                    <a:pt x="5469" y="268"/>
                    <a:pt x="5466" y="288"/>
                    <a:pt x="5462" y="309"/>
                  </a:cubicBezTo>
                  <a:cubicBezTo>
                    <a:pt x="5458" y="331"/>
                    <a:pt x="5455" y="353"/>
                    <a:pt x="5453" y="374"/>
                  </a:cubicBezTo>
                  <a:cubicBezTo>
                    <a:pt x="5451" y="395"/>
                    <a:pt x="5449" y="413"/>
                    <a:pt x="5449" y="428"/>
                  </a:cubicBezTo>
                  <a:cubicBezTo>
                    <a:pt x="5452" y="429"/>
                    <a:pt x="5456" y="429"/>
                    <a:pt x="5459" y="429"/>
                  </a:cubicBezTo>
                  <a:cubicBezTo>
                    <a:pt x="5462" y="429"/>
                    <a:pt x="5465" y="429"/>
                    <a:pt x="5469" y="429"/>
                  </a:cubicBezTo>
                  <a:cubicBezTo>
                    <a:pt x="5478" y="429"/>
                    <a:pt x="5487" y="429"/>
                    <a:pt x="5496" y="428"/>
                  </a:cubicBezTo>
                  <a:cubicBezTo>
                    <a:pt x="5505" y="427"/>
                    <a:pt x="5514" y="426"/>
                    <a:pt x="5522" y="424"/>
                  </a:cubicBezTo>
                  <a:lnTo>
                    <a:pt x="5536" y="346"/>
                  </a:lnTo>
                  <a:lnTo>
                    <a:pt x="5495" y="346"/>
                  </a:lnTo>
                  <a:lnTo>
                    <a:pt x="5515" y="235"/>
                  </a:lnTo>
                  <a:lnTo>
                    <a:pt x="5679" y="235"/>
                  </a:lnTo>
                  <a:lnTo>
                    <a:pt x="5625" y="526"/>
                  </a:lnTo>
                  <a:cubicBezTo>
                    <a:pt x="5607" y="534"/>
                    <a:pt x="5581" y="541"/>
                    <a:pt x="5548" y="546"/>
                  </a:cubicBezTo>
                  <a:cubicBezTo>
                    <a:pt x="5515" y="551"/>
                    <a:pt x="5483" y="554"/>
                    <a:pt x="5450" y="554"/>
                  </a:cubicBezTo>
                  <a:cubicBezTo>
                    <a:pt x="5411" y="554"/>
                    <a:pt x="5381" y="548"/>
                    <a:pt x="5360" y="536"/>
                  </a:cubicBezTo>
                  <a:cubicBezTo>
                    <a:pt x="5339" y="524"/>
                    <a:pt x="5325" y="507"/>
                    <a:pt x="5317" y="485"/>
                  </a:cubicBezTo>
                  <a:cubicBezTo>
                    <a:pt x="5309" y="464"/>
                    <a:pt x="5306" y="439"/>
                    <a:pt x="5306" y="410"/>
                  </a:cubicBezTo>
                  <a:cubicBezTo>
                    <a:pt x="5306" y="386"/>
                    <a:pt x="5308" y="361"/>
                    <a:pt x="5312" y="334"/>
                  </a:cubicBezTo>
                  <a:cubicBezTo>
                    <a:pt x="5317" y="307"/>
                    <a:pt x="5322" y="280"/>
                    <a:pt x="5328" y="251"/>
                  </a:cubicBezTo>
                  <a:cubicBezTo>
                    <a:pt x="5344" y="166"/>
                    <a:pt x="5370" y="104"/>
                    <a:pt x="5406" y="65"/>
                  </a:cubicBezTo>
                  <a:cubicBezTo>
                    <a:pt x="5442" y="26"/>
                    <a:pt x="5496" y="6"/>
                    <a:pt x="5566" y="7"/>
                  </a:cubicBezTo>
                  <a:close/>
                  <a:moveTo>
                    <a:pt x="5104" y="7"/>
                  </a:moveTo>
                  <a:cubicBezTo>
                    <a:pt x="5135" y="7"/>
                    <a:pt x="5160" y="9"/>
                    <a:pt x="5179" y="13"/>
                  </a:cubicBezTo>
                  <a:cubicBezTo>
                    <a:pt x="5199" y="17"/>
                    <a:pt x="5213" y="21"/>
                    <a:pt x="5222" y="25"/>
                  </a:cubicBezTo>
                  <a:lnTo>
                    <a:pt x="5192" y="151"/>
                  </a:lnTo>
                  <a:cubicBezTo>
                    <a:pt x="5180" y="147"/>
                    <a:pt x="5168" y="143"/>
                    <a:pt x="5156" y="141"/>
                  </a:cubicBezTo>
                  <a:cubicBezTo>
                    <a:pt x="5145" y="139"/>
                    <a:pt x="5132" y="138"/>
                    <a:pt x="5119" y="138"/>
                  </a:cubicBezTo>
                  <a:cubicBezTo>
                    <a:pt x="5106" y="138"/>
                    <a:pt x="5096" y="140"/>
                    <a:pt x="5089" y="145"/>
                  </a:cubicBezTo>
                  <a:cubicBezTo>
                    <a:pt x="5082" y="150"/>
                    <a:pt x="5079" y="158"/>
                    <a:pt x="5079" y="169"/>
                  </a:cubicBezTo>
                  <a:cubicBezTo>
                    <a:pt x="5079" y="177"/>
                    <a:pt x="5080" y="186"/>
                    <a:pt x="5083" y="194"/>
                  </a:cubicBezTo>
                  <a:cubicBezTo>
                    <a:pt x="5086" y="203"/>
                    <a:pt x="5091" y="215"/>
                    <a:pt x="5097" y="230"/>
                  </a:cubicBezTo>
                  <a:lnTo>
                    <a:pt x="5123" y="291"/>
                  </a:lnTo>
                  <a:cubicBezTo>
                    <a:pt x="5130" y="306"/>
                    <a:pt x="5136" y="323"/>
                    <a:pt x="5142" y="341"/>
                  </a:cubicBezTo>
                  <a:cubicBezTo>
                    <a:pt x="5147" y="359"/>
                    <a:pt x="5151" y="377"/>
                    <a:pt x="5151" y="396"/>
                  </a:cubicBezTo>
                  <a:cubicBezTo>
                    <a:pt x="5150" y="451"/>
                    <a:pt x="5135" y="491"/>
                    <a:pt x="5106" y="516"/>
                  </a:cubicBezTo>
                  <a:cubicBezTo>
                    <a:pt x="5077" y="542"/>
                    <a:pt x="5040" y="554"/>
                    <a:pt x="4993" y="554"/>
                  </a:cubicBezTo>
                  <a:cubicBezTo>
                    <a:pt x="4960" y="553"/>
                    <a:pt x="4933" y="551"/>
                    <a:pt x="4912" y="547"/>
                  </a:cubicBezTo>
                  <a:cubicBezTo>
                    <a:pt x="4891" y="543"/>
                    <a:pt x="4876" y="539"/>
                    <a:pt x="4867" y="535"/>
                  </a:cubicBezTo>
                  <a:lnTo>
                    <a:pt x="4877" y="402"/>
                  </a:lnTo>
                  <a:cubicBezTo>
                    <a:pt x="4887" y="406"/>
                    <a:pt x="4900" y="410"/>
                    <a:pt x="4919" y="414"/>
                  </a:cubicBezTo>
                  <a:cubicBezTo>
                    <a:pt x="4938" y="418"/>
                    <a:pt x="4959" y="420"/>
                    <a:pt x="4983" y="420"/>
                  </a:cubicBezTo>
                  <a:cubicBezTo>
                    <a:pt x="4986" y="420"/>
                    <a:pt x="4989" y="420"/>
                    <a:pt x="4991" y="420"/>
                  </a:cubicBezTo>
                  <a:cubicBezTo>
                    <a:pt x="4994" y="420"/>
                    <a:pt x="4997" y="420"/>
                    <a:pt x="5000" y="420"/>
                  </a:cubicBezTo>
                  <a:cubicBezTo>
                    <a:pt x="5001" y="416"/>
                    <a:pt x="5002" y="412"/>
                    <a:pt x="5003" y="407"/>
                  </a:cubicBezTo>
                  <a:cubicBezTo>
                    <a:pt x="5004" y="403"/>
                    <a:pt x="5005" y="398"/>
                    <a:pt x="5005" y="393"/>
                  </a:cubicBezTo>
                  <a:cubicBezTo>
                    <a:pt x="5004" y="384"/>
                    <a:pt x="5003" y="375"/>
                    <a:pt x="4999" y="366"/>
                  </a:cubicBezTo>
                  <a:cubicBezTo>
                    <a:pt x="4995" y="358"/>
                    <a:pt x="4991" y="348"/>
                    <a:pt x="4985" y="336"/>
                  </a:cubicBezTo>
                  <a:lnTo>
                    <a:pt x="4958" y="276"/>
                  </a:lnTo>
                  <a:cubicBezTo>
                    <a:pt x="4950" y="259"/>
                    <a:pt x="4944" y="241"/>
                    <a:pt x="4939" y="223"/>
                  </a:cubicBezTo>
                  <a:cubicBezTo>
                    <a:pt x="4934" y="205"/>
                    <a:pt x="4932" y="188"/>
                    <a:pt x="4932" y="171"/>
                  </a:cubicBezTo>
                  <a:cubicBezTo>
                    <a:pt x="4933" y="116"/>
                    <a:pt x="4948" y="75"/>
                    <a:pt x="4979" y="48"/>
                  </a:cubicBezTo>
                  <a:cubicBezTo>
                    <a:pt x="5010" y="20"/>
                    <a:pt x="5052" y="7"/>
                    <a:pt x="5104" y="7"/>
                  </a:cubicBezTo>
                  <a:close/>
                  <a:moveTo>
                    <a:pt x="3301" y="7"/>
                  </a:moveTo>
                  <a:cubicBezTo>
                    <a:pt x="3356" y="7"/>
                    <a:pt x="3393" y="21"/>
                    <a:pt x="3415" y="47"/>
                  </a:cubicBezTo>
                  <a:cubicBezTo>
                    <a:pt x="3436" y="73"/>
                    <a:pt x="3446" y="108"/>
                    <a:pt x="3445" y="151"/>
                  </a:cubicBezTo>
                  <a:cubicBezTo>
                    <a:pt x="3445" y="175"/>
                    <a:pt x="3443" y="200"/>
                    <a:pt x="3439" y="227"/>
                  </a:cubicBezTo>
                  <a:cubicBezTo>
                    <a:pt x="3435" y="253"/>
                    <a:pt x="3429" y="281"/>
                    <a:pt x="3423" y="310"/>
                  </a:cubicBezTo>
                  <a:cubicBezTo>
                    <a:pt x="3407" y="395"/>
                    <a:pt x="3382" y="457"/>
                    <a:pt x="3347" y="496"/>
                  </a:cubicBezTo>
                  <a:cubicBezTo>
                    <a:pt x="3311" y="535"/>
                    <a:pt x="3258" y="554"/>
                    <a:pt x="3188" y="554"/>
                  </a:cubicBezTo>
                  <a:cubicBezTo>
                    <a:pt x="3133" y="553"/>
                    <a:pt x="3096" y="540"/>
                    <a:pt x="3074" y="514"/>
                  </a:cubicBezTo>
                  <a:cubicBezTo>
                    <a:pt x="3053" y="487"/>
                    <a:pt x="3043" y="453"/>
                    <a:pt x="3044" y="409"/>
                  </a:cubicBezTo>
                  <a:cubicBezTo>
                    <a:pt x="3044" y="385"/>
                    <a:pt x="3047" y="360"/>
                    <a:pt x="3051" y="334"/>
                  </a:cubicBezTo>
                  <a:cubicBezTo>
                    <a:pt x="3055" y="307"/>
                    <a:pt x="3060" y="280"/>
                    <a:pt x="3067" y="251"/>
                  </a:cubicBezTo>
                  <a:cubicBezTo>
                    <a:pt x="3078" y="194"/>
                    <a:pt x="3092" y="148"/>
                    <a:pt x="3111" y="112"/>
                  </a:cubicBezTo>
                  <a:cubicBezTo>
                    <a:pt x="3129" y="76"/>
                    <a:pt x="3154" y="49"/>
                    <a:pt x="3184" y="32"/>
                  </a:cubicBezTo>
                  <a:cubicBezTo>
                    <a:pt x="3215" y="15"/>
                    <a:pt x="3254" y="7"/>
                    <a:pt x="3301" y="7"/>
                  </a:cubicBezTo>
                  <a:close/>
                  <a:moveTo>
                    <a:pt x="2912" y="7"/>
                  </a:moveTo>
                  <a:cubicBezTo>
                    <a:pt x="2941" y="7"/>
                    <a:pt x="2969" y="9"/>
                    <a:pt x="2995" y="13"/>
                  </a:cubicBezTo>
                  <a:cubicBezTo>
                    <a:pt x="3021" y="17"/>
                    <a:pt x="3040" y="21"/>
                    <a:pt x="3051" y="26"/>
                  </a:cubicBezTo>
                  <a:lnTo>
                    <a:pt x="3019" y="153"/>
                  </a:lnTo>
                  <a:cubicBezTo>
                    <a:pt x="3006" y="149"/>
                    <a:pt x="2990" y="146"/>
                    <a:pt x="2972" y="143"/>
                  </a:cubicBezTo>
                  <a:cubicBezTo>
                    <a:pt x="2954" y="140"/>
                    <a:pt x="2933" y="138"/>
                    <a:pt x="2910" y="138"/>
                  </a:cubicBezTo>
                  <a:cubicBezTo>
                    <a:pt x="2882" y="137"/>
                    <a:pt x="2863" y="144"/>
                    <a:pt x="2851" y="160"/>
                  </a:cubicBezTo>
                  <a:cubicBezTo>
                    <a:pt x="2840" y="176"/>
                    <a:pt x="2829" y="207"/>
                    <a:pt x="2819" y="252"/>
                  </a:cubicBezTo>
                  <a:cubicBezTo>
                    <a:pt x="2815" y="268"/>
                    <a:pt x="2812" y="288"/>
                    <a:pt x="2808" y="309"/>
                  </a:cubicBezTo>
                  <a:cubicBezTo>
                    <a:pt x="2804" y="331"/>
                    <a:pt x="2801" y="353"/>
                    <a:pt x="2799" y="374"/>
                  </a:cubicBezTo>
                  <a:cubicBezTo>
                    <a:pt x="2797" y="395"/>
                    <a:pt x="2795" y="413"/>
                    <a:pt x="2795" y="428"/>
                  </a:cubicBezTo>
                  <a:cubicBezTo>
                    <a:pt x="2798" y="429"/>
                    <a:pt x="2802" y="429"/>
                    <a:pt x="2805" y="429"/>
                  </a:cubicBezTo>
                  <a:cubicBezTo>
                    <a:pt x="2808" y="429"/>
                    <a:pt x="2811" y="429"/>
                    <a:pt x="2815" y="429"/>
                  </a:cubicBezTo>
                  <a:cubicBezTo>
                    <a:pt x="2824" y="429"/>
                    <a:pt x="2833" y="429"/>
                    <a:pt x="2842" y="428"/>
                  </a:cubicBezTo>
                  <a:cubicBezTo>
                    <a:pt x="2851" y="427"/>
                    <a:pt x="2860" y="426"/>
                    <a:pt x="2868" y="424"/>
                  </a:cubicBezTo>
                  <a:lnTo>
                    <a:pt x="2882" y="346"/>
                  </a:lnTo>
                  <a:lnTo>
                    <a:pt x="2841" y="346"/>
                  </a:lnTo>
                  <a:lnTo>
                    <a:pt x="2861" y="235"/>
                  </a:lnTo>
                  <a:lnTo>
                    <a:pt x="3025" y="235"/>
                  </a:lnTo>
                  <a:lnTo>
                    <a:pt x="2971" y="526"/>
                  </a:lnTo>
                  <a:cubicBezTo>
                    <a:pt x="2953" y="534"/>
                    <a:pt x="2927" y="541"/>
                    <a:pt x="2894" y="546"/>
                  </a:cubicBezTo>
                  <a:cubicBezTo>
                    <a:pt x="2861" y="551"/>
                    <a:pt x="2829" y="554"/>
                    <a:pt x="2796" y="554"/>
                  </a:cubicBezTo>
                  <a:cubicBezTo>
                    <a:pt x="2757" y="554"/>
                    <a:pt x="2727" y="548"/>
                    <a:pt x="2706" y="536"/>
                  </a:cubicBezTo>
                  <a:cubicBezTo>
                    <a:pt x="2685" y="524"/>
                    <a:pt x="2671" y="507"/>
                    <a:pt x="2663" y="485"/>
                  </a:cubicBezTo>
                  <a:cubicBezTo>
                    <a:pt x="2655" y="464"/>
                    <a:pt x="2652" y="439"/>
                    <a:pt x="2652" y="410"/>
                  </a:cubicBezTo>
                  <a:cubicBezTo>
                    <a:pt x="2652" y="386"/>
                    <a:pt x="2654" y="361"/>
                    <a:pt x="2658" y="334"/>
                  </a:cubicBezTo>
                  <a:cubicBezTo>
                    <a:pt x="2663" y="307"/>
                    <a:pt x="2668" y="280"/>
                    <a:pt x="2674" y="251"/>
                  </a:cubicBezTo>
                  <a:cubicBezTo>
                    <a:pt x="2690" y="166"/>
                    <a:pt x="2716" y="104"/>
                    <a:pt x="2752" y="65"/>
                  </a:cubicBezTo>
                  <a:cubicBezTo>
                    <a:pt x="2788" y="26"/>
                    <a:pt x="2842" y="6"/>
                    <a:pt x="2912" y="7"/>
                  </a:cubicBezTo>
                  <a:close/>
                  <a:moveTo>
                    <a:pt x="2452" y="7"/>
                  </a:moveTo>
                  <a:cubicBezTo>
                    <a:pt x="2483" y="7"/>
                    <a:pt x="2508" y="9"/>
                    <a:pt x="2527" y="13"/>
                  </a:cubicBezTo>
                  <a:cubicBezTo>
                    <a:pt x="2547" y="17"/>
                    <a:pt x="2561" y="21"/>
                    <a:pt x="2570" y="25"/>
                  </a:cubicBezTo>
                  <a:lnTo>
                    <a:pt x="2540" y="151"/>
                  </a:lnTo>
                  <a:cubicBezTo>
                    <a:pt x="2528" y="147"/>
                    <a:pt x="2516" y="143"/>
                    <a:pt x="2504" y="141"/>
                  </a:cubicBezTo>
                  <a:cubicBezTo>
                    <a:pt x="2493" y="139"/>
                    <a:pt x="2480" y="138"/>
                    <a:pt x="2467" y="138"/>
                  </a:cubicBezTo>
                  <a:cubicBezTo>
                    <a:pt x="2454" y="138"/>
                    <a:pt x="2444" y="140"/>
                    <a:pt x="2437" y="145"/>
                  </a:cubicBezTo>
                  <a:cubicBezTo>
                    <a:pt x="2430" y="150"/>
                    <a:pt x="2427" y="158"/>
                    <a:pt x="2427" y="169"/>
                  </a:cubicBezTo>
                  <a:cubicBezTo>
                    <a:pt x="2427" y="177"/>
                    <a:pt x="2428" y="186"/>
                    <a:pt x="2431" y="194"/>
                  </a:cubicBezTo>
                  <a:cubicBezTo>
                    <a:pt x="2434" y="203"/>
                    <a:pt x="2439" y="215"/>
                    <a:pt x="2445" y="230"/>
                  </a:cubicBezTo>
                  <a:lnTo>
                    <a:pt x="2471" y="291"/>
                  </a:lnTo>
                  <a:cubicBezTo>
                    <a:pt x="2478" y="306"/>
                    <a:pt x="2484" y="323"/>
                    <a:pt x="2490" y="341"/>
                  </a:cubicBezTo>
                  <a:cubicBezTo>
                    <a:pt x="2495" y="359"/>
                    <a:pt x="2499" y="377"/>
                    <a:pt x="2499" y="396"/>
                  </a:cubicBezTo>
                  <a:cubicBezTo>
                    <a:pt x="2498" y="451"/>
                    <a:pt x="2483" y="491"/>
                    <a:pt x="2454" y="516"/>
                  </a:cubicBezTo>
                  <a:cubicBezTo>
                    <a:pt x="2425" y="542"/>
                    <a:pt x="2388" y="554"/>
                    <a:pt x="2341" y="554"/>
                  </a:cubicBezTo>
                  <a:cubicBezTo>
                    <a:pt x="2308" y="553"/>
                    <a:pt x="2281" y="551"/>
                    <a:pt x="2260" y="547"/>
                  </a:cubicBezTo>
                  <a:cubicBezTo>
                    <a:pt x="2239" y="543"/>
                    <a:pt x="2224" y="539"/>
                    <a:pt x="2215" y="535"/>
                  </a:cubicBezTo>
                  <a:lnTo>
                    <a:pt x="2225" y="402"/>
                  </a:lnTo>
                  <a:cubicBezTo>
                    <a:pt x="2235" y="406"/>
                    <a:pt x="2248" y="410"/>
                    <a:pt x="2267" y="414"/>
                  </a:cubicBezTo>
                  <a:cubicBezTo>
                    <a:pt x="2286" y="418"/>
                    <a:pt x="2307" y="420"/>
                    <a:pt x="2331" y="420"/>
                  </a:cubicBezTo>
                  <a:cubicBezTo>
                    <a:pt x="2334" y="420"/>
                    <a:pt x="2337" y="420"/>
                    <a:pt x="2339" y="420"/>
                  </a:cubicBezTo>
                  <a:cubicBezTo>
                    <a:pt x="2342" y="420"/>
                    <a:pt x="2345" y="420"/>
                    <a:pt x="2348" y="420"/>
                  </a:cubicBezTo>
                  <a:cubicBezTo>
                    <a:pt x="2349" y="416"/>
                    <a:pt x="2350" y="412"/>
                    <a:pt x="2351" y="407"/>
                  </a:cubicBezTo>
                  <a:cubicBezTo>
                    <a:pt x="2352" y="403"/>
                    <a:pt x="2353" y="398"/>
                    <a:pt x="2353" y="393"/>
                  </a:cubicBezTo>
                  <a:cubicBezTo>
                    <a:pt x="2352" y="384"/>
                    <a:pt x="2351" y="375"/>
                    <a:pt x="2347" y="366"/>
                  </a:cubicBezTo>
                  <a:cubicBezTo>
                    <a:pt x="2343" y="358"/>
                    <a:pt x="2339" y="348"/>
                    <a:pt x="2333" y="336"/>
                  </a:cubicBezTo>
                  <a:lnTo>
                    <a:pt x="2306" y="276"/>
                  </a:lnTo>
                  <a:cubicBezTo>
                    <a:pt x="2298" y="259"/>
                    <a:pt x="2292" y="241"/>
                    <a:pt x="2287" y="223"/>
                  </a:cubicBezTo>
                  <a:cubicBezTo>
                    <a:pt x="2282" y="205"/>
                    <a:pt x="2280" y="188"/>
                    <a:pt x="2280" y="171"/>
                  </a:cubicBezTo>
                  <a:cubicBezTo>
                    <a:pt x="2281" y="116"/>
                    <a:pt x="2296" y="75"/>
                    <a:pt x="2327" y="48"/>
                  </a:cubicBezTo>
                  <a:cubicBezTo>
                    <a:pt x="2358" y="20"/>
                    <a:pt x="2400" y="7"/>
                    <a:pt x="2452" y="7"/>
                  </a:cubicBezTo>
                  <a:close/>
                  <a:moveTo>
                    <a:pt x="649" y="7"/>
                  </a:moveTo>
                  <a:cubicBezTo>
                    <a:pt x="704" y="7"/>
                    <a:pt x="741" y="21"/>
                    <a:pt x="763" y="47"/>
                  </a:cubicBezTo>
                  <a:cubicBezTo>
                    <a:pt x="784" y="73"/>
                    <a:pt x="794" y="108"/>
                    <a:pt x="793" y="151"/>
                  </a:cubicBezTo>
                  <a:cubicBezTo>
                    <a:pt x="793" y="175"/>
                    <a:pt x="791" y="200"/>
                    <a:pt x="787" y="227"/>
                  </a:cubicBezTo>
                  <a:cubicBezTo>
                    <a:pt x="783" y="253"/>
                    <a:pt x="777" y="281"/>
                    <a:pt x="771" y="310"/>
                  </a:cubicBezTo>
                  <a:cubicBezTo>
                    <a:pt x="755" y="395"/>
                    <a:pt x="730" y="457"/>
                    <a:pt x="695" y="496"/>
                  </a:cubicBezTo>
                  <a:cubicBezTo>
                    <a:pt x="659" y="535"/>
                    <a:pt x="606" y="554"/>
                    <a:pt x="536" y="554"/>
                  </a:cubicBezTo>
                  <a:cubicBezTo>
                    <a:pt x="481" y="553"/>
                    <a:pt x="444" y="540"/>
                    <a:pt x="422" y="514"/>
                  </a:cubicBezTo>
                  <a:cubicBezTo>
                    <a:pt x="401" y="487"/>
                    <a:pt x="391" y="453"/>
                    <a:pt x="392" y="409"/>
                  </a:cubicBezTo>
                  <a:cubicBezTo>
                    <a:pt x="392" y="385"/>
                    <a:pt x="395" y="360"/>
                    <a:pt x="399" y="334"/>
                  </a:cubicBezTo>
                  <a:cubicBezTo>
                    <a:pt x="403" y="307"/>
                    <a:pt x="408" y="280"/>
                    <a:pt x="415" y="251"/>
                  </a:cubicBezTo>
                  <a:cubicBezTo>
                    <a:pt x="426" y="194"/>
                    <a:pt x="440" y="148"/>
                    <a:pt x="459" y="112"/>
                  </a:cubicBezTo>
                  <a:cubicBezTo>
                    <a:pt x="477" y="76"/>
                    <a:pt x="502" y="49"/>
                    <a:pt x="532" y="32"/>
                  </a:cubicBezTo>
                  <a:cubicBezTo>
                    <a:pt x="563" y="15"/>
                    <a:pt x="602" y="7"/>
                    <a:pt x="649" y="7"/>
                  </a:cubicBezTo>
                  <a:close/>
                  <a:moveTo>
                    <a:pt x="260" y="7"/>
                  </a:moveTo>
                  <a:cubicBezTo>
                    <a:pt x="289" y="7"/>
                    <a:pt x="317" y="9"/>
                    <a:pt x="343" y="13"/>
                  </a:cubicBezTo>
                  <a:cubicBezTo>
                    <a:pt x="369" y="17"/>
                    <a:pt x="388" y="21"/>
                    <a:pt x="399" y="26"/>
                  </a:cubicBezTo>
                  <a:lnTo>
                    <a:pt x="367" y="153"/>
                  </a:lnTo>
                  <a:cubicBezTo>
                    <a:pt x="354" y="149"/>
                    <a:pt x="338" y="146"/>
                    <a:pt x="320" y="143"/>
                  </a:cubicBezTo>
                  <a:cubicBezTo>
                    <a:pt x="302" y="140"/>
                    <a:pt x="281" y="138"/>
                    <a:pt x="258" y="138"/>
                  </a:cubicBezTo>
                  <a:cubicBezTo>
                    <a:pt x="230" y="137"/>
                    <a:pt x="211" y="144"/>
                    <a:pt x="199" y="160"/>
                  </a:cubicBezTo>
                  <a:cubicBezTo>
                    <a:pt x="188" y="176"/>
                    <a:pt x="177" y="207"/>
                    <a:pt x="167" y="252"/>
                  </a:cubicBezTo>
                  <a:cubicBezTo>
                    <a:pt x="163" y="268"/>
                    <a:pt x="160" y="288"/>
                    <a:pt x="156" y="309"/>
                  </a:cubicBezTo>
                  <a:cubicBezTo>
                    <a:pt x="152" y="331"/>
                    <a:pt x="149" y="353"/>
                    <a:pt x="147" y="374"/>
                  </a:cubicBezTo>
                  <a:cubicBezTo>
                    <a:pt x="145" y="395"/>
                    <a:pt x="143" y="413"/>
                    <a:pt x="143" y="428"/>
                  </a:cubicBezTo>
                  <a:cubicBezTo>
                    <a:pt x="146" y="429"/>
                    <a:pt x="150" y="429"/>
                    <a:pt x="153" y="429"/>
                  </a:cubicBezTo>
                  <a:cubicBezTo>
                    <a:pt x="156" y="429"/>
                    <a:pt x="159" y="429"/>
                    <a:pt x="163" y="429"/>
                  </a:cubicBezTo>
                  <a:cubicBezTo>
                    <a:pt x="172" y="429"/>
                    <a:pt x="181" y="429"/>
                    <a:pt x="190" y="428"/>
                  </a:cubicBezTo>
                  <a:cubicBezTo>
                    <a:pt x="199" y="427"/>
                    <a:pt x="208" y="426"/>
                    <a:pt x="216" y="424"/>
                  </a:cubicBezTo>
                  <a:lnTo>
                    <a:pt x="230" y="346"/>
                  </a:lnTo>
                  <a:lnTo>
                    <a:pt x="189" y="346"/>
                  </a:lnTo>
                  <a:lnTo>
                    <a:pt x="209" y="235"/>
                  </a:lnTo>
                  <a:lnTo>
                    <a:pt x="373" y="235"/>
                  </a:lnTo>
                  <a:lnTo>
                    <a:pt x="319" y="526"/>
                  </a:lnTo>
                  <a:cubicBezTo>
                    <a:pt x="301" y="534"/>
                    <a:pt x="275" y="541"/>
                    <a:pt x="242" y="546"/>
                  </a:cubicBezTo>
                  <a:cubicBezTo>
                    <a:pt x="209" y="551"/>
                    <a:pt x="177" y="554"/>
                    <a:pt x="144" y="554"/>
                  </a:cubicBezTo>
                  <a:cubicBezTo>
                    <a:pt x="105" y="554"/>
                    <a:pt x="75" y="548"/>
                    <a:pt x="54" y="536"/>
                  </a:cubicBezTo>
                  <a:cubicBezTo>
                    <a:pt x="33" y="524"/>
                    <a:pt x="19" y="507"/>
                    <a:pt x="11" y="485"/>
                  </a:cubicBezTo>
                  <a:cubicBezTo>
                    <a:pt x="3" y="464"/>
                    <a:pt x="0" y="439"/>
                    <a:pt x="0" y="410"/>
                  </a:cubicBezTo>
                  <a:cubicBezTo>
                    <a:pt x="0" y="386"/>
                    <a:pt x="2" y="361"/>
                    <a:pt x="6" y="334"/>
                  </a:cubicBezTo>
                  <a:cubicBezTo>
                    <a:pt x="11" y="307"/>
                    <a:pt x="16" y="280"/>
                    <a:pt x="22" y="251"/>
                  </a:cubicBezTo>
                  <a:cubicBezTo>
                    <a:pt x="38" y="166"/>
                    <a:pt x="64" y="104"/>
                    <a:pt x="100" y="65"/>
                  </a:cubicBezTo>
                  <a:cubicBezTo>
                    <a:pt x="136" y="26"/>
                    <a:pt x="190" y="6"/>
                    <a:pt x="260" y="7"/>
                  </a:cubicBezTo>
                  <a:close/>
                  <a:moveTo>
                    <a:pt x="16953" y="0"/>
                  </a:moveTo>
                  <a:lnTo>
                    <a:pt x="16863" y="374"/>
                  </a:lnTo>
                  <a:lnTo>
                    <a:pt x="16744" y="374"/>
                  </a:lnTo>
                  <a:lnTo>
                    <a:pt x="16796" y="16"/>
                  </a:lnTo>
                  <a:lnTo>
                    <a:pt x="16953" y="0"/>
                  </a:lnTo>
                  <a:close/>
                  <a:moveTo>
                    <a:pt x="14299" y="0"/>
                  </a:moveTo>
                  <a:lnTo>
                    <a:pt x="14209" y="374"/>
                  </a:lnTo>
                  <a:lnTo>
                    <a:pt x="14090" y="374"/>
                  </a:lnTo>
                  <a:lnTo>
                    <a:pt x="14142" y="16"/>
                  </a:lnTo>
                  <a:lnTo>
                    <a:pt x="14299" y="0"/>
                  </a:lnTo>
                  <a:close/>
                  <a:moveTo>
                    <a:pt x="11647" y="0"/>
                  </a:moveTo>
                  <a:lnTo>
                    <a:pt x="11557" y="374"/>
                  </a:lnTo>
                  <a:lnTo>
                    <a:pt x="11438" y="374"/>
                  </a:lnTo>
                  <a:lnTo>
                    <a:pt x="11490" y="16"/>
                  </a:lnTo>
                  <a:lnTo>
                    <a:pt x="11647" y="0"/>
                  </a:lnTo>
                  <a:close/>
                  <a:moveTo>
                    <a:pt x="8993" y="0"/>
                  </a:moveTo>
                  <a:lnTo>
                    <a:pt x="8903" y="374"/>
                  </a:lnTo>
                  <a:lnTo>
                    <a:pt x="8784" y="374"/>
                  </a:lnTo>
                  <a:lnTo>
                    <a:pt x="8836" y="16"/>
                  </a:lnTo>
                  <a:lnTo>
                    <a:pt x="8993" y="0"/>
                  </a:lnTo>
                  <a:close/>
                  <a:moveTo>
                    <a:pt x="6341" y="0"/>
                  </a:moveTo>
                  <a:lnTo>
                    <a:pt x="6251" y="374"/>
                  </a:lnTo>
                  <a:lnTo>
                    <a:pt x="6132" y="374"/>
                  </a:lnTo>
                  <a:lnTo>
                    <a:pt x="6184" y="16"/>
                  </a:lnTo>
                  <a:lnTo>
                    <a:pt x="6341" y="0"/>
                  </a:lnTo>
                  <a:close/>
                  <a:moveTo>
                    <a:pt x="3687" y="0"/>
                  </a:moveTo>
                  <a:lnTo>
                    <a:pt x="3597" y="374"/>
                  </a:lnTo>
                  <a:lnTo>
                    <a:pt x="3478" y="374"/>
                  </a:lnTo>
                  <a:lnTo>
                    <a:pt x="3530" y="16"/>
                  </a:lnTo>
                  <a:lnTo>
                    <a:pt x="3687" y="0"/>
                  </a:lnTo>
                  <a:close/>
                  <a:moveTo>
                    <a:pt x="1035" y="0"/>
                  </a:moveTo>
                  <a:lnTo>
                    <a:pt x="945" y="374"/>
                  </a:lnTo>
                  <a:lnTo>
                    <a:pt x="826" y="374"/>
                  </a:lnTo>
                  <a:lnTo>
                    <a:pt x="878" y="16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04CDDF4E-BE4E-48CF-713F-6F63FB507D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31" y="4683105"/>
              <a:ext cx="12802442" cy="408031"/>
            </a:xfrm>
            <a:custGeom>
              <a:avLst/>
              <a:gdLst>
                <a:gd name="T0" fmla="*/ 10293 w 17383"/>
                <a:gd name="T1" fmla="*/ 544 h 554"/>
                <a:gd name="T2" fmla="*/ 2472 w 17383"/>
                <a:gd name="T3" fmla="*/ 544 h 554"/>
                <a:gd name="T4" fmla="*/ 15455 w 17383"/>
                <a:gd name="T5" fmla="*/ 132 h 554"/>
                <a:gd name="T6" fmla="*/ 12792 w 17383"/>
                <a:gd name="T7" fmla="*/ 131 h 554"/>
                <a:gd name="T8" fmla="*/ 7486 w 17383"/>
                <a:gd name="T9" fmla="*/ 131 h 554"/>
                <a:gd name="T10" fmla="*/ 4790 w 17383"/>
                <a:gd name="T11" fmla="*/ 157 h 554"/>
                <a:gd name="T12" fmla="*/ 2109 w 17383"/>
                <a:gd name="T13" fmla="*/ 251 h 554"/>
                <a:gd name="T14" fmla="*/ 17006 w 17383"/>
                <a:gd name="T15" fmla="*/ 211 h 554"/>
                <a:gd name="T16" fmla="*/ 16545 w 17383"/>
                <a:gd name="T17" fmla="*/ 145 h 554"/>
                <a:gd name="T18" fmla="*/ 16195 w 17383"/>
                <a:gd name="T19" fmla="*/ 414 h 554"/>
                <a:gd name="T20" fmla="*/ 14088 w 17383"/>
                <a:gd name="T21" fmla="*/ 544 h 554"/>
                <a:gd name="T22" fmla="*/ 13859 w 17383"/>
                <a:gd name="T23" fmla="*/ 414 h 554"/>
                <a:gd name="T24" fmla="*/ 11700 w 17383"/>
                <a:gd name="T25" fmla="*/ 211 h 554"/>
                <a:gd name="T26" fmla="*/ 11239 w 17383"/>
                <a:gd name="T27" fmla="*/ 145 h 554"/>
                <a:gd name="T28" fmla="*/ 10889 w 17383"/>
                <a:gd name="T29" fmla="*/ 414 h 554"/>
                <a:gd name="T30" fmla="*/ 8782 w 17383"/>
                <a:gd name="T31" fmla="*/ 544 h 554"/>
                <a:gd name="T32" fmla="*/ 8553 w 17383"/>
                <a:gd name="T33" fmla="*/ 414 h 554"/>
                <a:gd name="T34" fmla="*/ 6394 w 17383"/>
                <a:gd name="T35" fmla="*/ 211 h 554"/>
                <a:gd name="T36" fmla="*/ 5933 w 17383"/>
                <a:gd name="T37" fmla="*/ 145 h 554"/>
                <a:gd name="T38" fmla="*/ 5583 w 17383"/>
                <a:gd name="T39" fmla="*/ 414 h 554"/>
                <a:gd name="T40" fmla="*/ 3476 w 17383"/>
                <a:gd name="T41" fmla="*/ 544 h 554"/>
                <a:gd name="T42" fmla="*/ 3247 w 17383"/>
                <a:gd name="T43" fmla="*/ 414 h 554"/>
                <a:gd name="T44" fmla="*/ 1088 w 17383"/>
                <a:gd name="T45" fmla="*/ 211 h 554"/>
                <a:gd name="T46" fmla="*/ 627 w 17383"/>
                <a:gd name="T47" fmla="*/ 145 h 554"/>
                <a:gd name="T48" fmla="*/ 277 w 17383"/>
                <a:gd name="T49" fmla="*/ 414 h 554"/>
                <a:gd name="T50" fmla="*/ 17284 w 17383"/>
                <a:gd name="T51" fmla="*/ 291 h 554"/>
                <a:gd name="T52" fmla="*/ 17160 w 17383"/>
                <a:gd name="T53" fmla="*/ 366 h 554"/>
                <a:gd name="T54" fmla="*/ 15235 w 17383"/>
                <a:gd name="T55" fmla="*/ 514 h 554"/>
                <a:gd name="T56" fmla="*/ 14980 w 17383"/>
                <a:gd name="T57" fmla="*/ 252 h 554"/>
                <a:gd name="T58" fmla="*/ 14957 w 17383"/>
                <a:gd name="T59" fmla="*/ 554 h 554"/>
                <a:gd name="T60" fmla="*/ 14596 w 17383"/>
                <a:gd name="T61" fmla="*/ 145 h 554"/>
                <a:gd name="T62" fmla="*/ 14498 w 17383"/>
                <a:gd name="T63" fmla="*/ 420 h 554"/>
                <a:gd name="T64" fmla="*/ 12948 w 17383"/>
                <a:gd name="T65" fmla="*/ 227 h 554"/>
                <a:gd name="T66" fmla="*/ 12528 w 17383"/>
                <a:gd name="T67" fmla="*/ 153 h 554"/>
                <a:gd name="T68" fmla="*/ 12370 w 17383"/>
                <a:gd name="T69" fmla="*/ 235 h 554"/>
                <a:gd name="T70" fmla="*/ 12077 w 17383"/>
                <a:gd name="T71" fmla="*/ 25 h 554"/>
                <a:gd name="T72" fmla="*/ 11722 w 17383"/>
                <a:gd name="T73" fmla="*/ 535 h 554"/>
                <a:gd name="T74" fmla="*/ 11959 w 17383"/>
                <a:gd name="T75" fmla="*/ 7 h 554"/>
                <a:gd name="T76" fmla="*/ 10156 w 17383"/>
                <a:gd name="T77" fmla="*/ 7 h 554"/>
                <a:gd name="T78" fmla="*/ 9697 w 17383"/>
                <a:gd name="T79" fmla="*/ 428 h 554"/>
                <a:gd name="T80" fmla="*/ 9607 w 17383"/>
                <a:gd name="T81" fmla="*/ 65 h 554"/>
                <a:gd name="T82" fmla="*/ 9352 w 17383"/>
                <a:gd name="T83" fmla="*/ 396 h 554"/>
                <a:gd name="T84" fmla="*/ 9159 w 17383"/>
                <a:gd name="T85" fmla="*/ 276 h 554"/>
                <a:gd name="T86" fmla="*/ 7254 w 17383"/>
                <a:gd name="T87" fmla="*/ 334 h 554"/>
                <a:gd name="T88" fmla="*/ 7002 w 17383"/>
                <a:gd name="T89" fmla="*/ 374 h 554"/>
                <a:gd name="T90" fmla="*/ 6866 w 17383"/>
                <a:gd name="T91" fmla="*/ 485 h 554"/>
                <a:gd name="T92" fmla="*/ 6632 w 17383"/>
                <a:gd name="T93" fmla="*/ 194 h 554"/>
                <a:gd name="T94" fmla="*/ 6552 w 17383"/>
                <a:gd name="T95" fmla="*/ 407 h 554"/>
                <a:gd name="T96" fmla="*/ 4896 w 17383"/>
                <a:gd name="T97" fmla="*/ 496 h 554"/>
                <a:gd name="T98" fmla="*/ 4459 w 17383"/>
                <a:gd name="T99" fmla="*/ 138 h 554"/>
                <a:gd name="T100" fmla="*/ 4520 w 17383"/>
                <a:gd name="T101" fmla="*/ 526 h 554"/>
                <a:gd name="T102" fmla="*/ 4051 w 17383"/>
                <a:gd name="T103" fmla="*/ 141 h 554"/>
                <a:gd name="T104" fmla="*/ 3814 w 17383"/>
                <a:gd name="T105" fmla="*/ 414 h 554"/>
                <a:gd name="T106" fmla="*/ 2312 w 17383"/>
                <a:gd name="T107" fmla="*/ 47 h 554"/>
                <a:gd name="T108" fmla="*/ 1892 w 17383"/>
                <a:gd name="T109" fmla="*/ 13 h 554"/>
                <a:gd name="T110" fmla="*/ 1779 w 17383"/>
                <a:gd name="T111" fmla="*/ 346 h 554"/>
                <a:gd name="T112" fmla="*/ 1347 w 17383"/>
                <a:gd name="T113" fmla="*/ 7 h 554"/>
                <a:gd name="T114" fmla="*/ 1236 w 17383"/>
                <a:gd name="T115" fmla="*/ 554 h 554"/>
                <a:gd name="T116" fmla="*/ 1175 w 17383"/>
                <a:gd name="T117" fmla="*/ 171 h 554"/>
                <a:gd name="T118" fmla="*/ 10452 w 17383"/>
                <a:gd name="T119" fmla="*/ 374 h 554"/>
                <a:gd name="T120" fmla="*/ 2584 w 1738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83" h="554">
                  <a:moveTo>
                    <a:pt x="15623" y="419"/>
                  </a:moveTo>
                  <a:lnTo>
                    <a:pt x="15759" y="419"/>
                  </a:lnTo>
                  <a:lnTo>
                    <a:pt x="15736" y="544"/>
                  </a:lnTo>
                  <a:lnTo>
                    <a:pt x="15599" y="544"/>
                  </a:lnTo>
                  <a:lnTo>
                    <a:pt x="15623" y="419"/>
                  </a:lnTo>
                  <a:close/>
                  <a:moveTo>
                    <a:pt x="12971" y="419"/>
                  </a:moveTo>
                  <a:lnTo>
                    <a:pt x="13107" y="419"/>
                  </a:lnTo>
                  <a:lnTo>
                    <a:pt x="13084" y="544"/>
                  </a:lnTo>
                  <a:lnTo>
                    <a:pt x="12947" y="544"/>
                  </a:lnTo>
                  <a:lnTo>
                    <a:pt x="12971" y="419"/>
                  </a:lnTo>
                  <a:close/>
                  <a:moveTo>
                    <a:pt x="10317" y="419"/>
                  </a:moveTo>
                  <a:lnTo>
                    <a:pt x="10453" y="419"/>
                  </a:lnTo>
                  <a:lnTo>
                    <a:pt x="10430" y="544"/>
                  </a:lnTo>
                  <a:lnTo>
                    <a:pt x="10293" y="544"/>
                  </a:lnTo>
                  <a:lnTo>
                    <a:pt x="10317" y="419"/>
                  </a:lnTo>
                  <a:close/>
                  <a:moveTo>
                    <a:pt x="7665" y="419"/>
                  </a:moveTo>
                  <a:lnTo>
                    <a:pt x="7801" y="419"/>
                  </a:lnTo>
                  <a:lnTo>
                    <a:pt x="7778" y="544"/>
                  </a:lnTo>
                  <a:lnTo>
                    <a:pt x="7641" y="544"/>
                  </a:lnTo>
                  <a:lnTo>
                    <a:pt x="7665" y="419"/>
                  </a:lnTo>
                  <a:close/>
                  <a:moveTo>
                    <a:pt x="5011" y="419"/>
                  </a:moveTo>
                  <a:lnTo>
                    <a:pt x="5147" y="419"/>
                  </a:lnTo>
                  <a:lnTo>
                    <a:pt x="5124" y="544"/>
                  </a:lnTo>
                  <a:lnTo>
                    <a:pt x="4987" y="544"/>
                  </a:lnTo>
                  <a:lnTo>
                    <a:pt x="5011" y="419"/>
                  </a:lnTo>
                  <a:close/>
                  <a:moveTo>
                    <a:pt x="2359" y="419"/>
                  </a:moveTo>
                  <a:lnTo>
                    <a:pt x="2495" y="419"/>
                  </a:lnTo>
                  <a:lnTo>
                    <a:pt x="2472" y="544"/>
                  </a:lnTo>
                  <a:lnTo>
                    <a:pt x="2335" y="544"/>
                  </a:lnTo>
                  <a:lnTo>
                    <a:pt x="2359" y="419"/>
                  </a:lnTo>
                  <a:close/>
                  <a:moveTo>
                    <a:pt x="15444" y="131"/>
                  </a:moveTo>
                  <a:cubicBezTo>
                    <a:pt x="15426" y="131"/>
                    <a:pt x="15412" y="139"/>
                    <a:pt x="15402" y="157"/>
                  </a:cubicBezTo>
                  <a:cubicBezTo>
                    <a:pt x="15393" y="175"/>
                    <a:pt x="15383" y="206"/>
                    <a:pt x="15373" y="251"/>
                  </a:cubicBezTo>
                  <a:cubicBezTo>
                    <a:pt x="15367" y="277"/>
                    <a:pt x="15361" y="305"/>
                    <a:pt x="15356" y="336"/>
                  </a:cubicBezTo>
                  <a:cubicBezTo>
                    <a:pt x="15350" y="367"/>
                    <a:pt x="15347" y="398"/>
                    <a:pt x="15345" y="428"/>
                  </a:cubicBezTo>
                  <a:cubicBezTo>
                    <a:pt x="15349" y="428"/>
                    <a:pt x="15352" y="428"/>
                    <a:pt x="15356" y="428"/>
                  </a:cubicBezTo>
                  <a:cubicBezTo>
                    <a:pt x="15360" y="428"/>
                    <a:pt x="15363" y="428"/>
                    <a:pt x="15367" y="428"/>
                  </a:cubicBezTo>
                  <a:cubicBezTo>
                    <a:pt x="15385" y="429"/>
                    <a:pt x="15400" y="421"/>
                    <a:pt x="15409" y="403"/>
                  </a:cubicBezTo>
                  <a:cubicBezTo>
                    <a:pt x="15418" y="386"/>
                    <a:pt x="15428" y="354"/>
                    <a:pt x="15438" y="309"/>
                  </a:cubicBezTo>
                  <a:cubicBezTo>
                    <a:pt x="15444" y="284"/>
                    <a:pt x="15450" y="255"/>
                    <a:pt x="15455" y="224"/>
                  </a:cubicBezTo>
                  <a:cubicBezTo>
                    <a:pt x="15460" y="193"/>
                    <a:pt x="15463" y="162"/>
                    <a:pt x="15465" y="132"/>
                  </a:cubicBezTo>
                  <a:cubicBezTo>
                    <a:pt x="15462" y="132"/>
                    <a:pt x="15459" y="132"/>
                    <a:pt x="15455" y="132"/>
                  </a:cubicBezTo>
                  <a:cubicBezTo>
                    <a:pt x="15452" y="131"/>
                    <a:pt x="15448" y="131"/>
                    <a:pt x="15444" y="131"/>
                  </a:cubicBezTo>
                  <a:close/>
                  <a:moveTo>
                    <a:pt x="12792" y="131"/>
                  </a:moveTo>
                  <a:cubicBezTo>
                    <a:pt x="12774" y="131"/>
                    <a:pt x="12760" y="139"/>
                    <a:pt x="12750" y="157"/>
                  </a:cubicBezTo>
                  <a:cubicBezTo>
                    <a:pt x="12741" y="175"/>
                    <a:pt x="12731" y="206"/>
                    <a:pt x="12721" y="251"/>
                  </a:cubicBezTo>
                  <a:cubicBezTo>
                    <a:pt x="12715" y="277"/>
                    <a:pt x="12709" y="305"/>
                    <a:pt x="12704" y="336"/>
                  </a:cubicBezTo>
                  <a:cubicBezTo>
                    <a:pt x="12698" y="367"/>
                    <a:pt x="12695" y="398"/>
                    <a:pt x="12693" y="428"/>
                  </a:cubicBezTo>
                  <a:cubicBezTo>
                    <a:pt x="12697" y="428"/>
                    <a:pt x="12700" y="428"/>
                    <a:pt x="12704" y="428"/>
                  </a:cubicBezTo>
                  <a:cubicBezTo>
                    <a:pt x="12708" y="428"/>
                    <a:pt x="12711" y="428"/>
                    <a:pt x="12715" y="428"/>
                  </a:cubicBezTo>
                  <a:cubicBezTo>
                    <a:pt x="12733" y="429"/>
                    <a:pt x="12748" y="421"/>
                    <a:pt x="12757" y="403"/>
                  </a:cubicBezTo>
                  <a:cubicBezTo>
                    <a:pt x="12766" y="386"/>
                    <a:pt x="12776" y="354"/>
                    <a:pt x="12786" y="309"/>
                  </a:cubicBezTo>
                  <a:cubicBezTo>
                    <a:pt x="12792" y="284"/>
                    <a:pt x="12798" y="255"/>
                    <a:pt x="12803" y="224"/>
                  </a:cubicBezTo>
                  <a:cubicBezTo>
                    <a:pt x="12808" y="193"/>
                    <a:pt x="12811" y="162"/>
                    <a:pt x="12813" y="132"/>
                  </a:cubicBezTo>
                  <a:cubicBezTo>
                    <a:pt x="12810" y="132"/>
                    <a:pt x="12807" y="132"/>
                    <a:pt x="12803" y="132"/>
                  </a:cubicBezTo>
                  <a:cubicBezTo>
                    <a:pt x="12800" y="131"/>
                    <a:pt x="12796" y="131"/>
                    <a:pt x="12792" y="131"/>
                  </a:cubicBezTo>
                  <a:close/>
                  <a:moveTo>
                    <a:pt x="10138" y="131"/>
                  </a:moveTo>
                  <a:cubicBezTo>
                    <a:pt x="10120" y="131"/>
                    <a:pt x="10106" y="139"/>
                    <a:pt x="10096" y="157"/>
                  </a:cubicBezTo>
                  <a:cubicBezTo>
                    <a:pt x="10087" y="175"/>
                    <a:pt x="10077" y="206"/>
                    <a:pt x="10067" y="251"/>
                  </a:cubicBezTo>
                  <a:cubicBezTo>
                    <a:pt x="10061" y="277"/>
                    <a:pt x="10055" y="305"/>
                    <a:pt x="10050" y="336"/>
                  </a:cubicBezTo>
                  <a:cubicBezTo>
                    <a:pt x="10044" y="367"/>
                    <a:pt x="10041" y="398"/>
                    <a:pt x="10039" y="428"/>
                  </a:cubicBezTo>
                  <a:cubicBezTo>
                    <a:pt x="10043" y="428"/>
                    <a:pt x="10046" y="428"/>
                    <a:pt x="10050" y="428"/>
                  </a:cubicBezTo>
                  <a:cubicBezTo>
                    <a:pt x="10054" y="428"/>
                    <a:pt x="10057" y="428"/>
                    <a:pt x="10061" y="428"/>
                  </a:cubicBezTo>
                  <a:cubicBezTo>
                    <a:pt x="10079" y="429"/>
                    <a:pt x="10094" y="421"/>
                    <a:pt x="10103" y="403"/>
                  </a:cubicBezTo>
                  <a:cubicBezTo>
                    <a:pt x="10112" y="386"/>
                    <a:pt x="10122" y="354"/>
                    <a:pt x="10132" y="309"/>
                  </a:cubicBezTo>
                  <a:cubicBezTo>
                    <a:pt x="10138" y="284"/>
                    <a:pt x="10144" y="255"/>
                    <a:pt x="10149" y="224"/>
                  </a:cubicBezTo>
                  <a:cubicBezTo>
                    <a:pt x="10154" y="193"/>
                    <a:pt x="10157" y="162"/>
                    <a:pt x="10159" y="132"/>
                  </a:cubicBezTo>
                  <a:cubicBezTo>
                    <a:pt x="10156" y="132"/>
                    <a:pt x="10153" y="132"/>
                    <a:pt x="10149" y="132"/>
                  </a:cubicBezTo>
                  <a:cubicBezTo>
                    <a:pt x="10146" y="131"/>
                    <a:pt x="10142" y="131"/>
                    <a:pt x="10138" y="131"/>
                  </a:cubicBezTo>
                  <a:close/>
                  <a:moveTo>
                    <a:pt x="7486" y="131"/>
                  </a:moveTo>
                  <a:cubicBezTo>
                    <a:pt x="7468" y="131"/>
                    <a:pt x="7454" y="139"/>
                    <a:pt x="7444" y="157"/>
                  </a:cubicBezTo>
                  <a:cubicBezTo>
                    <a:pt x="7435" y="175"/>
                    <a:pt x="7425" y="206"/>
                    <a:pt x="7415" y="251"/>
                  </a:cubicBezTo>
                  <a:cubicBezTo>
                    <a:pt x="7409" y="277"/>
                    <a:pt x="7403" y="305"/>
                    <a:pt x="7398" y="336"/>
                  </a:cubicBezTo>
                  <a:cubicBezTo>
                    <a:pt x="7392" y="367"/>
                    <a:pt x="7389" y="398"/>
                    <a:pt x="7387" y="428"/>
                  </a:cubicBezTo>
                  <a:cubicBezTo>
                    <a:pt x="7391" y="428"/>
                    <a:pt x="7394" y="428"/>
                    <a:pt x="7398" y="428"/>
                  </a:cubicBezTo>
                  <a:cubicBezTo>
                    <a:pt x="7402" y="428"/>
                    <a:pt x="7405" y="428"/>
                    <a:pt x="7409" y="428"/>
                  </a:cubicBezTo>
                  <a:cubicBezTo>
                    <a:pt x="7427" y="429"/>
                    <a:pt x="7442" y="421"/>
                    <a:pt x="7451" y="403"/>
                  </a:cubicBezTo>
                  <a:cubicBezTo>
                    <a:pt x="7460" y="386"/>
                    <a:pt x="7470" y="354"/>
                    <a:pt x="7480" y="309"/>
                  </a:cubicBezTo>
                  <a:cubicBezTo>
                    <a:pt x="7486" y="284"/>
                    <a:pt x="7492" y="255"/>
                    <a:pt x="7497" y="224"/>
                  </a:cubicBezTo>
                  <a:cubicBezTo>
                    <a:pt x="7502" y="193"/>
                    <a:pt x="7505" y="162"/>
                    <a:pt x="7507" y="132"/>
                  </a:cubicBezTo>
                  <a:cubicBezTo>
                    <a:pt x="7504" y="132"/>
                    <a:pt x="7501" y="132"/>
                    <a:pt x="7497" y="132"/>
                  </a:cubicBezTo>
                  <a:cubicBezTo>
                    <a:pt x="7494" y="131"/>
                    <a:pt x="7490" y="131"/>
                    <a:pt x="7486" y="131"/>
                  </a:cubicBezTo>
                  <a:close/>
                  <a:moveTo>
                    <a:pt x="4832" y="131"/>
                  </a:moveTo>
                  <a:cubicBezTo>
                    <a:pt x="4814" y="131"/>
                    <a:pt x="4800" y="139"/>
                    <a:pt x="4790" y="157"/>
                  </a:cubicBezTo>
                  <a:cubicBezTo>
                    <a:pt x="4781" y="175"/>
                    <a:pt x="4771" y="206"/>
                    <a:pt x="4761" y="251"/>
                  </a:cubicBezTo>
                  <a:cubicBezTo>
                    <a:pt x="4755" y="277"/>
                    <a:pt x="4749" y="305"/>
                    <a:pt x="4744" y="336"/>
                  </a:cubicBezTo>
                  <a:cubicBezTo>
                    <a:pt x="4738" y="367"/>
                    <a:pt x="4735" y="398"/>
                    <a:pt x="4733" y="428"/>
                  </a:cubicBezTo>
                  <a:cubicBezTo>
                    <a:pt x="4737" y="428"/>
                    <a:pt x="4740" y="428"/>
                    <a:pt x="4744" y="428"/>
                  </a:cubicBezTo>
                  <a:cubicBezTo>
                    <a:pt x="4748" y="428"/>
                    <a:pt x="4751" y="428"/>
                    <a:pt x="4755" y="428"/>
                  </a:cubicBezTo>
                  <a:cubicBezTo>
                    <a:pt x="4773" y="429"/>
                    <a:pt x="4788" y="421"/>
                    <a:pt x="4797" y="403"/>
                  </a:cubicBezTo>
                  <a:cubicBezTo>
                    <a:pt x="4806" y="386"/>
                    <a:pt x="4816" y="354"/>
                    <a:pt x="4826" y="309"/>
                  </a:cubicBezTo>
                  <a:cubicBezTo>
                    <a:pt x="4832" y="284"/>
                    <a:pt x="4838" y="255"/>
                    <a:pt x="4843" y="224"/>
                  </a:cubicBezTo>
                  <a:cubicBezTo>
                    <a:pt x="4848" y="193"/>
                    <a:pt x="4851" y="162"/>
                    <a:pt x="4853" y="132"/>
                  </a:cubicBezTo>
                  <a:cubicBezTo>
                    <a:pt x="4850" y="132"/>
                    <a:pt x="4847" y="132"/>
                    <a:pt x="4843" y="132"/>
                  </a:cubicBezTo>
                  <a:cubicBezTo>
                    <a:pt x="4840" y="131"/>
                    <a:pt x="4836" y="131"/>
                    <a:pt x="4832" y="131"/>
                  </a:cubicBezTo>
                  <a:close/>
                  <a:moveTo>
                    <a:pt x="2180" y="131"/>
                  </a:moveTo>
                  <a:cubicBezTo>
                    <a:pt x="2162" y="131"/>
                    <a:pt x="2148" y="139"/>
                    <a:pt x="2138" y="157"/>
                  </a:cubicBezTo>
                  <a:cubicBezTo>
                    <a:pt x="2129" y="175"/>
                    <a:pt x="2119" y="206"/>
                    <a:pt x="2109" y="251"/>
                  </a:cubicBezTo>
                  <a:cubicBezTo>
                    <a:pt x="2103" y="277"/>
                    <a:pt x="2097" y="305"/>
                    <a:pt x="2092" y="336"/>
                  </a:cubicBezTo>
                  <a:cubicBezTo>
                    <a:pt x="2086" y="367"/>
                    <a:pt x="2083" y="398"/>
                    <a:pt x="2081" y="428"/>
                  </a:cubicBezTo>
                  <a:cubicBezTo>
                    <a:pt x="2085" y="428"/>
                    <a:pt x="2088" y="428"/>
                    <a:pt x="2092" y="428"/>
                  </a:cubicBezTo>
                  <a:cubicBezTo>
                    <a:pt x="2096" y="428"/>
                    <a:pt x="2099" y="428"/>
                    <a:pt x="2103" y="428"/>
                  </a:cubicBezTo>
                  <a:cubicBezTo>
                    <a:pt x="2121" y="429"/>
                    <a:pt x="2136" y="421"/>
                    <a:pt x="2145" y="403"/>
                  </a:cubicBezTo>
                  <a:cubicBezTo>
                    <a:pt x="2154" y="386"/>
                    <a:pt x="2164" y="354"/>
                    <a:pt x="2174" y="309"/>
                  </a:cubicBezTo>
                  <a:cubicBezTo>
                    <a:pt x="2180" y="284"/>
                    <a:pt x="2186" y="255"/>
                    <a:pt x="2191" y="224"/>
                  </a:cubicBezTo>
                  <a:cubicBezTo>
                    <a:pt x="2196" y="193"/>
                    <a:pt x="2199" y="162"/>
                    <a:pt x="2201" y="132"/>
                  </a:cubicBezTo>
                  <a:cubicBezTo>
                    <a:pt x="2198" y="132"/>
                    <a:pt x="2195" y="132"/>
                    <a:pt x="2191" y="132"/>
                  </a:cubicBezTo>
                  <a:cubicBezTo>
                    <a:pt x="2188" y="131"/>
                    <a:pt x="2184" y="131"/>
                    <a:pt x="2180" y="131"/>
                  </a:cubicBezTo>
                  <a:close/>
                  <a:moveTo>
                    <a:pt x="16965" y="16"/>
                  </a:moveTo>
                  <a:lnTo>
                    <a:pt x="17074" y="16"/>
                  </a:lnTo>
                  <a:lnTo>
                    <a:pt x="17056" y="115"/>
                  </a:lnTo>
                  <a:lnTo>
                    <a:pt x="17006" y="211"/>
                  </a:lnTo>
                  <a:lnTo>
                    <a:pt x="16928" y="211"/>
                  </a:lnTo>
                  <a:lnTo>
                    <a:pt x="16965" y="16"/>
                  </a:lnTo>
                  <a:close/>
                  <a:moveTo>
                    <a:pt x="16604" y="16"/>
                  </a:moveTo>
                  <a:lnTo>
                    <a:pt x="16929" y="16"/>
                  </a:lnTo>
                  <a:lnTo>
                    <a:pt x="16896" y="145"/>
                  </a:lnTo>
                  <a:lnTo>
                    <a:pt x="16816" y="145"/>
                  </a:lnTo>
                  <a:lnTo>
                    <a:pt x="16742" y="544"/>
                  </a:lnTo>
                  <a:lnTo>
                    <a:pt x="16597" y="544"/>
                  </a:lnTo>
                  <a:lnTo>
                    <a:pt x="16670" y="145"/>
                  </a:lnTo>
                  <a:lnTo>
                    <a:pt x="16581" y="145"/>
                  </a:lnTo>
                  <a:lnTo>
                    <a:pt x="16604" y="16"/>
                  </a:lnTo>
                  <a:close/>
                  <a:moveTo>
                    <a:pt x="16305" y="16"/>
                  </a:moveTo>
                  <a:lnTo>
                    <a:pt x="16578" y="16"/>
                  </a:lnTo>
                  <a:lnTo>
                    <a:pt x="16545" y="145"/>
                  </a:lnTo>
                  <a:lnTo>
                    <a:pt x="16426" y="145"/>
                  </a:lnTo>
                  <a:lnTo>
                    <a:pt x="16414" y="217"/>
                  </a:lnTo>
                  <a:lnTo>
                    <a:pt x="16531" y="217"/>
                  </a:lnTo>
                  <a:lnTo>
                    <a:pt x="16509" y="338"/>
                  </a:lnTo>
                  <a:lnTo>
                    <a:pt x="16391" y="338"/>
                  </a:lnTo>
                  <a:lnTo>
                    <a:pt x="16378" y="414"/>
                  </a:lnTo>
                  <a:lnTo>
                    <a:pt x="16513" y="414"/>
                  </a:lnTo>
                  <a:lnTo>
                    <a:pt x="16478" y="544"/>
                  </a:lnTo>
                  <a:lnTo>
                    <a:pt x="16208" y="544"/>
                  </a:lnTo>
                  <a:lnTo>
                    <a:pt x="16305" y="16"/>
                  </a:lnTo>
                  <a:close/>
                  <a:moveTo>
                    <a:pt x="16015" y="16"/>
                  </a:moveTo>
                  <a:lnTo>
                    <a:pt x="16160" y="16"/>
                  </a:lnTo>
                  <a:lnTo>
                    <a:pt x="16088" y="414"/>
                  </a:lnTo>
                  <a:lnTo>
                    <a:pt x="16195" y="414"/>
                  </a:lnTo>
                  <a:lnTo>
                    <a:pt x="16160" y="544"/>
                  </a:lnTo>
                  <a:lnTo>
                    <a:pt x="15918" y="544"/>
                  </a:lnTo>
                  <a:lnTo>
                    <a:pt x="16015" y="16"/>
                  </a:lnTo>
                  <a:close/>
                  <a:moveTo>
                    <a:pt x="14311" y="16"/>
                  </a:moveTo>
                  <a:lnTo>
                    <a:pt x="14420" y="16"/>
                  </a:lnTo>
                  <a:lnTo>
                    <a:pt x="14402" y="115"/>
                  </a:lnTo>
                  <a:lnTo>
                    <a:pt x="14352" y="211"/>
                  </a:lnTo>
                  <a:lnTo>
                    <a:pt x="14274" y="211"/>
                  </a:lnTo>
                  <a:lnTo>
                    <a:pt x="14311" y="16"/>
                  </a:lnTo>
                  <a:close/>
                  <a:moveTo>
                    <a:pt x="13950" y="16"/>
                  </a:moveTo>
                  <a:lnTo>
                    <a:pt x="14275" y="16"/>
                  </a:lnTo>
                  <a:lnTo>
                    <a:pt x="14242" y="145"/>
                  </a:lnTo>
                  <a:lnTo>
                    <a:pt x="14162" y="145"/>
                  </a:lnTo>
                  <a:lnTo>
                    <a:pt x="14088" y="544"/>
                  </a:lnTo>
                  <a:lnTo>
                    <a:pt x="13943" y="544"/>
                  </a:lnTo>
                  <a:lnTo>
                    <a:pt x="14016" y="145"/>
                  </a:lnTo>
                  <a:lnTo>
                    <a:pt x="13927" y="145"/>
                  </a:lnTo>
                  <a:lnTo>
                    <a:pt x="13950" y="16"/>
                  </a:lnTo>
                  <a:close/>
                  <a:moveTo>
                    <a:pt x="13651" y="16"/>
                  </a:moveTo>
                  <a:lnTo>
                    <a:pt x="13924" y="16"/>
                  </a:lnTo>
                  <a:lnTo>
                    <a:pt x="13891" y="145"/>
                  </a:lnTo>
                  <a:lnTo>
                    <a:pt x="13772" y="145"/>
                  </a:lnTo>
                  <a:lnTo>
                    <a:pt x="13760" y="217"/>
                  </a:lnTo>
                  <a:lnTo>
                    <a:pt x="13877" y="217"/>
                  </a:lnTo>
                  <a:lnTo>
                    <a:pt x="13855" y="338"/>
                  </a:lnTo>
                  <a:lnTo>
                    <a:pt x="13737" y="338"/>
                  </a:lnTo>
                  <a:lnTo>
                    <a:pt x="13724" y="414"/>
                  </a:lnTo>
                  <a:lnTo>
                    <a:pt x="13859" y="414"/>
                  </a:lnTo>
                  <a:lnTo>
                    <a:pt x="13824" y="544"/>
                  </a:lnTo>
                  <a:lnTo>
                    <a:pt x="13554" y="544"/>
                  </a:lnTo>
                  <a:lnTo>
                    <a:pt x="13651" y="16"/>
                  </a:lnTo>
                  <a:close/>
                  <a:moveTo>
                    <a:pt x="13361" y="16"/>
                  </a:moveTo>
                  <a:lnTo>
                    <a:pt x="13506" y="16"/>
                  </a:lnTo>
                  <a:lnTo>
                    <a:pt x="13434" y="414"/>
                  </a:lnTo>
                  <a:lnTo>
                    <a:pt x="13541" y="414"/>
                  </a:lnTo>
                  <a:lnTo>
                    <a:pt x="13506" y="544"/>
                  </a:lnTo>
                  <a:lnTo>
                    <a:pt x="13264" y="544"/>
                  </a:lnTo>
                  <a:lnTo>
                    <a:pt x="13361" y="16"/>
                  </a:lnTo>
                  <a:close/>
                  <a:moveTo>
                    <a:pt x="11659" y="16"/>
                  </a:moveTo>
                  <a:lnTo>
                    <a:pt x="11768" y="16"/>
                  </a:lnTo>
                  <a:lnTo>
                    <a:pt x="11750" y="115"/>
                  </a:lnTo>
                  <a:lnTo>
                    <a:pt x="11700" y="211"/>
                  </a:lnTo>
                  <a:lnTo>
                    <a:pt x="11622" y="211"/>
                  </a:lnTo>
                  <a:lnTo>
                    <a:pt x="11659" y="16"/>
                  </a:lnTo>
                  <a:close/>
                  <a:moveTo>
                    <a:pt x="11298" y="16"/>
                  </a:moveTo>
                  <a:lnTo>
                    <a:pt x="11623" y="16"/>
                  </a:lnTo>
                  <a:lnTo>
                    <a:pt x="11590" y="145"/>
                  </a:lnTo>
                  <a:lnTo>
                    <a:pt x="11510" y="145"/>
                  </a:lnTo>
                  <a:lnTo>
                    <a:pt x="11436" y="544"/>
                  </a:lnTo>
                  <a:lnTo>
                    <a:pt x="11291" y="544"/>
                  </a:lnTo>
                  <a:lnTo>
                    <a:pt x="11364" y="145"/>
                  </a:lnTo>
                  <a:lnTo>
                    <a:pt x="11275" y="145"/>
                  </a:lnTo>
                  <a:lnTo>
                    <a:pt x="11298" y="16"/>
                  </a:lnTo>
                  <a:close/>
                  <a:moveTo>
                    <a:pt x="10999" y="16"/>
                  </a:moveTo>
                  <a:lnTo>
                    <a:pt x="11272" y="16"/>
                  </a:lnTo>
                  <a:lnTo>
                    <a:pt x="11239" y="145"/>
                  </a:lnTo>
                  <a:lnTo>
                    <a:pt x="11120" y="145"/>
                  </a:lnTo>
                  <a:lnTo>
                    <a:pt x="11108" y="217"/>
                  </a:lnTo>
                  <a:lnTo>
                    <a:pt x="11225" y="217"/>
                  </a:lnTo>
                  <a:lnTo>
                    <a:pt x="11203" y="338"/>
                  </a:lnTo>
                  <a:lnTo>
                    <a:pt x="11085" y="338"/>
                  </a:lnTo>
                  <a:lnTo>
                    <a:pt x="11072" y="414"/>
                  </a:lnTo>
                  <a:lnTo>
                    <a:pt x="11207" y="414"/>
                  </a:lnTo>
                  <a:lnTo>
                    <a:pt x="11172" y="544"/>
                  </a:lnTo>
                  <a:lnTo>
                    <a:pt x="10902" y="544"/>
                  </a:lnTo>
                  <a:lnTo>
                    <a:pt x="10999" y="16"/>
                  </a:lnTo>
                  <a:close/>
                  <a:moveTo>
                    <a:pt x="10709" y="16"/>
                  </a:moveTo>
                  <a:lnTo>
                    <a:pt x="10854" y="16"/>
                  </a:lnTo>
                  <a:lnTo>
                    <a:pt x="10782" y="414"/>
                  </a:lnTo>
                  <a:lnTo>
                    <a:pt x="10889" y="414"/>
                  </a:lnTo>
                  <a:lnTo>
                    <a:pt x="10854" y="544"/>
                  </a:lnTo>
                  <a:lnTo>
                    <a:pt x="10612" y="544"/>
                  </a:lnTo>
                  <a:lnTo>
                    <a:pt x="10709" y="16"/>
                  </a:lnTo>
                  <a:close/>
                  <a:moveTo>
                    <a:pt x="9005" y="16"/>
                  </a:moveTo>
                  <a:lnTo>
                    <a:pt x="9114" y="16"/>
                  </a:lnTo>
                  <a:lnTo>
                    <a:pt x="9096" y="115"/>
                  </a:lnTo>
                  <a:lnTo>
                    <a:pt x="9046" y="211"/>
                  </a:lnTo>
                  <a:lnTo>
                    <a:pt x="8968" y="211"/>
                  </a:lnTo>
                  <a:lnTo>
                    <a:pt x="9005" y="16"/>
                  </a:lnTo>
                  <a:close/>
                  <a:moveTo>
                    <a:pt x="8644" y="16"/>
                  </a:moveTo>
                  <a:lnTo>
                    <a:pt x="8969" y="16"/>
                  </a:lnTo>
                  <a:lnTo>
                    <a:pt x="8936" y="145"/>
                  </a:lnTo>
                  <a:lnTo>
                    <a:pt x="8856" y="145"/>
                  </a:lnTo>
                  <a:lnTo>
                    <a:pt x="8782" y="544"/>
                  </a:lnTo>
                  <a:lnTo>
                    <a:pt x="8637" y="544"/>
                  </a:lnTo>
                  <a:lnTo>
                    <a:pt x="8710" y="145"/>
                  </a:lnTo>
                  <a:lnTo>
                    <a:pt x="8621" y="145"/>
                  </a:lnTo>
                  <a:lnTo>
                    <a:pt x="8644" y="16"/>
                  </a:lnTo>
                  <a:close/>
                  <a:moveTo>
                    <a:pt x="8345" y="16"/>
                  </a:moveTo>
                  <a:lnTo>
                    <a:pt x="8618" y="16"/>
                  </a:lnTo>
                  <a:lnTo>
                    <a:pt x="8585" y="145"/>
                  </a:lnTo>
                  <a:lnTo>
                    <a:pt x="8466" y="145"/>
                  </a:lnTo>
                  <a:lnTo>
                    <a:pt x="8454" y="217"/>
                  </a:lnTo>
                  <a:lnTo>
                    <a:pt x="8571" y="217"/>
                  </a:lnTo>
                  <a:lnTo>
                    <a:pt x="8549" y="338"/>
                  </a:lnTo>
                  <a:lnTo>
                    <a:pt x="8431" y="338"/>
                  </a:lnTo>
                  <a:lnTo>
                    <a:pt x="8418" y="414"/>
                  </a:lnTo>
                  <a:lnTo>
                    <a:pt x="8553" y="414"/>
                  </a:lnTo>
                  <a:lnTo>
                    <a:pt x="8518" y="544"/>
                  </a:lnTo>
                  <a:lnTo>
                    <a:pt x="8248" y="544"/>
                  </a:lnTo>
                  <a:lnTo>
                    <a:pt x="8345" y="16"/>
                  </a:lnTo>
                  <a:close/>
                  <a:moveTo>
                    <a:pt x="8055" y="16"/>
                  </a:moveTo>
                  <a:lnTo>
                    <a:pt x="8200" y="16"/>
                  </a:lnTo>
                  <a:lnTo>
                    <a:pt x="8128" y="414"/>
                  </a:lnTo>
                  <a:lnTo>
                    <a:pt x="8235" y="414"/>
                  </a:lnTo>
                  <a:lnTo>
                    <a:pt x="8200" y="544"/>
                  </a:lnTo>
                  <a:lnTo>
                    <a:pt x="7958" y="544"/>
                  </a:lnTo>
                  <a:lnTo>
                    <a:pt x="8055" y="16"/>
                  </a:lnTo>
                  <a:close/>
                  <a:moveTo>
                    <a:pt x="6353" y="16"/>
                  </a:moveTo>
                  <a:lnTo>
                    <a:pt x="6462" y="16"/>
                  </a:lnTo>
                  <a:lnTo>
                    <a:pt x="6444" y="115"/>
                  </a:lnTo>
                  <a:lnTo>
                    <a:pt x="6394" y="211"/>
                  </a:lnTo>
                  <a:lnTo>
                    <a:pt x="6316" y="211"/>
                  </a:lnTo>
                  <a:lnTo>
                    <a:pt x="6353" y="16"/>
                  </a:lnTo>
                  <a:close/>
                  <a:moveTo>
                    <a:pt x="5992" y="16"/>
                  </a:moveTo>
                  <a:lnTo>
                    <a:pt x="6317" y="16"/>
                  </a:lnTo>
                  <a:lnTo>
                    <a:pt x="6284" y="145"/>
                  </a:lnTo>
                  <a:lnTo>
                    <a:pt x="6204" y="145"/>
                  </a:lnTo>
                  <a:lnTo>
                    <a:pt x="6130" y="544"/>
                  </a:lnTo>
                  <a:lnTo>
                    <a:pt x="5985" y="544"/>
                  </a:lnTo>
                  <a:lnTo>
                    <a:pt x="6058" y="145"/>
                  </a:lnTo>
                  <a:lnTo>
                    <a:pt x="5969" y="145"/>
                  </a:lnTo>
                  <a:lnTo>
                    <a:pt x="5992" y="16"/>
                  </a:lnTo>
                  <a:close/>
                  <a:moveTo>
                    <a:pt x="5693" y="16"/>
                  </a:moveTo>
                  <a:lnTo>
                    <a:pt x="5966" y="16"/>
                  </a:lnTo>
                  <a:lnTo>
                    <a:pt x="5933" y="145"/>
                  </a:lnTo>
                  <a:lnTo>
                    <a:pt x="5814" y="145"/>
                  </a:lnTo>
                  <a:lnTo>
                    <a:pt x="5802" y="217"/>
                  </a:lnTo>
                  <a:lnTo>
                    <a:pt x="5919" y="217"/>
                  </a:lnTo>
                  <a:lnTo>
                    <a:pt x="5897" y="338"/>
                  </a:lnTo>
                  <a:lnTo>
                    <a:pt x="5779" y="338"/>
                  </a:lnTo>
                  <a:lnTo>
                    <a:pt x="5766" y="414"/>
                  </a:lnTo>
                  <a:lnTo>
                    <a:pt x="5901" y="414"/>
                  </a:lnTo>
                  <a:lnTo>
                    <a:pt x="5866" y="544"/>
                  </a:lnTo>
                  <a:lnTo>
                    <a:pt x="5596" y="544"/>
                  </a:lnTo>
                  <a:lnTo>
                    <a:pt x="5693" y="16"/>
                  </a:lnTo>
                  <a:close/>
                  <a:moveTo>
                    <a:pt x="5403" y="16"/>
                  </a:moveTo>
                  <a:lnTo>
                    <a:pt x="5548" y="16"/>
                  </a:lnTo>
                  <a:lnTo>
                    <a:pt x="5476" y="414"/>
                  </a:lnTo>
                  <a:lnTo>
                    <a:pt x="5583" y="414"/>
                  </a:lnTo>
                  <a:lnTo>
                    <a:pt x="5548" y="544"/>
                  </a:lnTo>
                  <a:lnTo>
                    <a:pt x="5306" y="544"/>
                  </a:lnTo>
                  <a:lnTo>
                    <a:pt x="5403" y="16"/>
                  </a:lnTo>
                  <a:close/>
                  <a:moveTo>
                    <a:pt x="3699" y="16"/>
                  </a:moveTo>
                  <a:lnTo>
                    <a:pt x="3808" y="16"/>
                  </a:lnTo>
                  <a:lnTo>
                    <a:pt x="3790" y="115"/>
                  </a:lnTo>
                  <a:lnTo>
                    <a:pt x="3740" y="211"/>
                  </a:lnTo>
                  <a:lnTo>
                    <a:pt x="3662" y="211"/>
                  </a:lnTo>
                  <a:lnTo>
                    <a:pt x="3699" y="16"/>
                  </a:lnTo>
                  <a:close/>
                  <a:moveTo>
                    <a:pt x="3338" y="16"/>
                  </a:moveTo>
                  <a:lnTo>
                    <a:pt x="3663" y="16"/>
                  </a:lnTo>
                  <a:lnTo>
                    <a:pt x="3630" y="145"/>
                  </a:lnTo>
                  <a:lnTo>
                    <a:pt x="3550" y="145"/>
                  </a:lnTo>
                  <a:lnTo>
                    <a:pt x="3476" y="544"/>
                  </a:lnTo>
                  <a:lnTo>
                    <a:pt x="3331" y="544"/>
                  </a:lnTo>
                  <a:lnTo>
                    <a:pt x="3404" y="145"/>
                  </a:lnTo>
                  <a:lnTo>
                    <a:pt x="3315" y="145"/>
                  </a:lnTo>
                  <a:lnTo>
                    <a:pt x="3338" y="16"/>
                  </a:lnTo>
                  <a:close/>
                  <a:moveTo>
                    <a:pt x="3039" y="16"/>
                  </a:moveTo>
                  <a:lnTo>
                    <a:pt x="3312" y="16"/>
                  </a:lnTo>
                  <a:lnTo>
                    <a:pt x="3279" y="145"/>
                  </a:lnTo>
                  <a:lnTo>
                    <a:pt x="3160" y="145"/>
                  </a:lnTo>
                  <a:lnTo>
                    <a:pt x="3148" y="217"/>
                  </a:lnTo>
                  <a:lnTo>
                    <a:pt x="3265" y="217"/>
                  </a:lnTo>
                  <a:lnTo>
                    <a:pt x="3243" y="338"/>
                  </a:lnTo>
                  <a:lnTo>
                    <a:pt x="3125" y="338"/>
                  </a:lnTo>
                  <a:lnTo>
                    <a:pt x="3112" y="414"/>
                  </a:lnTo>
                  <a:lnTo>
                    <a:pt x="3247" y="414"/>
                  </a:lnTo>
                  <a:lnTo>
                    <a:pt x="3212" y="544"/>
                  </a:lnTo>
                  <a:lnTo>
                    <a:pt x="2942" y="544"/>
                  </a:lnTo>
                  <a:lnTo>
                    <a:pt x="3039" y="16"/>
                  </a:lnTo>
                  <a:close/>
                  <a:moveTo>
                    <a:pt x="2749" y="16"/>
                  </a:moveTo>
                  <a:lnTo>
                    <a:pt x="2894" y="16"/>
                  </a:lnTo>
                  <a:lnTo>
                    <a:pt x="2822" y="414"/>
                  </a:lnTo>
                  <a:lnTo>
                    <a:pt x="2929" y="414"/>
                  </a:lnTo>
                  <a:lnTo>
                    <a:pt x="2894" y="544"/>
                  </a:lnTo>
                  <a:lnTo>
                    <a:pt x="2652" y="544"/>
                  </a:lnTo>
                  <a:lnTo>
                    <a:pt x="2749" y="16"/>
                  </a:lnTo>
                  <a:close/>
                  <a:moveTo>
                    <a:pt x="1047" y="16"/>
                  </a:moveTo>
                  <a:lnTo>
                    <a:pt x="1156" y="16"/>
                  </a:lnTo>
                  <a:lnTo>
                    <a:pt x="1138" y="115"/>
                  </a:lnTo>
                  <a:lnTo>
                    <a:pt x="1088" y="211"/>
                  </a:lnTo>
                  <a:lnTo>
                    <a:pt x="1010" y="211"/>
                  </a:lnTo>
                  <a:lnTo>
                    <a:pt x="1047" y="16"/>
                  </a:lnTo>
                  <a:close/>
                  <a:moveTo>
                    <a:pt x="686" y="16"/>
                  </a:moveTo>
                  <a:lnTo>
                    <a:pt x="1011" y="16"/>
                  </a:lnTo>
                  <a:lnTo>
                    <a:pt x="978" y="145"/>
                  </a:lnTo>
                  <a:lnTo>
                    <a:pt x="898" y="145"/>
                  </a:lnTo>
                  <a:lnTo>
                    <a:pt x="824" y="544"/>
                  </a:lnTo>
                  <a:lnTo>
                    <a:pt x="679" y="544"/>
                  </a:lnTo>
                  <a:lnTo>
                    <a:pt x="752" y="145"/>
                  </a:lnTo>
                  <a:lnTo>
                    <a:pt x="663" y="145"/>
                  </a:lnTo>
                  <a:lnTo>
                    <a:pt x="686" y="16"/>
                  </a:lnTo>
                  <a:close/>
                  <a:moveTo>
                    <a:pt x="387" y="16"/>
                  </a:moveTo>
                  <a:lnTo>
                    <a:pt x="660" y="16"/>
                  </a:lnTo>
                  <a:lnTo>
                    <a:pt x="627" y="145"/>
                  </a:lnTo>
                  <a:lnTo>
                    <a:pt x="508" y="145"/>
                  </a:lnTo>
                  <a:lnTo>
                    <a:pt x="496" y="217"/>
                  </a:lnTo>
                  <a:lnTo>
                    <a:pt x="613" y="217"/>
                  </a:lnTo>
                  <a:lnTo>
                    <a:pt x="591" y="338"/>
                  </a:lnTo>
                  <a:lnTo>
                    <a:pt x="473" y="338"/>
                  </a:lnTo>
                  <a:lnTo>
                    <a:pt x="460" y="414"/>
                  </a:lnTo>
                  <a:lnTo>
                    <a:pt x="595" y="414"/>
                  </a:lnTo>
                  <a:lnTo>
                    <a:pt x="560" y="544"/>
                  </a:lnTo>
                  <a:lnTo>
                    <a:pt x="290" y="544"/>
                  </a:lnTo>
                  <a:lnTo>
                    <a:pt x="387" y="16"/>
                  </a:lnTo>
                  <a:close/>
                  <a:moveTo>
                    <a:pt x="97" y="16"/>
                  </a:moveTo>
                  <a:lnTo>
                    <a:pt x="242" y="16"/>
                  </a:lnTo>
                  <a:lnTo>
                    <a:pt x="170" y="414"/>
                  </a:lnTo>
                  <a:lnTo>
                    <a:pt x="277" y="414"/>
                  </a:lnTo>
                  <a:lnTo>
                    <a:pt x="242" y="544"/>
                  </a:lnTo>
                  <a:lnTo>
                    <a:pt x="0" y="544"/>
                  </a:lnTo>
                  <a:lnTo>
                    <a:pt x="97" y="16"/>
                  </a:lnTo>
                  <a:close/>
                  <a:moveTo>
                    <a:pt x="17265" y="7"/>
                  </a:moveTo>
                  <a:cubicBezTo>
                    <a:pt x="17296" y="7"/>
                    <a:pt x="17321" y="9"/>
                    <a:pt x="17340" y="13"/>
                  </a:cubicBezTo>
                  <a:cubicBezTo>
                    <a:pt x="17360" y="17"/>
                    <a:pt x="17374" y="21"/>
                    <a:pt x="17383" y="25"/>
                  </a:cubicBezTo>
                  <a:lnTo>
                    <a:pt x="17353" y="151"/>
                  </a:lnTo>
                  <a:cubicBezTo>
                    <a:pt x="17341" y="147"/>
                    <a:pt x="17329" y="143"/>
                    <a:pt x="17317" y="141"/>
                  </a:cubicBezTo>
                  <a:cubicBezTo>
                    <a:pt x="17306" y="139"/>
                    <a:pt x="17293" y="138"/>
                    <a:pt x="17280" y="138"/>
                  </a:cubicBezTo>
                  <a:cubicBezTo>
                    <a:pt x="17267" y="138"/>
                    <a:pt x="17257" y="140"/>
                    <a:pt x="17250" y="145"/>
                  </a:cubicBezTo>
                  <a:cubicBezTo>
                    <a:pt x="17243" y="150"/>
                    <a:pt x="17240" y="158"/>
                    <a:pt x="17240" y="169"/>
                  </a:cubicBezTo>
                  <a:cubicBezTo>
                    <a:pt x="17240" y="177"/>
                    <a:pt x="17241" y="186"/>
                    <a:pt x="17244" y="194"/>
                  </a:cubicBezTo>
                  <a:cubicBezTo>
                    <a:pt x="17247" y="203"/>
                    <a:pt x="17252" y="215"/>
                    <a:pt x="17258" y="230"/>
                  </a:cubicBezTo>
                  <a:lnTo>
                    <a:pt x="17284" y="291"/>
                  </a:lnTo>
                  <a:cubicBezTo>
                    <a:pt x="17291" y="306"/>
                    <a:pt x="17297" y="323"/>
                    <a:pt x="17303" y="341"/>
                  </a:cubicBezTo>
                  <a:cubicBezTo>
                    <a:pt x="17308" y="359"/>
                    <a:pt x="17312" y="377"/>
                    <a:pt x="17312" y="396"/>
                  </a:cubicBezTo>
                  <a:cubicBezTo>
                    <a:pt x="17311" y="451"/>
                    <a:pt x="17296" y="491"/>
                    <a:pt x="17267" y="516"/>
                  </a:cubicBezTo>
                  <a:cubicBezTo>
                    <a:pt x="17238" y="542"/>
                    <a:pt x="17201" y="554"/>
                    <a:pt x="17154" y="554"/>
                  </a:cubicBezTo>
                  <a:cubicBezTo>
                    <a:pt x="17121" y="553"/>
                    <a:pt x="17094" y="551"/>
                    <a:pt x="17073" y="547"/>
                  </a:cubicBezTo>
                  <a:cubicBezTo>
                    <a:pt x="17052" y="543"/>
                    <a:pt x="17037" y="539"/>
                    <a:pt x="17028" y="535"/>
                  </a:cubicBezTo>
                  <a:lnTo>
                    <a:pt x="17038" y="402"/>
                  </a:lnTo>
                  <a:cubicBezTo>
                    <a:pt x="17048" y="406"/>
                    <a:pt x="17061" y="410"/>
                    <a:pt x="17080" y="414"/>
                  </a:cubicBezTo>
                  <a:cubicBezTo>
                    <a:pt x="17099" y="418"/>
                    <a:pt x="17120" y="420"/>
                    <a:pt x="17144" y="420"/>
                  </a:cubicBezTo>
                  <a:cubicBezTo>
                    <a:pt x="17147" y="420"/>
                    <a:pt x="17150" y="420"/>
                    <a:pt x="17152" y="420"/>
                  </a:cubicBezTo>
                  <a:cubicBezTo>
                    <a:pt x="17155" y="420"/>
                    <a:pt x="17158" y="420"/>
                    <a:pt x="17161" y="420"/>
                  </a:cubicBezTo>
                  <a:cubicBezTo>
                    <a:pt x="17162" y="416"/>
                    <a:pt x="17163" y="412"/>
                    <a:pt x="17164" y="407"/>
                  </a:cubicBezTo>
                  <a:cubicBezTo>
                    <a:pt x="17165" y="403"/>
                    <a:pt x="17166" y="398"/>
                    <a:pt x="17166" y="393"/>
                  </a:cubicBezTo>
                  <a:cubicBezTo>
                    <a:pt x="17165" y="384"/>
                    <a:pt x="17164" y="375"/>
                    <a:pt x="17160" y="366"/>
                  </a:cubicBezTo>
                  <a:cubicBezTo>
                    <a:pt x="17156" y="358"/>
                    <a:pt x="17152" y="348"/>
                    <a:pt x="17146" y="336"/>
                  </a:cubicBezTo>
                  <a:lnTo>
                    <a:pt x="17119" y="276"/>
                  </a:lnTo>
                  <a:cubicBezTo>
                    <a:pt x="17111" y="259"/>
                    <a:pt x="17105" y="241"/>
                    <a:pt x="17100" y="223"/>
                  </a:cubicBezTo>
                  <a:cubicBezTo>
                    <a:pt x="17095" y="205"/>
                    <a:pt x="17093" y="188"/>
                    <a:pt x="17093" y="171"/>
                  </a:cubicBezTo>
                  <a:cubicBezTo>
                    <a:pt x="17094" y="116"/>
                    <a:pt x="17109" y="75"/>
                    <a:pt x="17140" y="48"/>
                  </a:cubicBezTo>
                  <a:cubicBezTo>
                    <a:pt x="17171" y="20"/>
                    <a:pt x="17213" y="7"/>
                    <a:pt x="17265" y="7"/>
                  </a:cubicBezTo>
                  <a:close/>
                  <a:moveTo>
                    <a:pt x="15462" y="7"/>
                  </a:moveTo>
                  <a:cubicBezTo>
                    <a:pt x="15517" y="7"/>
                    <a:pt x="15554" y="21"/>
                    <a:pt x="15576" y="47"/>
                  </a:cubicBezTo>
                  <a:cubicBezTo>
                    <a:pt x="15597" y="73"/>
                    <a:pt x="15607" y="108"/>
                    <a:pt x="15606" y="151"/>
                  </a:cubicBezTo>
                  <a:cubicBezTo>
                    <a:pt x="15606" y="175"/>
                    <a:pt x="15604" y="200"/>
                    <a:pt x="15600" y="227"/>
                  </a:cubicBezTo>
                  <a:cubicBezTo>
                    <a:pt x="15596" y="253"/>
                    <a:pt x="15590" y="281"/>
                    <a:pt x="15584" y="310"/>
                  </a:cubicBezTo>
                  <a:cubicBezTo>
                    <a:pt x="15568" y="395"/>
                    <a:pt x="15543" y="457"/>
                    <a:pt x="15508" y="496"/>
                  </a:cubicBezTo>
                  <a:cubicBezTo>
                    <a:pt x="15472" y="535"/>
                    <a:pt x="15419" y="554"/>
                    <a:pt x="15349" y="554"/>
                  </a:cubicBezTo>
                  <a:cubicBezTo>
                    <a:pt x="15294" y="553"/>
                    <a:pt x="15257" y="540"/>
                    <a:pt x="15235" y="514"/>
                  </a:cubicBezTo>
                  <a:cubicBezTo>
                    <a:pt x="15214" y="487"/>
                    <a:pt x="15204" y="453"/>
                    <a:pt x="15205" y="409"/>
                  </a:cubicBezTo>
                  <a:cubicBezTo>
                    <a:pt x="15205" y="385"/>
                    <a:pt x="15208" y="360"/>
                    <a:pt x="15212" y="334"/>
                  </a:cubicBezTo>
                  <a:cubicBezTo>
                    <a:pt x="15216" y="307"/>
                    <a:pt x="15221" y="280"/>
                    <a:pt x="15228" y="251"/>
                  </a:cubicBezTo>
                  <a:cubicBezTo>
                    <a:pt x="15239" y="194"/>
                    <a:pt x="15253" y="148"/>
                    <a:pt x="15272" y="112"/>
                  </a:cubicBezTo>
                  <a:cubicBezTo>
                    <a:pt x="15290" y="76"/>
                    <a:pt x="15315" y="49"/>
                    <a:pt x="15345" y="32"/>
                  </a:cubicBezTo>
                  <a:cubicBezTo>
                    <a:pt x="15376" y="15"/>
                    <a:pt x="15415" y="7"/>
                    <a:pt x="15462" y="7"/>
                  </a:cubicBezTo>
                  <a:close/>
                  <a:moveTo>
                    <a:pt x="15073" y="7"/>
                  </a:moveTo>
                  <a:cubicBezTo>
                    <a:pt x="15102" y="7"/>
                    <a:pt x="15130" y="9"/>
                    <a:pt x="15156" y="13"/>
                  </a:cubicBezTo>
                  <a:cubicBezTo>
                    <a:pt x="15182" y="17"/>
                    <a:pt x="15201" y="21"/>
                    <a:pt x="15212" y="26"/>
                  </a:cubicBezTo>
                  <a:lnTo>
                    <a:pt x="15180" y="153"/>
                  </a:lnTo>
                  <a:cubicBezTo>
                    <a:pt x="15167" y="149"/>
                    <a:pt x="15151" y="146"/>
                    <a:pt x="15133" y="143"/>
                  </a:cubicBezTo>
                  <a:cubicBezTo>
                    <a:pt x="15115" y="140"/>
                    <a:pt x="15094" y="138"/>
                    <a:pt x="15071" y="138"/>
                  </a:cubicBezTo>
                  <a:cubicBezTo>
                    <a:pt x="15043" y="137"/>
                    <a:pt x="15024" y="144"/>
                    <a:pt x="15012" y="160"/>
                  </a:cubicBezTo>
                  <a:cubicBezTo>
                    <a:pt x="15001" y="176"/>
                    <a:pt x="14990" y="207"/>
                    <a:pt x="14980" y="252"/>
                  </a:cubicBezTo>
                  <a:cubicBezTo>
                    <a:pt x="14976" y="268"/>
                    <a:pt x="14973" y="288"/>
                    <a:pt x="14969" y="309"/>
                  </a:cubicBezTo>
                  <a:cubicBezTo>
                    <a:pt x="14965" y="331"/>
                    <a:pt x="14962" y="353"/>
                    <a:pt x="14960" y="374"/>
                  </a:cubicBezTo>
                  <a:cubicBezTo>
                    <a:pt x="14958" y="395"/>
                    <a:pt x="14956" y="413"/>
                    <a:pt x="14956" y="428"/>
                  </a:cubicBezTo>
                  <a:cubicBezTo>
                    <a:pt x="14959" y="429"/>
                    <a:pt x="14963" y="429"/>
                    <a:pt x="14966" y="429"/>
                  </a:cubicBezTo>
                  <a:cubicBezTo>
                    <a:pt x="14969" y="429"/>
                    <a:pt x="14972" y="429"/>
                    <a:pt x="14976" y="429"/>
                  </a:cubicBezTo>
                  <a:cubicBezTo>
                    <a:pt x="14985" y="429"/>
                    <a:pt x="14994" y="429"/>
                    <a:pt x="15003" y="428"/>
                  </a:cubicBezTo>
                  <a:cubicBezTo>
                    <a:pt x="15012" y="427"/>
                    <a:pt x="15021" y="426"/>
                    <a:pt x="15029" y="424"/>
                  </a:cubicBezTo>
                  <a:lnTo>
                    <a:pt x="15043" y="346"/>
                  </a:lnTo>
                  <a:lnTo>
                    <a:pt x="15002" y="346"/>
                  </a:lnTo>
                  <a:lnTo>
                    <a:pt x="15022" y="235"/>
                  </a:lnTo>
                  <a:lnTo>
                    <a:pt x="15186" y="235"/>
                  </a:lnTo>
                  <a:lnTo>
                    <a:pt x="15132" y="526"/>
                  </a:lnTo>
                  <a:cubicBezTo>
                    <a:pt x="15114" y="534"/>
                    <a:pt x="15088" y="541"/>
                    <a:pt x="15055" y="546"/>
                  </a:cubicBezTo>
                  <a:cubicBezTo>
                    <a:pt x="15022" y="551"/>
                    <a:pt x="14990" y="554"/>
                    <a:pt x="14957" y="554"/>
                  </a:cubicBezTo>
                  <a:cubicBezTo>
                    <a:pt x="14918" y="554"/>
                    <a:pt x="14888" y="548"/>
                    <a:pt x="14867" y="536"/>
                  </a:cubicBezTo>
                  <a:cubicBezTo>
                    <a:pt x="14846" y="524"/>
                    <a:pt x="14832" y="507"/>
                    <a:pt x="14824" y="485"/>
                  </a:cubicBezTo>
                  <a:cubicBezTo>
                    <a:pt x="14816" y="464"/>
                    <a:pt x="14813" y="439"/>
                    <a:pt x="14813" y="410"/>
                  </a:cubicBezTo>
                  <a:cubicBezTo>
                    <a:pt x="14813" y="386"/>
                    <a:pt x="14815" y="361"/>
                    <a:pt x="14819" y="334"/>
                  </a:cubicBezTo>
                  <a:cubicBezTo>
                    <a:pt x="14824" y="307"/>
                    <a:pt x="14829" y="280"/>
                    <a:pt x="14835" y="251"/>
                  </a:cubicBezTo>
                  <a:cubicBezTo>
                    <a:pt x="14851" y="166"/>
                    <a:pt x="14877" y="104"/>
                    <a:pt x="14913" y="65"/>
                  </a:cubicBezTo>
                  <a:cubicBezTo>
                    <a:pt x="14949" y="26"/>
                    <a:pt x="15003" y="6"/>
                    <a:pt x="15073" y="7"/>
                  </a:cubicBezTo>
                  <a:close/>
                  <a:moveTo>
                    <a:pt x="14611" y="7"/>
                  </a:moveTo>
                  <a:cubicBezTo>
                    <a:pt x="14642" y="7"/>
                    <a:pt x="14667" y="9"/>
                    <a:pt x="14686" y="13"/>
                  </a:cubicBezTo>
                  <a:cubicBezTo>
                    <a:pt x="14706" y="17"/>
                    <a:pt x="14720" y="21"/>
                    <a:pt x="14729" y="25"/>
                  </a:cubicBezTo>
                  <a:lnTo>
                    <a:pt x="14699" y="151"/>
                  </a:lnTo>
                  <a:cubicBezTo>
                    <a:pt x="14687" y="147"/>
                    <a:pt x="14675" y="143"/>
                    <a:pt x="14663" y="141"/>
                  </a:cubicBezTo>
                  <a:cubicBezTo>
                    <a:pt x="14652" y="139"/>
                    <a:pt x="14639" y="138"/>
                    <a:pt x="14626" y="138"/>
                  </a:cubicBezTo>
                  <a:cubicBezTo>
                    <a:pt x="14613" y="138"/>
                    <a:pt x="14603" y="140"/>
                    <a:pt x="14596" y="145"/>
                  </a:cubicBezTo>
                  <a:cubicBezTo>
                    <a:pt x="14589" y="150"/>
                    <a:pt x="14586" y="158"/>
                    <a:pt x="14586" y="169"/>
                  </a:cubicBezTo>
                  <a:cubicBezTo>
                    <a:pt x="14586" y="177"/>
                    <a:pt x="14587" y="186"/>
                    <a:pt x="14590" y="194"/>
                  </a:cubicBezTo>
                  <a:cubicBezTo>
                    <a:pt x="14593" y="203"/>
                    <a:pt x="14598" y="215"/>
                    <a:pt x="14604" y="230"/>
                  </a:cubicBezTo>
                  <a:lnTo>
                    <a:pt x="14630" y="291"/>
                  </a:lnTo>
                  <a:cubicBezTo>
                    <a:pt x="14637" y="306"/>
                    <a:pt x="14643" y="323"/>
                    <a:pt x="14649" y="341"/>
                  </a:cubicBezTo>
                  <a:cubicBezTo>
                    <a:pt x="14654" y="359"/>
                    <a:pt x="14658" y="377"/>
                    <a:pt x="14658" y="396"/>
                  </a:cubicBezTo>
                  <a:cubicBezTo>
                    <a:pt x="14657" y="451"/>
                    <a:pt x="14642" y="491"/>
                    <a:pt x="14613" y="516"/>
                  </a:cubicBezTo>
                  <a:cubicBezTo>
                    <a:pt x="14584" y="542"/>
                    <a:pt x="14547" y="554"/>
                    <a:pt x="14500" y="554"/>
                  </a:cubicBezTo>
                  <a:cubicBezTo>
                    <a:pt x="14467" y="553"/>
                    <a:pt x="14440" y="551"/>
                    <a:pt x="14419" y="547"/>
                  </a:cubicBezTo>
                  <a:cubicBezTo>
                    <a:pt x="14398" y="543"/>
                    <a:pt x="14383" y="539"/>
                    <a:pt x="14374" y="535"/>
                  </a:cubicBezTo>
                  <a:lnTo>
                    <a:pt x="14384" y="402"/>
                  </a:lnTo>
                  <a:cubicBezTo>
                    <a:pt x="14394" y="406"/>
                    <a:pt x="14407" y="410"/>
                    <a:pt x="14426" y="414"/>
                  </a:cubicBezTo>
                  <a:cubicBezTo>
                    <a:pt x="14445" y="418"/>
                    <a:pt x="14466" y="420"/>
                    <a:pt x="14490" y="420"/>
                  </a:cubicBezTo>
                  <a:cubicBezTo>
                    <a:pt x="14493" y="420"/>
                    <a:pt x="14496" y="420"/>
                    <a:pt x="14498" y="420"/>
                  </a:cubicBezTo>
                  <a:cubicBezTo>
                    <a:pt x="14501" y="420"/>
                    <a:pt x="14504" y="420"/>
                    <a:pt x="14507" y="420"/>
                  </a:cubicBezTo>
                  <a:cubicBezTo>
                    <a:pt x="14508" y="416"/>
                    <a:pt x="14509" y="412"/>
                    <a:pt x="14510" y="407"/>
                  </a:cubicBezTo>
                  <a:cubicBezTo>
                    <a:pt x="14511" y="403"/>
                    <a:pt x="14512" y="398"/>
                    <a:pt x="14512" y="393"/>
                  </a:cubicBezTo>
                  <a:cubicBezTo>
                    <a:pt x="14511" y="384"/>
                    <a:pt x="14510" y="375"/>
                    <a:pt x="14506" y="366"/>
                  </a:cubicBezTo>
                  <a:cubicBezTo>
                    <a:pt x="14502" y="358"/>
                    <a:pt x="14498" y="348"/>
                    <a:pt x="14492" y="336"/>
                  </a:cubicBezTo>
                  <a:lnTo>
                    <a:pt x="14465" y="276"/>
                  </a:lnTo>
                  <a:cubicBezTo>
                    <a:pt x="14457" y="259"/>
                    <a:pt x="14451" y="241"/>
                    <a:pt x="14446" y="223"/>
                  </a:cubicBezTo>
                  <a:cubicBezTo>
                    <a:pt x="14441" y="205"/>
                    <a:pt x="14439" y="188"/>
                    <a:pt x="14439" y="171"/>
                  </a:cubicBezTo>
                  <a:cubicBezTo>
                    <a:pt x="14440" y="116"/>
                    <a:pt x="14455" y="75"/>
                    <a:pt x="14486" y="48"/>
                  </a:cubicBezTo>
                  <a:cubicBezTo>
                    <a:pt x="14517" y="20"/>
                    <a:pt x="14559" y="7"/>
                    <a:pt x="14611" y="7"/>
                  </a:cubicBezTo>
                  <a:close/>
                  <a:moveTo>
                    <a:pt x="12810" y="7"/>
                  </a:moveTo>
                  <a:cubicBezTo>
                    <a:pt x="12865" y="7"/>
                    <a:pt x="12902" y="21"/>
                    <a:pt x="12924" y="47"/>
                  </a:cubicBezTo>
                  <a:cubicBezTo>
                    <a:pt x="12945" y="73"/>
                    <a:pt x="12955" y="108"/>
                    <a:pt x="12954" y="151"/>
                  </a:cubicBezTo>
                  <a:cubicBezTo>
                    <a:pt x="12954" y="175"/>
                    <a:pt x="12952" y="200"/>
                    <a:pt x="12948" y="227"/>
                  </a:cubicBezTo>
                  <a:cubicBezTo>
                    <a:pt x="12944" y="253"/>
                    <a:pt x="12938" y="281"/>
                    <a:pt x="12932" y="310"/>
                  </a:cubicBezTo>
                  <a:cubicBezTo>
                    <a:pt x="12916" y="395"/>
                    <a:pt x="12891" y="457"/>
                    <a:pt x="12856" y="496"/>
                  </a:cubicBezTo>
                  <a:cubicBezTo>
                    <a:pt x="12820" y="535"/>
                    <a:pt x="12767" y="554"/>
                    <a:pt x="12697" y="554"/>
                  </a:cubicBezTo>
                  <a:cubicBezTo>
                    <a:pt x="12642" y="553"/>
                    <a:pt x="12605" y="540"/>
                    <a:pt x="12583" y="514"/>
                  </a:cubicBezTo>
                  <a:cubicBezTo>
                    <a:pt x="12562" y="487"/>
                    <a:pt x="12552" y="453"/>
                    <a:pt x="12553" y="409"/>
                  </a:cubicBezTo>
                  <a:cubicBezTo>
                    <a:pt x="12553" y="385"/>
                    <a:pt x="12556" y="360"/>
                    <a:pt x="12560" y="334"/>
                  </a:cubicBezTo>
                  <a:cubicBezTo>
                    <a:pt x="12564" y="307"/>
                    <a:pt x="12569" y="280"/>
                    <a:pt x="12576" y="251"/>
                  </a:cubicBezTo>
                  <a:cubicBezTo>
                    <a:pt x="12587" y="194"/>
                    <a:pt x="12601" y="148"/>
                    <a:pt x="12620" y="112"/>
                  </a:cubicBezTo>
                  <a:cubicBezTo>
                    <a:pt x="12638" y="76"/>
                    <a:pt x="12663" y="49"/>
                    <a:pt x="12693" y="32"/>
                  </a:cubicBezTo>
                  <a:cubicBezTo>
                    <a:pt x="12724" y="15"/>
                    <a:pt x="12763" y="7"/>
                    <a:pt x="12810" y="7"/>
                  </a:cubicBezTo>
                  <a:close/>
                  <a:moveTo>
                    <a:pt x="12421" y="7"/>
                  </a:moveTo>
                  <a:cubicBezTo>
                    <a:pt x="12450" y="7"/>
                    <a:pt x="12478" y="9"/>
                    <a:pt x="12504" y="13"/>
                  </a:cubicBezTo>
                  <a:cubicBezTo>
                    <a:pt x="12530" y="17"/>
                    <a:pt x="12549" y="21"/>
                    <a:pt x="12560" y="26"/>
                  </a:cubicBezTo>
                  <a:lnTo>
                    <a:pt x="12528" y="153"/>
                  </a:lnTo>
                  <a:cubicBezTo>
                    <a:pt x="12515" y="149"/>
                    <a:pt x="12499" y="146"/>
                    <a:pt x="12481" y="143"/>
                  </a:cubicBezTo>
                  <a:cubicBezTo>
                    <a:pt x="12463" y="140"/>
                    <a:pt x="12442" y="138"/>
                    <a:pt x="12419" y="138"/>
                  </a:cubicBezTo>
                  <a:cubicBezTo>
                    <a:pt x="12391" y="137"/>
                    <a:pt x="12372" y="144"/>
                    <a:pt x="12360" y="160"/>
                  </a:cubicBezTo>
                  <a:cubicBezTo>
                    <a:pt x="12349" y="176"/>
                    <a:pt x="12338" y="207"/>
                    <a:pt x="12328" y="252"/>
                  </a:cubicBezTo>
                  <a:cubicBezTo>
                    <a:pt x="12324" y="268"/>
                    <a:pt x="12321" y="288"/>
                    <a:pt x="12317" y="309"/>
                  </a:cubicBezTo>
                  <a:cubicBezTo>
                    <a:pt x="12313" y="331"/>
                    <a:pt x="12310" y="353"/>
                    <a:pt x="12308" y="374"/>
                  </a:cubicBezTo>
                  <a:cubicBezTo>
                    <a:pt x="12306" y="395"/>
                    <a:pt x="12304" y="413"/>
                    <a:pt x="12304" y="428"/>
                  </a:cubicBezTo>
                  <a:cubicBezTo>
                    <a:pt x="12307" y="429"/>
                    <a:pt x="12311" y="429"/>
                    <a:pt x="12314" y="429"/>
                  </a:cubicBezTo>
                  <a:cubicBezTo>
                    <a:pt x="12317" y="429"/>
                    <a:pt x="12320" y="429"/>
                    <a:pt x="12324" y="429"/>
                  </a:cubicBezTo>
                  <a:cubicBezTo>
                    <a:pt x="12333" y="429"/>
                    <a:pt x="12342" y="429"/>
                    <a:pt x="12351" y="428"/>
                  </a:cubicBezTo>
                  <a:cubicBezTo>
                    <a:pt x="12360" y="427"/>
                    <a:pt x="12369" y="426"/>
                    <a:pt x="12377" y="424"/>
                  </a:cubicBezTo>
                  <a:lnTo>
                    <a:pt x="12391" y="346"/>
                  </a:lnTo>
                  <a:lnTo>
                    <a:pt x="12350" y="346"/>
                  </a:lnTo>
                  <a:lnTo>
                    <a:pt x="12370" y="235"/>
                  </a:lnTo>
                  <a:lnTo>
                    <a:pt x="12534" y="235"/>
                  </a:lnTo>
                  <a:lnTo>
                    <a:pt x="12480" y="526"/>
                  </a:lnTo>
                  <a:cubicBezTo>
                    <a:pt x="12462" y="534"/>
                    <a:pt x="12436" y="541"/>
                    <a:pt x="12403" y="546"/>
                  </a:cubicBezTo>
                  <a:cubicBezTo>
                    <a:pt x="12370" y="551"/>
                    <a:pt x="12338" y="554"/>
                    <a:pt x="12305" y="554"/>
                  </a:cubicBezTo>
                  <a:cubicBezTo>
                    <a:pt x="12266" y="554"/>
                    <a:pt x="12236" y="548"/>
                    <a:pt x="12215" y="536"/>
                  </a:cubicBezTo>
                  <a:cubicBezTo>
                    <a:pt x="12194" y="524"/>
                    <a:pt x="12180" y="507"/>
                    <a:pt x="12172" y="485"/>
                  </a:cubicBezTo>
                  <a:cubicBezTo>
                    <a:pt x="12164" y="464"/>
                    <a:pt x="12161" y="439"/>
                    <a:pt x="12161" y="410"/>
                  </a:cubicBezTo>
                  <a:cubicBezTo>
                    <a:pt x="12161" y="386"/>
                    <a:pt x="12163" y="361"/>
                    <a:pt x="12167" y="334"/>
                  </a:cubicBezTo>
                  <a:cubicBezTo>
                    <a:pt x="12172" y="307"/>
                    <a:pt x="12177" y="280"/>
                    <a:pt x="12183" y="251"/>
                  </a:cubicBezTo>
                  <a:cubicBezTo>
                    <a:pt x="12199" y="166"/>
                    <a:pt x="12225" y="104"/>
                    <a:pt x="12261" y="65"/>
                  </a:cubicBezTo>
                  <a:cubicBezTo>
                    <a:pt x="12297" y="26"/>
                    <a:pt x="12351" y="6"/>
                    <a:pt x="12421" y="7"/>
                  </a:cubicBezTo>
                  <a:close/>
                  <a:moveTo>
                    <a:pt x="11959" y="7"/>
                  </a:moveTo>
                  <a:cubicBezTo>
                    <a:pt x="11990" y="7"/>
                    <a:pt x="12015" y="9"/>
                    <a:pt x="12034" y="13"/>
                  </a:cubicBezTo>
                  <a:cubicBezTo>
                    <a:pt x="12054" y="17"/>
                    <a:pt x="12068" y="21"/>
                    <a:pt x="12077" y="25"/>
                  </a:cubicBezTo>
                  <a:lnTo>
                    <a:pt x="12047" y="151"/>
                  </a:lnTo>
                  <a:cubicBezTo>
                    <a:pt x="12035" y="147"/>
                    <a:pt x="12023" y="143"/>
                    <a:pt x="12011" y="141"/>
                  </a:cubicBezTo>
                  <a:cubicBezTo>
                    <a:pt x="12000" y="139"/>
                    <a:pt x="11987" y="138"/>
                    <a:pt x="11974" y="138"/>
                  </a:cubicBezTo>
                  <a:cubicBezTo>
                    <a:pt x="11961" y="138"/>
                    <a:pt x="11951" y="140"/>
                    <a:pt x="11944" y="145"/>
                  </a:cubicBezTo>
                  <a:cubicBezTo>
                    <a:pt x="11937" y="150"/>
                    <a:pt x="11934" y="158"/>
                    <a:pt x="11934" y="169"/>
                  </a:cubicBezTo>
                  <a:cubicBezTo>
                    <a:pt x="11934" y="177"/>
                    <a:pt x="11935" y="186"/>
                    <a:pt x="11938" y="194"/>
                  </a:cubicBezTo>
                  <a:cubicBezTo>
                    <a:pt x="11941" y="203"/>
                    <a:pt x="11946" y="215"/>
                    <a:pt x="11952" y="230"/>
                  </a:cubicBezTo>
                  <a:lnTo>
                    <a:pt x="11978" y="291"/>
                  </a:lnTo>
                  <a:cubicBezTo>
                    <a:pt x="11985" y="306"/>
                    <a:pt x="11991" y="323"/>
                    <a:pt x="11997" y="341"/>
                  </a:cubicBezTo>
                  <a:cubicBezTo>
                    <a:pt x="12002" y="359"/>
                    <a:pt x="12006" y="377"/>
                    <a:pt x="12006" y="396"/>
                  </a:cubicBezTo>
                  <a:cubicBezTo>
                    <a:pt x="12005" y="451"/>
                    <a:pt x="11990" y="491"/>
                    <a:pt x="11961" y="516"/>
                  </a:cubicBezTo>
                  <a:cubicBezTo>
                    <a:pt x="11932" y="542"/>
                    <a:pt x="11895" y="554"/>
                    <a:pt x="11848" y="554"/>
                  </a:cubicBezTo>
                  <a:cubicBezTo>
                    <a:pt x="11815" y="553"/>
                    <a:pt x="11788" y="551"/>
                    <a:pt x="11767" y="547"/>
                  </a:cubicBezTo>
                  <a:cubicBezTo>
                    <a:pt x="11746" y="543"/>
                    <a:pt x="11731" y="539"/>
                    <a:pt x="11722" y="535"/>
                  </a:cubicBezTo>
                  <a:lnTo>
                    <a:pt x="11732" y="402"/>
                  </a:lnTo>
                  <a:cubicBezTo>
                    <a:pt x="11742" y="406"/>
                    <a:pt x="11755" y="410"/>
                    <a:pt x="11774" y="414"/>
                  </a:cubicBezTo>
                  <a:cubicBezTo>
                    <a:pt x="11793" y="418"/>
                    <a:pt x="11814" y="420"/>
                    <a:pt x="11838" y="420"/>
                  </a:cubicBezTo>
                  <a:cubicBezTo>
                    <a:pt x="11841" y="420"/>
                    <a:pt x="11844" y="420"/>
                    <a:pt x="11846" y="420"/>
                  </a:cubicBezTo>
                  <a:cubicBezTo>
                    <a:pt x="11849" y="420"/>
                    <a:pt x="11852" y="420"/>
                    <a:pt x="11855" y="420"/>
                  </a:cubicBezTo>
                  <a:cubicBezTo>
                    <a:pt x="11856" y="416"/>
                    <a:pt x="11857" y="412"/>
                    <a:pt x="11858" y="407"/>
                  </a:cubicBezTo>
                  <a:cubicBezTo>
                    <a:pt x="11859" y="403"/>
                    <a:pt x="11860" y="398"/>
                    <a:pt x="11860" y="393"/>
                  </a:cubicBezTo>
                  <a:cubicBezTo>
                    <a:pt x="11859" y="384"/>
                    <a:pt x="11858" y="375"/>
                    <a:pt x="11854" y="366"/>
                  </a:cubicBezTo>
                  <a:cubicBezTo>
                    <a:pt x="11850" y="358"/>
                    <a:pt x="11846" y="348"/>
                    <a:pt x="11840" y="336"/>
                  </a:cubicBezTo>
                  <a:lnTo>
                    <a:pt x="11813" y="276"/>
                  </a:lnTo>
                  <a:cubicBezTo>
                    <a:pt x="11805" y="259"/>
                    <a:pt x="11799" y="241"/>
                    <a:pt x="11794" y="223"/>
                  </a:cubicBezTo>
                  <a:cubicBezTo>
                    <a:pt x="11789" y="205"/>
                    <a:pt x="11787" y="188"/>
                    <a:pt x="11787" y="171"/>
                  </a:cubicBezTo>
                  <a:cubicBezTo>
                    <a:pt x="11788" y="116"/>
                    <a:pt x="11803" y="75"/>
                    <a:pt x="11834" y="48"/>
                  </a:cubicBezTo>
                  <a:cubicBezTo>
                    <a:pt x="11865" y="20"/>
                    <a:pt x="11907" y="7"/>
                    <a:pt x="11959" y="7"/>
                  </a:cubicBezTo>
                  <a:close/>
                  <a:moveTo>
                    <a:pt x="10156" y="7"/>
                  </a:moveTo>
                  <a:cubicBezTo>
                    <a:pt x="10211" y="7"/>
                    <a:pt x="10248" y="21"/>
                    <a:pt x="10270" y="47"/>
                  </a:cubicBezTo>
                  <a:cubicBezTo>
                    <a:pt x="10291" y="73"/>
                    <a:pt x="10301" y="108"/>
                    <a:pt x="10300" y="151"/>
                  </a:cubicBezTo>
                  <a:cubicBezTo>
                    <a:pt x="10300" y="175"/>
                    <a:pt x="10298" y="200"/>
                    <a:pt x="10294" y="227"/>
                  </a:cubicBezTo>
                  <a:cubicBezTo>
                    <a:pt x="10290" y="253"/>
                    <a:pt x="10284" y="281"/>
                    <a:pt x="10278" y="310"/>
                  </a:cubicBezTo>
                  <a:cubicBezTo>
                    <a:pt x="10262" y="395"/>
                    <a:pt x="10237" y="457"/>
                    <a:pt x="10202" y="496"/>
                  </a:cubicBezTo>
                  <a:cubicBezTo>
                    <a:pt x="10166" y="535"/>
                    <a:pt x="10113" y="554"/>
                    <a:pt x="10043" y="554"/>
                  </a:cubicBezTo>
                  <a:cubicBezTo>
                    <a:pt x="9988" y="553"/>
                    <a:pt x="9951" y="540"/>
                    <a:pt x="9929" y="514"/>
                  </a:cubicBezTo>
                  <a:cubicBezTo>
                    <a:pt x="9908" y="487"/>
                    <a:pt x="9898" y="453"/>
                    <a:pt x="9899" y="409"/>
                  </a:cubicBezTo>
                  <a:cubicBezTo>
                    <a:pt x="9899" y="385"/>
                    <a:pt x="9902" y="360"/>
                    <a:pt x="9906" y="334"/>
                  </a:cubicBezTo>
                  <a:cubicBezTo>
                    <a:pt x="9910" y="307"/>
                    <a:pt x="9915" y="280"/>
                    <a:pt x="9922" y="251"/>
                  </a:cubicBezTo>
                  <a:cubicBezTo>
                    <a:pt x="9933" y="194"/>
                    <a:pt x="9947" y="148"/>
                    <a:pt x="9966" y="112"/>
                  </a:cubicBezTo>
                  <a:cubicBezTo>
                    <a:pt x="9984" y="76"/>
                    <a:pt x="10009" y="49"/>
                    <a:pt x="10039" y="32"/>
                  </a:cubicBezTo>
                  <a:cubicBezTo>
                    <a:pt x="10070" y="15"/>
                    <a:pt x="10109" y="7"/>
                    <a:pt x="10156" y="7"/>
                  </a:cubicBezTo>
                  <a:close/>
                  <a:moveTo>
                    <a:pt x="9767" y="7"/>
                  </a:moveTo>
                  <a:cubicBezTo>
                    <a:pt x="9796" y="7"/>
                    <a:pt x="9824" y="9"/>
                    <a:pt x="9850" y="13"/>
                  </a:cubicBezTo>
                  <a:cubicBezTo>
                    <a:pt x="9876" y="17"/>
                    <a:pt x="9895" y="21"/>
                    <a:pt x="9906" y="26"/>
                  </a:cubicBezTo>
                  <a:lnTo>
                    <a:pt x="9874" y="153"/>
                  </a:lnTo>
                  <a:cubicBezTo>
                    <a:pt x="9861" y="149"/>
                    <a:pt x="9845" y="146"/>
                    <a:pt x="9827" y="143"/>
                  </a:cubicBezTo>
                  <a:cubicBezTo>
                    <a:pt x="9809" y="140"/>
                    <a:pt x="9788" y="138"/>
                    <a:pt x="9765" y="138"/>
                  </a:cubicBezTo>
                  <a:cubicBezTo>
                    <a:pt x="9737" y="137"/>
                    <a:pt x="9718" y="144"/>
                    <a:pt x="9706" y="160"/>
                  </a:cubicBezTo>
                  <a:cubicBezTo>
                    <a:pt x="9695" y="176"/>
                    <a:pt x="9684" y="207"/>
                    <a:pt x="9674" y="252"/>
                  </a:cubicBezTo>
                  <a:cubicBezTo>
                    <a:pt x="9670" y="268"/>
                    <a:pt x="9667" y="288"/>
                    <a:pt x="9663" y="309"/>
                  </a:cubicBezTo>
                  <a:cubicBezTo>
                    <a:pt x="9659" y="331"/>
                    <a:pt x="9656" y="353"/>
                    <a:pt x="9654" y="374"/>
                  </a:cubicBezTo>
                  <a:cubicBezTo>
                    <a:pt x="9652" y="395"/>
                    <a:pt x="9650" y="413"/>
                    <a:pt x="9650" y="428"/>
                  </a:cubicBezTo>
                  <a:cubicBezTo>
                    <a:pt x="9653" y="429"/>
                    <a:pt x="9657" y="429"/>
                    <a:pt x="9660" y="429"/>
                  </a:cubicBezTo>
                  <a:cubicBezTo>
                    <a:pt x="9663" y="429"/>
                    <a:pt x="9666" y="429"/>
                    <a:pt x="9670" y="429"/>
                  </a:cubicBezTo>
                  <a:cubicBezTo>
                    <a:pt x="9679" y="429"/>
                    <a:pt x="9688" y="429"/>
                    <a:pt x="9697" y="428"/>
                  </a:cubicBezTo>
                  <a:cubicBezTo>
                    <a:pt x="9706" y="427"/>
                    <a:pt x="9715" y="426"/>
                    <a:pt x="9723" y="424"/>
                  </a:cubicBezTo>
                  <a:lnTo>
                    <a:pt x="9737" y="346"/>
                  </a:lnTo>
                  <a:lnTo>
                    <a:pt x="9696" y="346"/>
                  </a:lnTo>
                  <a:lnTo>
                    <a:pt x="9716" y="235"/>
                  </a:lnTo>
                  <a:lnTo>
                    <a:pt x="9880" y="235"/>
                  </a:lnTo>
                  <a:lnTo>
                    <a:pt x="9826" y="526"/>
                  </a:lnTo>
                  <a:cubicBezTo>
                    <a:pt x="9808" y="534"/>
                    <a:pt x="9782" y="541"/>
                    <a:pt x="9749" y="546"/>
                  </a:cubicBezTo>
                  <a:cubicBezTo>
                    <a:pt x="9716" y="551"/>
                    <a:pt x="9684" y="554"/>
                    <a:pt x="9651" y="554"/>
                  </a:cubicBezTo>
                  <a:cubicBezTo>
                    <a:pt x="9612" y="554"/>
                    <a:pt x="9582" y="548"/>
                    <a:pt x="9561" y="536"/>
                  </a:cubicBezTo>
                  <a:cubicBezTo>
                    <a:pt x="9540" y="524"/>
                    <a:pt x="9526" y="507"/>
                    <a:pt x="9518" y="485"/>
                  </a:cubicBezTo>
                  <a:cubicBezTo>
                    <a:pt x="9510" y="464"/>
                    <a:pt x="9507" y="439"/>
                    <a:pt x="9507" y="410"/>
                  </a:cubicBezTo>
                  <a:cubicBezTo>
                    <a:pt x="9507" y="386"/>
                    <a:pt x="9509" y="361"/>
                    <a:pt x="9513" y="334"/>
                  </a:cubicBezTo>
                  <a:cubicBezTo>
                    <a:pt x="9518" y="307"/>
                    <a:pt x="9523" y="280"/>
                    <a:pt x="9529" y="251"/>
                  </a:cubicBezTo>
                  <a:cubicBezTo>
                    <a:pt x="9545" y="166"/>
                    <a:pt x="9571" y="104"/>
                    <a:pt x="9607" y="65"/>
                  </a:cubicBezTo>
                  <a:cubicBezTo>
                    <a:pt x="9643" y="26"/>
                    <a:pt x="9697" y="6"/>
                    <a:pt x="9767" y="7"/>
                  </a:cubicBezTo>
                  <a:close/>
                  <a:moveTo>
                    <a:pt x="9305" y="7"/>
                  </a:moveTo>
                  <a:cubicBezTo>
                    <a:pt x="9336" y="7"/>
                    <a:pt x="9361" y="9"/>
                    <a:pt x="9380" y="13"/>
                  </a:cubicBezTo>
                  <a:cubicBezTo>
                    <a:pt x="9400" y="17"/>
                    <a:pt x="9414" y="21"/>
                    <a:pt x="9423" y="25"/>
                  </a:cubicBezTo>
                  <a:lnTo>
                    <a:pt x="9393" y="151"/>
                  </a:lnTo>
                  <a:cubicBezTo>
                    <a:pt x="9381" y="147"/>
                    <a:pt x="9369" y="143"/>
                    <a:pt x="9357" y="141"/>
                  </a:cubicBezTo>
                  <a:cubicBezTo>
                    <a:pt x="9346" y="139"/>
                    <a:pt x="9333" y="138"/>
                    <a:pt x="9320" y="138"/>
                  </a:cubicBezTo>
                  <a:cubicBezTo>
                    <a:pt x="9307" y="138"/>
                    <a:pt x="9297" y="140"/>
                    <a:pt x="9290" y="145"/>
                  </a:cubicBezTo>
                  <a:cubicBezTo>
                    <a:pt x="9283" y="150"/>
                    <a:pt x="9280" y="158"/>
                    <a:pt x="9280" y="169"/>
                  </a:cubicBezTo>
                  <a:cubicBezTo>
                    <a:pt x="9280" y="177"/>
                    <a:pt x="9281" y="186"/>
                    <a:pt x="9284" y="194"/>
                  </a:cubicBezTo>
                  <a:cubicBezTo>
                    <a:pt x="9287" y="203"/>
                    <a:pt x="9292" y="215"/>
                    <a:pt x="9298" y="230"/>
                  </a:cubicBezTo>
                  <a:lnTo>
                    <a:pt x="9324" y="291"/>
                  </a:lnTo>
                  <a:cubicBezTo>
                    <a:pt x="9331" y="306"/>
                    <a:pt x="9337" y="323"/>
                    <a:pt x="9343" y="341"/>
                  </a:cubicBezTo>
                  <a:cubicBezTo>
                    <a:pt x="9348" y="359"/>
                    <a:pt x="9352" y="377"/>
                    <a:pt x="9352" y="396"/>
                  </a:cubicBezTo>
                  <a:cubicBezTo>
                    <a:pt x="9351" y="451"/>
                    <a:pt x="9336" y="491"/>
                    <a:pt x="9307" y="516"/>
                  </a:cubicBezTo>
                  <a:cubicBezTo>
                    <a:pt x="9278" y="542"/>
                    <a:pt x="9241" y="554"/>
                    <a:pt x="9194" y="554"/>
                  </a:cubicBezTo>
                  <a:cubicBezTo>
                    <a:pt x="9161" y="553"/>
                    <a:pt x="9134" y="551"/>
                    <a:pt x="9113" y="547"/>
                  </a:cubicBezTo>
                  <a:cubicBezTo>
                    <a:pt x="9092" y="543"/>
                    <a:pt x="9077" y="539"/>
                    <a:pt x="9068" y="535"/>
                  </a:cubicBezTo>
                  <a:lnTo>
                    <a:pt x="9078" y="402"/>
                  </a:lnTo>
                  <a:cubicBezTo>
                    <a:pt x="9088" y="406"/>
                    <a:pt x="9101" y="410"/>
                    <a:pt x="9120" y="414"/>
                  </a:cubicBezTo>
                  <a:cubicBezTo>
                    <a:pt x="9139" y="418"/>
                    <a:pt x="9160" y="420"/>
                    <a:pt x="9184" y="420"/>
                  </a:cubicBezTo>
                  <a:cubicBezTo>
                    <a:pt x="9187" y="420"/>
                    <a:pt x="9190" y="420"/>
                    <a:pt x="9192" y="420"/>
                  </a:cubicBezTo>
                  <a:cubicBezTo>
                    <a:pt x="9195" y="420"/>
                    <a:pt x="9198" y="420"/>
                    <a:pt x="9201" y="420"/>
                  </a:cubicBezTo>
                  <a:cubicBezTo>
                    <a:pt x="9202" y="416"/>
                    <a:pt x="9203" y="412"/>
                    <a:pt x="9204" y="407"/>
                  </a:cubicBezTo>
                  <a:cubicBezTo>
                    <a:pt x="9205" y="403"/>
                    <a:pt x="9206" y="398"/>
                    <a:pt x="9206" y="393"/>
                  </a:cubicBezTo>
                  <a:cubicBezTo>
                    <a:pt x="9205" y="384"/>
                    <a:pt x="9204" y="375"/>
                    <a:pt x="9200" y="366"/>
                  </a:cubicBezTo>
                  <a:cubicBezTo>
                    <a:pt x="9196" y="358"/>
                    <a:pt x="9192" y="348"/>
                    <a:pt x="9186" y="336"/>
                  </a:cubicBezTo>
                  <a:lnTo>
                    <a:pt x="9159" y="276"/>
                  </a:lnTo>
                  <a:cubicBezTo>
                    <a:pt x="9151" y="259"/>
                    <a:pt x="9145" y="241"/>
                    <a:pt x="9140" y="223"/>
                  </a:cubicBezTo>
                  <a:cubicBezTo>
                    <a:pt x="9135" y="205"/>
                    <a:pt x="9133" y="188"/>
                    <a:pt x="9133" y="171"/>
                  </a:cubicBezTo>
                  <a:cubicBezTo>
                    <a:pt x="9134" y="116"/>
                    <a:pt x="9149" y="75"/>
                    <a:pt x="9180" y="48"/>
                  </a:cubicBezTo>
                  <a:cubicBezTo>
                    <a:pt x="9211" y="20"/>
                    <a:pt x="9253" y="7"/>
                    <a:pt x="9305" y="7"/>
                  </a:cubicBezTo>
                  <a:close/>
                  <a:moveTo>
                    <a:pt x="7504" y="7"/>
                  </a:moveTo>
                  <a:cubicBezTo>
                    <a:pt x="7559" y="7"/>
                    <a:pt x="7596" y="21"/>
                    <a:pt x="7618" y="47"/>
                  </a:cubicBezTo>
                  <a:cubicBezTo>
                    <a:pt x="7639" y="73"/>
                    <a:pt x="7649" y="108"/>
                    <a:pt x="7648" y="151"/>
                  </a:cubicBezTo>
                  <a:cubicBezTo>
                    <a:pt x="7648" y="175"/>
                    <a:pt x="7646" y="200"/>
                    <a:pt x="7642" y="227"/>
                  </a:cubicBezTo>
                  <a:cubicBezTo>
                    <a:pt x="7638" y="253"/>
                    <a:pt x="7632" y="281"/>
                    <a:pt x="7626" y="310"/>
                  </a:cubicBezTo>
                  <a:cubicBezTo>
                    <a:pt x="7610" y="395"/>
                    <a:pt x="7585" y="457"/>
                    <a:pt x="7550" y="496"/>
                  </a:cubicBezTo>
                  <a:cubicBezTo>
                    <a:pt x="7514" y="535"/>
                    <a:pt x="7461" y="554"/>
                    <a:pt x="7391" y="554"/>
                  </a:cubicBezTo>
                  <a:cubicBezTo>
                    <a:pt x="7336" y="553"/>
                    <a:pt x="7299" y="540"/>
                    <a:pt x="7277" y="514"/>
                  </a:cubicBezTo>
                  <a:cubicBezTo>
                    <a:pt x="7256" y="487"/>
                    <a:pt x="7246" y="453"/>
                    <a:pt x="7247" y="409"/>
                  </a:cubicBezTo>
                  <a:cubicBezTo>
                    <a:pt x="7247" y="385"/>
                    <a:pt x="7250" y="360"/>
                    <a:pt x="7254" y="334"/>
                  </a:cubicBezTo>
                  <a:cubicBezTo>
                    <a:pt x="7258" y="307"/>
                    <a:pt x="7263" y="280"/>
                    <a:pt x="7270" y="251"/>
                  </a:cubicBezTo>
                  <a:cubicBezTo>
                    <a:pt x="7281" y="194"/>
                    <a:pt x="7295" y="148"/>
                    <a:pt x="7314" y="112"/>
                  </a:cubicBezTo>
                  <a:cubicBezTo>
                    <a:pt x="7332" y="76"/>
                    <a:pt x="7357" y="49"/>
                    <a:pt x="7387" y="32"/>
                  </a:cubicBezTo>
                  <a:cubicBezTo>
                    <a:pt x="7418" y="15"/>
                    <a:pt x="7457" y="7"/>
                    <a:pt x="7504" y="7"/>
                  </a:cubicBezTo>
                  <a:close/>
                  <a:moveTo>
                    <a:pt x="7115" y="7"/>
                  </a:moveTo>
                  <a:cubicBezTo>
                    <a:pt x="7144" y="7"/>
                    <a:pt x="7172" y="9"/>
                    <a:pt x="7198" y="13"/>
                  </a:cubicBezTo>
                  <a:cubicBezTo>
                    <a:pt x="7224" y="17"/>
                    <a:pt x="7243" y="21"/>
                    <a:pt x="7254" y="26"/>
                  </a:cubicBezTo>
                  <a:lnTo>
                    <a:pt x="7222" y="153"/>
                  </a:lnTo>
                  <a:cubicBezTo>
                    <a:pt x="7209" y="149"/>
                    <a:pt x="7193" y="146"/>
                    <a:pt x="7175" y="143"/>
                  </a:cubicBezTo>
                  <a:cubicBezTo>
                    <a:pt x="7157" y="140"/>
                    <a:pt x="7136" y="138"/>
                    <a:pt x="7113" y="138"/>
                  </a:cubicBezTo>
                  <a:cubicBezTo>
                    <a:pt x="7085" y="137"/>
                    <a:pt x="7066" y="144"/>
                    <a:pt x="7054" y="160"/>
                  </a:cubicBezTo>
                  <a:cubicBezTo>
                    <a:pt x="7043" y="176"/>
                    <a:pt x="7032" y="207"/>
                    <a:pt x="7022" y="252"/>
                  </a:cubicBezTo>
                  <a:cubicBezTo>
                    <a:pt x="7018" y="268"/>
                    <a:pt x="7015" y="288"/>
                    <a:pt x="7011" y="309"/>
                  </a:cubicBezTo>
                  <a:cubicBezTo>
                    <a:pt x="7007" y="331"/>
                    <a:pt x="7004" y="353"/>
                    <a:pt x="7002" y="374"/>
                  </a:cubicBezTo>
                  <a:cubicBezTo>
                    <a:pt x="7000" y="395"/>
                    <a:pt x="6998" y="413"/>
                    <a:pt x="6998" y="428"/>
                  </a:cubicBezTo>
                  <a:cubicBezTo>
                    <a:pt x="7001" y="429"/>
                    <a:pt x="7005" y="429"/>
                    <a:pt x="7008" y="429"/>
                  </a:cubicBezTo>
                  <a:cubicBezTo>
                    <a:pt x="7011" y="429"/>
                    <a:pt x="7014" y="429"/>
                    <a:pt x="7018" y="429"/>
                  </a:cubicBezTo>
                  <a:cubicBezTo>
                    <a:pt x="7027" y="429"/>
                    <a:pt x="7036" y="429"/>
                    <a:pt x="7045" y="428"/>
                  </a:cubicBezTo>
                  <a:cubicBezTo>
                    <a:pt x="7054" y="427"/>
                    <a:pt x="7063" y="426"/>
                    <a:pt x="7071" y="424"/>
                  </a:cubicBezTo>
                  <a:lnTo>
                    <a:pt x="7085" y="346"/>
                  </a:lnTo>
                  <a:lnTo>
                    <a:pt x="7044" y="346"/>
                  </a:lnTo>
                  <a:lnTo>
                    <a:pt x="7064" y="235"/>
                  </a:lnTo>
                  <a:lnTo>
                    <a:pt x="7228" y="235"/>
                  </a:lnTo>
                  <a:lnTo>
                    <a:pt x="7174" y="526"/>
                  </a:lnTo>
                  <a:cubicBezTo>
                    <a:pt x="7156" y="534"/>
                    <a:pt x="7130" y="541"/>
                    <a:pt x="7097" y="546"/>
                  </a:cubicBezTo>
                  <a:cubicBezTo>
                    <a:pt x="7064" y="551"/>
                    <a:pt x="7032" y="554"/>
                    <a:pt x="6999" y="554"/>
                  </a:cubicBezTo>
                  <a:cubicBezTo>
                    <a:pt x="6960" y="554"/>
                    <a:pt x="6930" y="548"/>
                    <a:pt x="6909" y="536"/>
                  </a:cubicBezTo>
                  <a:cubicBezTo>
                    <a:pt x="6888" y="524"/>
                    <a:pt x="6874" y="507"/>
                    <a:pt x="6866" y="485"/>
                  </a:cubicBezTo>
                  <a:cubicBezTo>
                    <a:pt x="6858" y="464"/>
                    <a:pt x="6855" y="439"/>
                    <a:pt x="6855" y="410"/>
                  </a:cubicBezTo>
                  <a:cubicBezTo>
                    <a:pt x="6855" y="386"/>
                    <a:pt x="6857" y="361"/>
                    <a:pt x="6861" y="334"/>
                  </a:cubicBezTo>
                  <a:cubicBezTo>
                    <a:pt x="6866" y="307"/>
                    <a:pt x="6871" y="280"/>
                    <a:pt x="6877" y="251"/>
                  </a:cubicBezTo>
                  <a:cubicBezTo>
                    <a:pt x="6893" y="166"/>
                    <a:pt x="6919" y="104"/>
                    <a:pt x="6955" y="65"/>
                  </a:cubicBezTo>
                  <a:cubicBezTo>
                    <a:pt x="6991" y="26"/>
                    <a:pt x="7045" y="6"/>
                    <a:pt x="7115" y="7"/>
                  </a:cubicBezTo>
                  <a:close/>
                  <a:moveTo>
                    <a:pt x="6653" y="7"/>
                  </a:moveTo>
                  <a:cubicBezTo>
                    <a:pt x="6684" y="7"/>
                    <a:pt x="6709" y="9"/>
                    <a:pt x="6728" y="13"/>
                  </a:cubicBezTo>
                  <a:cubicBezTo>
                    <a:pt x="6748" y="17"/>
                    <a:pt x="6762" y="21"/>
                    <a:pt x="6771" y="25"/>
                  </a:cubicBezTo>
                  <a:lnTo>
                    <a:pt x="6741" y="151"/>
                  </a:lnTo>
                  <a:cubicBezTo>
                    <a:pt x="6729" y="147"/>
                    <a:pt x="6717" y="143"/>
                    <a:pt x="6705" y="141"/>
                  </a:cubicBezTo>
                  <a:cubicBezTo>
                    <a:pt x="6694" y="139"/>
                    <a:pt x="6681" y="138"/>
                    <a:pt x="6668" y="138"/>
                  </a:cubicBezTo>
                  <a:cubicBezTo>
                    <a:pt x="6655" y="138"/>
                    <a:pt x="6645" y="140"/>
                    <a:pt x="6638" y="145"/>
                  </a:cubicBezTo>
                  <a:cubicBezTo>
                    <a:pt x="6631" y="150"/>
                    <a:pt x="6628" y="158"/>
                    <a:pt x="6628" y="169"/>
                  </a:cubicBezTo>
                  <a:cubicBezTo>
                    <a:pt x="6628" y="177"/>
                    <a:pt x="6629" y="186"/>
                    <a:pt x="6632" y="194"/>
                  </a:cubicBezTo>
                  <a:cubicBezTo>
                    <a:pt x="6635" y="203"/>
                    <a:pt x="6640" y="215"/>
                    <a:pt x="6646" y="230"/>
                  </a:cubicBezTo>
                  <a:lnTo>
                    <a:pt x="6672" y="291"/>
                  </a:lnTo>
                  <a:cubicBezTo>
                    <a:pt x="6679" y="306"/>
                    <a:pt x="6685" y="323"/>
                    <a:pt x="6691" y="341"/>
                  </a:cubicBezTo>
                  <a:cubicBezTo>
                    <a:pt x="6696" y="359"/>
                    <a:pt x="6700" y="377"/>
                    <a:pt x="6700" y="396"/>
                  </a:cubicBezTo>
                  <a:cubicBezTo>
                    <a:pt x="6699" y="451"/>
                    <a:pt x="6684" y="491"/>
                    <a:pt x="6655" y="516"/>
                  </a:cubicBezTo>
                  <a:cubicBezTo>
                    <a:pt x="6626" y="542"/>
                    <a:pt x="6589" y="554"/>
                    <a:pt x="6542" y="554"/>
                  </a:cubicBezTo>
                  <a:cubicBezTo>
                    <a:pt x="6509" y="553"/>
                    <a:pt x="6482" y="551"/>
                    <a:pt x="6461" y="547"/>
                  </a:cubicBezTo>
                  <a:cubicBezTo>
                    <a:pt x="6440" y="543"/>
                    <a:pt x="6425" y="539"/>
                    <a:pt x="6416" y="535"/>
                  </a:cubicBezTo>
                  <a:lnTo>
                    <a:pt x="6426" y="402"/>
                  </a:lnTo>
                  <a:cubicBezTo>
                    <a:pt x="6436" y="406"/>
                    <a:pt x="6449" y="410"/>
                    <a:pt x="6468" y="414"/>
                  </a:cubicBezTo>
                  <a:cubicBezTo>
                    <a:pt x="6487" y="418"/>
                    <a:pt x="6508" y="420"/>
                    <a:pt x="6532" y="420"/>
                  </a:cubicBezTo>
                  <a:cubicBezTo>
                    <a:pt x="6535" y="420"/>
                    <a:pt x="6538" y="420"/>
                    <a:pt x="6540" y="420"/>
                  </a:cubicBezTo>
                  <a:cubicBezTo>
                    <a:pt x="6543" y="420"/>
                    <a:pt x="6546" y="420"/>
                    <a:pt x="6549" y="420"/>
                  </a:cubicBezTo>
                  <a:cubicBezTo>
                    <a:pt x="6550" y="416"/>
                    <a:pt x="6551" y="412"/>
                    <a:pt x="6552" y="407"/>
                  </a:cubicBezTo>
                  <a:cubicBezTo>
                    <a:pt x="6553" y="403"/>
                    <a:pt x="6554" y="398"/>
                    <a:pt x="6554" y="393"/>
                  </a:cubicBezTo>
                  <a:cubicBezTo>
                    <a:pt x="6553" y="384"/>
                    <a:pt x="6552" y="375"/>
                    <a:pt x="6548" y="366"/>
                  </a:cubicBezTo>
                  <a:cubicBezTo>
                    <a:pt x="6544" y="358"/>
                    <a:pt x="6540" y="348"/>
                    <a:pt x="6534" y="336"/>
                  </a:cubicBezTo>
                  <a:lnTo>
                    <a:pt x="6507" y="276"/>
                  </a:lnTo>
                  <a:cubicBezTo>
                    <a:pt x="6499" y="259"/>
                    <a:pt x="6493" y="241"/>
                    <a:pt x="6488" y="223"/>
                  </a:cubicBezTo>
                  <a:cubicBezTo>
                    <a:pt x="6483" y="205"/>
                    <a:pt x="6481" y="188"/>
                    <a:pt x="6481" y="171"/>
                  </a:cubicBezTo>
                  <a:cubicBezTo>
                    <a:pt x="6482" y="116"/>
                    <a:pt x="6497" y="75"/>
                    <a:pt x="6528" y="48"/>
                  </a:cubicBezTo>
                  <a:cubicBezTo>
                    <a:pt x="6559" y="20"/>
                    <a:pt x="6601" y="7"/>
                    <a:pt x="6653" y="7"/>
                  </a:cubicBezTo>
                  <a:close/>
                  <a:moveTo>
                    <a:pt x="4850" y="7"/>
                  </a:moveTo>
                  <a:cubicBezTo>
                    <a:pt x="4905" y="7"/>
                    <a:pt x="4942" y="21"/>
                    <a:pt x="4964" y="47"/>
                  </a:cubicBezTo>
                  <a:cubicBezTo>
                    <a:pt x="4985" y="73"/>
                    <a:pt x="4995" y="108"/>
                    <a:pt x="4994" y="151"/>
                  </a:cubicBezTo>
                  <a:cubicBezTo>
                    <a:pt x="4994" y="175"/>
                    <a:pt x="4992" y="200"/>
                    <a:pt x="4988" y="227"/>
                  </a:cubicBezTo>
                  <a:cubicBezTo>
                    <a:pt x="4984" y="253"/>
                    <a:pt x="4978" y="281"/>
                    <a:pt x="4972" y="310"/>
                  </a:cubicBezTo>
                  <a:cubicBezTo>
                    <a:pt x="4956" y="395"/>
                    <a:pt x="4931" y="457"/>
                    <a:pt x="4896" y="496"/>
                  </a:cubicBezTo>
                  <a:cubicBezTo>
                    <a:pt x="4860" y="535"/>
                    <a:pt x="4807" y="554"/>
                    <a:pt x="4737" y="554"/>
                  </a:cubicBezTo>
                  <a:cubicBezTo>
                    <a:pt x="4682" y="553"/>
                    <a:pt x="4645" y="540"/>
                    <a:pt x="4623" y="514"/>
                  </a:cubicBezTo>
                  <a:cubicBezTo>
                    <a:pt x="4602" y="487"/>
                    <a:pt x="4592" y="453"/>
                    <a:pt x="4593" y="409"/>
                  </a:cubicBezTo>
                  <a:cubicBezTo>
                    <a:pt x="4593" y="385"/>
                    <a:pt x="4596" y="360"/>
                    <a:pt x="4600" y="334"/>
                  </a:cubicBezTo>
                  <a:cubicBezTo>
                    <a:pt x="4604" y="307"/>
                    <a:pt x="4609" y="280"/>
                    <a:pt x="4616" y="251"/>
                  </a:cubicBezTo>
                  <a:cubicBezTo>
                    <a:pt x="4627" y="194"/>
                    <a:pt x="4641" y="148"/>
                    <a:pt x="4660" y="112"/>
                  </a:cubicBezTo>
                  <a:cubicBezTo>
                    <a:pt x="4678" y="76"/>
                    <a:pt x="4703" y="49"/>
                    <a:pt x="4733" y="32"/>
                  </a:cubicBezTo>
                  <a:cubicBezTo>
                    <a:pt x="4764" y="15"/>
                    <a:pt x="4803" y="7"/>
                    <a:pt x="4850" y="7"/>
                  </a:cubicBezTo>
                  <a:close/>
                  <a:moveTo>
                    <a:pt x="4461" y="7"/>
                  </a:moveTo>
                  <a:cubicBezTo>
                    <a:pt x="4490" y="7"/>
                    <a:pt x="4518" y="9"/>
                    <a:pt x="4544" y="13"/>
                  </a:cubicBezTo>
                  <a:cubicBezTo>
                    <a:pt x="4570" y="17"/>
                    <a:pt x="4589" y="21"/>
                    <a:pt x="4600" y="26"/>
                  </a:cubicBezTo>
                  <a:lnTo>
                    <a:pt x="4568" y="153"/>
                  </a:lnTo>
                  <a:cubicBezTo>
                    <a:pt x="4555" y="149"/>
                    <a:pt x="4539" y="146"/>
                    <a:pt x="4521" y="143"/>
                  </a:cubicBezTo>
                  <a:cubicBezTo>
                    <a:pt x="4503" y="140"/>
                    <a:pt x="4482" y="138"/>
                    <a:pt x="4459" y="138"/>
                  </a:cubicBezTo>
                  <a:cubicBezTo>
                    <a:pt x="4431" y="137"/>
                    <a:pt x="4412" y="144"/>
                    <a:pt x="4400" y="160"/>
                  </a:cubicBezTo>
                  <a:cubicBezTo>
                    <a:pt x="4389" y="176"/>
                    <a:pt x="4378" y="207"/>
                    <a:pt x="4368" y="252"/>
                  </a:cubicBezTo>
                  <a:cubicBezTo>
                    <a:pt x="4364" y="268"/>
                    <a:pt x="4361" y="288"/>
                    <a:pt x="4357" y="309"/>
                  </a:cubicBezTo>
                  <a:cubicBezTo>
                    <a:pt x="4353" y="331"/>
                    <a:pt x="4350" y="353"/>
                    <a:pt x="4348" y="374"/>
                  </a:cubicBezTo>
                  <a:cubicBezTo>
                    <a:pt x="4346" y="395"/>
                    <a:pt x="4344" y="413"/>
                    <a:pt x="4344" y="428"/>
                  </a:cubicBezTo>
                  <a:cubicBezTo>
                    <a:pt x="4347" y="429"/>
                    <a:pt x="4351" y="429"/>
                    <a:pt x="4354" y="429"/>
                  </a:cubicBezTo>
                  <a:cubicBezTo>
                    <a:pt x="4357" y="429"/>
                    <a:pt x="4360" y="429"/>
                    <a:pt x="4364" y="429"/>
                  </a:cubicBezTo>
                  <a:cubicBezTo>
                    <a:pt x="4373" y="429"/>
                    <a:pt x="4382" y="429"/>
                    <a:pt x="4391" y="428"/>
                  </a:cubicBezTo>
                  <a:cubicBezTo>
                    <a:pt x="4400" y="427"/>
                    <a:pt x="4409" y="426"/>
                    <a:pt x="4417" y="424"/>
                  </a:cubicBezTo>
                  <a:lnTo>
                    <a:pt x="4431" y="346"/>
                  </a:lnTo>
                  <a:lnTo>
                    <a:pt x="4390" y="346"/>
                  </a:lnTo>
                  <a:lnTo>
                    <a:pt x="4410" y="235"/>
                  </a:lnTo>
                  <a:lnTo>
                    <a:pt x="4574" y="235"/>
                  </a:lnTo>
                  <a:lnTo>
                    <a:pt x="4520" y="526"/>
                  </a:lnTo>
                  <a:cubicBezTo>
                    <a:pt x="4502" y="534"/>
                    <a:pt x="4476" y="541"/>
                    <a:pt x="4443" y="546"/>
                  </a:cubicBezTo>
                  <a:cubicBezTo>
                    <a:pt x="4410" y="551"/>
                    <a:pt x="4378" y="554"/>
                    <a:pt x="4345" y="554"/>
                  </a:cubicBezTo>
                  <a:cubicBezTo>
                    <a:pt x="4306" y="554"/>
                    <a:pt x="4276" y="548"/>
                    <a:pt x="4255" y="536"/>
                  </a:cubicBezTo>
                  <a:cubicBezTo>
                    <a:pt x="4234" y="524"/>
                    <a:pt x="4220" y="507"/>
                    <a:pt x="4212" y="485"/>
                  </a:cubicBezTo>
                  <a:cubicBezTo>
                    <a:pt x="4204" y="464"/>
                    <a:pt x="4201" y="439"/>
                    <a:pt x="4201" y="410"/>
                  </a:cubicBezTo>
                  <a:cubicBezTo>
                    <a:pt x="4201" y="386"/>
                    <a:pt x="4203" y="361"/>
                    <a:pt x="4207" y="334"/>
                  </a:cubicBezTo>
                  <a:cubicBezTo>
                    <a:pt x="4212" y="307"/>
                    <a:pt x="4217" y="280"/>
                    <a:pt x="4223" y="251"/>
                  </a:cubicBezTo>
                  <a:cubicBezTo>
                    <a:pt x="4239" y="166"/>
                    <a:pt x="4265" y="104"/>
                    <a:pt x="4301" y="65"/>
                  </a:cubicBezTo>
                  <a:cubicBezTo>
                    <a:pt x="4337" y="26"/>
                    <a:pt x="4391" y="6"/>
                    <a:pt x="4461" y="7"/>
                  </a:cubicBezTo>
                  <a:close/>
                  <a:moveTo>
                    <a:pt x="3999" y="7"/>
                  </a:moveTo>
                  <a:cubicBezTo>
                    <a:pt x="4030" y="7"/>
                    <a:pt x="4055" y="9"/>
                    <a:pt x="4074" y="13"/>
                  </a:cubicBezTo>
                  <a:cubicBezTo>
                    <a:pt x="4094" y="17"/>
                    <a:pt x="4108" y="21"/>
                    <a:pt x="4117" y="25"/>
                  </a:cubicBezTo>
                  <a:lnTo>
                    <a:pt x="4087" y="151"/>
                  </a:lnTo>
                  <a:cubicBezTo>
                    <a:pt x="4075" y="147"/>
                    <a:pt x="4063" y="143"/>
                    <a:pt x="4051" y="141"/>
                  </a:cubicBezTo>
                  <a:cubicBezTo>
                    <a:pt x="4040" y="139"/>
                    <a:pt x="4027" y="138"/>
                    <a:pt x="4014" y="138"/>
                  </a:cubicBezTo>
                  <a:cubicBezTo>
                    <a:pt x="4001" y="138"/>
                    <a:pt x="3991" y="140"/>
                    <a:pt x="3984" y="145"/>
                  </a:cubicBezTo>
                  <a:cubicBezTo>
                    <a:pt x="3977" y="150"/>
                    <a:pt x="3974" y="158"/>
                    <a:pt x="3974" y="169"/>
                  </a:cubicBezTo>
                  <a:cubicBezTo>
                    <a:pt x="3974" y="177"/>
                    <a:pt x="3975" y="186"/>
                    <a:pt x="3978" y="194"/>
                  </a:cubicBezTo>
                  <a:cubicBezTo>
                    <a:pt x="3981" y="203"/>
                    <a:pt x="3986" y="215"/>
                    <a:pt x="3992" y="230"/>
                  </a:cubicBezTo>
                  <a:lnTo>
                    <a:pt x="4018" y="291"/>
                  </a:lnTo>
                  <a:cubicBezTo>
                    <a:pt x="4025" y="306"/>
                    <a:pt x="4031" y="323"/>
                    <a:pt x="4037" y="341"/>
                  </a:cubicBezTo>
                  <a:cubicBezTo>
                    <a:pt x="4042" y="359"/>
                    <a:pt x="4046" y="377"/>
                    <a:pt x="4046" y="396"/>
                  </a:cubicBezTo>
                  <a:cubicBezTo>
                    <a:pt x="4045" y="451"/>
                    <a:pt x="4030" y="491"/>
                    <a:pt x="4001" y="516"/>
                  </a:cubicBezTo>
                  <a:cubicBezTo>
                    <a:pt x="3972" y="542"/>
                    <a:pt x="3935" y="554"/>
                    <a:pt x="3888" y="554"/>
                  </a:cubicBezTo>
                  <a:cubicBezTo>
                    <a:pt x="3855" y="553"/>
                    <a:pt x="3828" y="551"/>
                    <a:pt x="3807" y="547"/>
                  </a:cubicBezTo>
                  <a:cubicBezTo>
                    <a:pt x="3786" y="543"/>
                    <a:pt x="3771" y="539"/>
                    <a:pt x="3762" y="535"/>
                  </a:cubicBezTo>
                  <a:lnTo>
                    <a:pt x="3772" y="402"/>
                  </a:lnTo>
                  <a:cubicBezTo>
                    <a:pt x="3782" y="406"/>
                    <a:pt x="3795" y="410"/>
                    <a:pt x="3814" y="414"/>
                  </a:cubicBezTo>
                  <a:cubicBezTo>
                    <a:pt x="3833" y="418"/>
                    <a:pt x="3854" y="420"/>
                    <a:pt x="3878" y="420"/>
                  </a:cubicBezTo>
                  <a:cubicBezTo>
                    <a:pt x="3881" y="420"/>
                    <a:pt x="3884" y="420"/>
                    <a:pt x="3886" y="420"/>
                  </a:cubicBezTo>
                  <a:cubicBezTo>
                    <a:pt x="3889" y="420"/>
                    <a:pt x="3892" y="420"/>
                    <a:pt x="3895" y="420"/>
                  </a:cubicBezTo>
                  <a:cubicBezTo>
                    <a:pt x="3896" y="416"/>
                    <a:pt x="3897" y="412"/>
                    <a:pt x="3898" y="407"/>
                  </a:cubicBezTo>
                  <a:cubicBezTo>
                    <a:pt x="3899" y="403"/>
                    <a:pt x="3900" y="398"/>
                    <a:pt x="3900" y="393"/>
                  </a:cubicBezTo>
                  <a:cubicBezTo>
                    <a:pt x="3899" y="384"/>
                    <a:pt x="3898" y="375"/>
                    <a:pt x="3894" y="366"/>
                  </a:cubicBezTo>
                  <a:cubicBezTo>
                    <a:pt x="3890" y="358"/>
                    <a:pt x="3886" y="348"/>
                    <a:pt x="3880" y="336"/>
                  </a:cubicBezTo>
                  <a:lnTo>
                    <a:pt x="3853" y="276"/>
                  </a:lnTo>
                  <a:cubicBezTo>
                    <a:pt x="3845" y="259"/>
                    <a:pt x="3839" y="241"/>
                    <a:pt x="3834" y="223"/>
                  </a:cubicBezTo>
                  <a:cubicBezTo>
                    <a:pt x="3829" y="205"/>
                    <a:pt x="3827" y="188"/>
                    <a:pt x="3827" y="171"/>
                  </a:cubicBezTo>
                  <a:cubicBezTo>
                    <a:pt x="3828" y="116"/>
                    <a:pt x="3843" y="75"/>
                    <a:pt x="3874" y="48"/>
                  </a:cubicBezTo>
                  <a:cubicBezTo>
                    <a:pt x="3905" y="20"/>
                    <a:pt x="3947" y="7"/>
                    <a:pt x="3999" y="7"/>
                  </a:cubicBezTo>
                  <a:close/>
                  <a:moveTo>
                    <a:pt x="2198" y="7"/>
                  </a:moveTo>
                  <a:cubicBezTo>
                    <a:pt x="2253" y="7"/>
                    <a:pt x="2290" y="21"/>
                    <a:pt x="2312" y="47"/>
                  </a:cubicBezTo>
                  <a:cubicBezTo>
                    <a:pt x="2333" y="73"/>
                    <a:pt x="2343" y="108"/>
                    <a:pt x="2342" y="151"/>
                  </a:cubicBezTo>
                  <a:cubicBezTo>
                    <a:pt x="2342" y="175"/>
                    <a:pt x="2340" y="200"/>
                    <a:pt x="2336" y="227"/>
                  </a:cubicBezTo>
                  <a:cubicBezTo>
                    <a:pt x="2332" y="253"/>
                    <a:pt x="2326" y="281"/>
                    <a:pt x="2320" y="310"/>
                  </a:cubicBezTo>
                  <a:cubicBezTo>
                    <a:pt x="2304" y="395"/>
                    <a:pt x="2279" y="457"/>
                    <a:pt x="2244" y="496"/>
                  </a:cubicBezTo>
                  <a:cubicBezTo>
                    <a:pt x="2208" y="535"/>
                    <a:pt x="2155" y="554"/>
                    <a:pt x="2085" y="554"/>
                  </a:cubicBezTo>
                  <a:cubicBezTo>
                    <a:pt x="2030" y="553"/>
                    <a:pt x="1993" y="540"/>
                    <a:pt x="1971" y="514"/>
                  </a:cubicBezTo>
                  <a:cubicBezTo>
                    <a:pt x="1950" y="487"/>
                    <a:pt x="1940" y="453"/>
                    <a:pt x="1941" y="409"/>
                  </a:cubicBezTo>
                  <a:cubicBezTo>
                    <a:pt x="1941" y="385"/>
                    <a:pt x="1944" y="360"/>
                    <a:pt x="1948" y="334"/>
                  </a:cubicBezTo>
                  <a:cubicBezTo>
                    <a:pt x="1952" y="307"/>
                    <a:pt x="1957" y="280"/>
                    <a:pt x="1964" y="251"/>
                  </a:cubicBezTo>
                  <a:cubicBezTo>
                    <a:pt x="1975" y="194"/>
                    <a:pt x="1989" y="148"/>
                    <a:pt x="2008" y="112"/>
                  </a:cubicBezTo>
                  <a:cubicBezTo>
                    <a:pt x="2026" y="76"/>
                    <a:pt x="2051" y="49"/>
                    <a:pt x="2081" y="32"/>
                  </a:cubicBezTo>
                  <a:cubicBezTo>
                    <a:pt x="2112" y="15"/>
                    <a:pt x="2151" y="7"/>
                    <a:pt x="2198" y="7"/>
                  </a:cubicBezTo>
                  <a:close/>
                  <a:moveTo>
                    <a:pt x="1809" y="7"/>
                  </a:moveTo>
                  <a:cubicBezTo>
                    <a:pt x="1838" y="7"/>
                    <a:pt x="1866" y="9"/>
                    <a:pt x="1892" y="13"/>
                  </a:cubicBezTo>
                  <a:cubicBezTo>
                    <a:pt x="1918" y="17"/>
                    <a:pt x="1937" y="21"/>
                    <a:pt x="1948" y="26"/>
                  </a:cubicBezTo>
                  <a:lnTo>
                    <a:pt x="1916" y="153"/>
                  </a:lnTo>
                  <a:cubicBezTo>
                    <a:pt x="1903" y="149"/>
                    <a:pt x="1887" y="146"/>
                    <a:pt x="1869" y="143"/>
                  </a:cubicBezTo>
                  <a:cubicBezTo>
                    <a:pt x="1851" y="140"/>
                    <a:pt x="1830" y="138"/>
                    <a:pt x="1807" y="138"/>
                  </a:cubicBezTo>
                  <a:cubicBezTo>
                    <a:pt x="1779" y="137"/>
                    <a:pt x="1760" y="144"/>
                    <a:pt x="1748" y="160"/>
                  </a:cubicBezTo>
                  <a:cubicBezTo>
                    <a:pt x="1737" y="176"/>
                    <a:pt x="1726" y="207"/>
                    <a:pt x="1716" y="252"/>
                  </a:cubicBezTo>
                  <a:cubicBezTo>
                    <a:pt x="1712" y="268"/>
                    <a:pt x="1709" y="288"/>
                    <a:pt x="1705" y="309"/>
                  </a:cubicBezTo>
                  <a:cubicBezTo>
                    <a:pt x="1701" y="331"/>
                    <a:pt x="1698" y="353"/>
                    <a:pt x="1696" y="374"/>
                  </a:cubicBezTo>
                  <a:cubicBezTo>
                    <a:pt x="1694" y="395"/>
                    <a:pt x="1692" y="413"/>
                    <a:pt x="1692" y="428"/>
                  </a:cubicBezTo>
                  <a:cubicBezTo>
                    <a:pt x="1695" y="429"/>
                    <a:pt x="1699" y="429"/>
                    <a:pt x="1702" y="429"/>
                  </a:cubicBezTo>
                  <a:cubicBezTo>
                    <a:pt x="1705" y="429"/>
                    <a:pt x="1708" y="429"/>
                    <a:pt x="1712" y="429"/>
                  </a:cubicBezTo>
                  <a:cubicBezTo>
                    <a:pt x="1721" y="429"/>
                    <a:pt x="1730" y="429"/>
                    <a:pt x="1739" y="428"/>
                  </a:cubicBezTo>
                  <a:cubicBezTo>
                    <a:pt x="1748" y="427"/>
                    <a:pt x="1757" y="426"/>
                    <a:pt x="1765" y="424"/>
                  </a:cubicBezTo>
                  <a:lnTo>
                    <a:pt x="1779" y="346"/>
                  </a:lnTo>
                  <a:lnTo>
                    <a:pt x="1738" y="346"/>
                  </a:lnTo>
                  <a:lnTo>
                    <a:pt x="1758" y="235"/>
                  </a:lnTo>
                  <a:lnTo>
                    <a:pt x="1922" y="235"/>
                  </a:lnTo>
                  <a:lnTo>
                    <a:pt x="1868" y="526"/>
                  </a:lnTo>
                  <a:cubicBezTo>
                    <a:pt x="1850" y="534"/>
                    <a:pt x="1824" y="541"/>
                    <a:pt x="1791" y="546"/>
                  </a:cubicBezTo>
                  <a:cubicBezTo>
                    <a:pt x="1758" y="551"/>
                    <a:pt x="1726" y="554"/>
                    <a:pt x="1693" y="554"/>
                  </a:cubicBezTo>
                  <a:cubicBezTo>
                    <a:pt x="1654" y="554"/>
                    <a:pt x="1624" y="548"/>
                    <a:pt x="1603" y="536"/>
                  </a:cubicBezTo>
                  <a:cubicBezTo>
                    <a:pt x="1582" y="524"/>
                    <a:pt x="1568" y="507"/>
                    <a:pt x="1560" y="485"/>
                  </a:cubicBezTo>
                  <a:cubicBezTo>
                    <a:pt x="1552" y="464"/>
                    <a:pt x="1549" y="439"/>
                    <a:pt x="1549" y="410"/>
                  </a:cubicBezTo>
                  <a:cubicBezTo>
                    <a:pt x="1549" y="386"/>
                    <a:pt x="1551" y="361"/>
                    <a:pt x="1555" y="334"/>
                  </a:cubicBezTo>
                  <a:cubicBezTo>
                    <a:pt x="1560" y="307"/>
                    <a:pt x="1565" y="280"/>
                    <a:pt x="1571" y="251"/>
                  </a:cubicBezTo>
                  <a:cubicBezTo>
                    <a:pt x="1587" y="166"/>
                    <a:pt x="1613" y="104"/>
                    <a:pt x="1649" y="65"/>
                  </a:cubicBezTo>
                  <a:cubicBezTo>
                    <a:pt x="1685" y="26"/>
                    <a:pt x="1739" y="6"/>
                    <a:pt x="1809" y="7"/>
                  </a:cubicBezTo>
                  <a:close/>
                  <a:moveTo>
                    <a:pt x="1347" y="7"/>
                  </a:moveTo>
                  <a:cubicBezTo>
                    <a:pt x="1378" y="7"/>
                    <a:pt x="1403" y="9"/>
                    <a:pt x="1422" y="13"/>
                  </a:cubicBezTo>
                  <a:cubicBezTo>
                    <a:pt x="1442" y="17"/>
                    <a:pt x="1456" y="21"/>
                    <a:pt x="1465" y="25"/>
                  </a:cubicBezTo>
                  <a:lnTo>
                    <a:pt x="1435" y="151"/>
                  </a:lnTo>
                  <a:cubicBezTo>
                    <a:pt x="1423" y="147"/>
                    <a:pt x="1411" y="143"/>
                    <a:pt x="1399" y="141"/>
                  </a:cubicBezTo>
                  <a:cubicBezTo>
                    <a:pt x="1388" y="139"/>
                    <a:pt x="1375" y="138"/>
                    <a:pt x="1362" y="138"/>
                  </a:cubicBezTo>
                  <a:cubicBezTo>
                    <a:pt x="1349" y="138"/>
                    <a:pt x="1339" y="140"/>
                    <a:pt x="1332" y="145"/>
                  </a:cubicBezTo>
                  <a:cubicBezTo>
                    <a:pt x="1325" y="150"/>
                    <a:pt x="1322" y="158"/>
                    <a:pt x="1322" y="169"/>
                  </a:cubicBezTo>
                  <a:cubicBezTo>
                    <a:pt x="1322" y="177"/>
                    <a:pt x="1323" y="186"/>
                    <a:pt x="1326" y="194"/>
                  </a:cubicBezTo>
                  <a:cubicBezTo>
                    <a:pt x="1329" y="203"/>
                    <a:pt x="1334" y="215"/>
                    <a:pt x="1340" y="230"/>
                  </a:cubicBezTo>
                  <a:lnTo>
                    <a:pt x="1366" y="291"/>
                  </a:lnTo>
                  <a:cubicBezTo>
                    <a:pt x="1373" y="306"/>
                    <a:pt x="1379" y="323"/>
                    <a:pt x="1385" y="341"/>
                  </a:cubicBezTo>
                  <a:cubicBezTo>
                    <a:pt x="1390" y="359"/>
                    <a:pt x="1394" y="377"/>
                    <a:pt x="1394" y="396"/>
                  </a:cubicBezTo>
                  <a:cubicBezTo>
                    <a:pt x="1393" y="451"/>
                    <a:pt x="1378" y="491"/>
                    <a:pt x="1349" y="516"/>
                  </a:cubicBezTo>
                  <a:cubicBezTo>
                    <a:pt x="1320" y="542"/>
                    <a:pt x="1283" y="554"/>
                    <a:pt x="1236" y="554"/>
                  </a:cubicBezTo>
                  <a:cubicBezTo>
                    <a:pt x="1203" y="553"/>
                    <a:pt x="1176" y="551"/>
                    <a:pt x="1155" y="547"/>
                  </a:cubicBezTo>
                  <a:cubicBezTo>
                    <a:pt x="1134" y="543"/>
                    <a:pt x="1119" y="539"/>
                    <a:pt x="1110" y="535"/>
                  </a:cubicBezTo>
                  <a:lnTo>
                    <a:pt x="1120" y="402"/>
                  </a:lnTo>
                  <a:cubicBezTo>
                    <a:pt x="1130" y="406"/>
                    <a:pt x="1143" y="410"/>
                    <a:pt x="1162" y="414"/>
                  </a:cubicBezTo>
                  <a:cubicBezTo>
                    <a:pt x="1181" y="418"/>
                    <a:pt x="1202" y="420"/>
                    <a:pt x="1226" y="420"/>
                  </a:cubicBezTo>
                  <a:cubicBezTo>
                    <a:pt x="1229" y="420"/>
                    <a:pt x="1232" y="420"/>
                    <a:pt x="1234" y="420"/>
                  </a:cubicBezTo>
                  <a:cubicBezTo>
                    <a:pt x="1237" y="420"/>
                    <a:pt x="1240" y="420"/>
                    <a:pt x="1243" y="420"/>
                  </a:cubicBezTo>
                  <a:cubicBezTo>
                    <a:pt x="1244" y="416"/>
                    <a:pt x="1245" y="412"/>
                    <a:pt x="1246" y="407"/>
                  </a:cubicBezTo>
                  <a:cubicBezTo>
                    <a:pt x="1247" y="403"/>
                    <a:pt x="1248" y="398"/>
                    <a:pt x="1248" y="393"/>
                  </a:cubicBezTo>
                  <a:cubicBezTo>
                    <a:pt x="1247" y="384"/>
                    <a:pt x="1246" y="375"/>
                    <a:pt x="1242" y="366"/>
                  </a:cubicBezTo>
                  <a:cubicBezTo>
                    <a:pt x="1238" y="358"/>
                    <a:pt x="1234" y="348"/>
                    <a:pt x="1228" y="336"/>
                  </a:cubicBezTo>
                  <a:lnTo>
                    <a:pt x="1201" y="276"/>
                  </a:lnTo>
                  <a:cubicBezTo>
                    <a:pt x="1193" y="259"/>
                    <a:pt x="1187" y="241"/>
                    <a:pt x="1182" y="223"/>
                  </a:cubicBezTo>
                  <a:cubicBezTo>
                    <a:pt x="1177" y="205"/>
                    <a:pt x="1175" y="188"/>
                    <a:pt x="1175" y="171"/>
                  </a:cubicBezTo>
                  <a:cubicBezTo>
                    <a:pt x="1176" y="116"/>
                    <a:pt x="1191" y="75"/>
                    <a:pt x="1222" y="48"/>
                  </a:cubicBezTo>
                  <a:cubicBezTo>
                    <a:pt x="1253" y="20"/>
                    <a:pt x="1295" y="7"/>
                    <a:pt x="1347" y="7"/>
                  </a:cubicBezTo>
                  <a:close/>
                  <a:moveTo>
                    <a:pt x="15848" y="0"/>
                  </a:moveTo>
                  <a:lnTo>
                    <a:pt x="15758" y="374"/>
                  </a:lnTo>
                  <a:lnTo>
                    <a:pt x="15639" y="374"/>
                  </a:lnTo>
                  <a:lnTo>
                    <a:pt x="15691" y="16"/>
                  </a:lnTo>
                  <a:lnTo>
                    <a:pt x="15848" y="0"/>
                  </a:lnTo>
                  <a:close/>
                  <a:moveTo>
                    <a:pt x="13196" y="0"/>
                  </a:moveTo>
                  <a:lnTo>
                    <a:pt x="13106" y="374"/>
                  </a:lnTo>
                  <a:lnTo>
                    <a:pt x="12987" y="374"/>
                  </a:lnTo>
                  <a:lnTo>
                    <a:pt x="13039" y="16"/>
                  </a:lnTo>
                  <a:lnTo>
                    <a:pt x="13196" y="0"/>
                  </a:lnTo>
                  <a:close/>
                  <a:moveTo>
                    <a:pt x="10542" y="0"/>
                  </a:moveTo>
                  <a:lnTo>
                    <a:pt x="10452" y="374"/>
                  </a:lnTo>
                  <a:lnTo>
                    <a:pt x="10333" y="374"/>
                  </a:lnTo>
                  <a:lnTo>
                    <a:pt x="10385" y="16"/>
                  </a:lnTo>
                  <a:lnTo>
                    <a:pt x="10542" y="0"/>
                  </a:lnTo>
                  <a:close/>
                  <a:moveTo>
                    <a:pt x="7890" y="0"/>
                  </a:moveTo>
                  <a:lnTo>
                    <a:pt x="7800" y="374"/>
                  </a:lnTo>
                  <a:lnTo>
                    <a:pt x="7681" y="374"/>
                  </a:lnTo>
                  <a:lnTo>
                    <a:pt x="7733" y="16"/>
                  </a:lnTo>
                  <a:lnTo>
                    <a:pt x="7890" y="0"/>
                  </a:lnTo>
                  <a:close/>
                  <a:moveTo>
                    <a:pt x="5236" y="0"/>
                  </a:moveTo>
                  <a:lnTo>
                    <a:pt x="5146" y="374"/>
                  </a:lnTo>
                  <a:lnTo>
                    <a:pt x="5027" y="374"/>
                  </a:lnTo>
                  <a:lnTo>
                    <a:pt x="5079" y="16"/>
                  </a:lnTo>
                  <a:lnTo>
                    <a:pt x="5236" y="0"/>
                  </a:lnTo>
                  <a:close/>
                  <a:moveTo>
                    <a:pt x="2584" y="0"/>
                  </a:moveTo>
                  <a:lnTo>
                    <a:pt x="2494" y="374"/>
                  </a:lnTo>
                  <a:lnTo>
                    <a:pt x="2375" y="374"/>
                  </a:lnTo>
                  <a:lnTo>
                    <a:pt x="2427" y="16"/>
                  </a:lnTo>
                  <a:lnTo>
                    <a:pt x="2584" y="0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14" name="Freeform 23">
              <a:extLst>
                <a:ext uri="{FF2B5EF4-FFF2-40B4-BE49-F238E27FC236}">
                  <a16:creationId xmlns:a16="http://schemas.microsoft.com/office/drawing/2014/main" id="{E97D905C-5C30-3129-822B-B593124C63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086" y="5260547"/>
              <a:ext cx="12484683" cy="408031"/>
            </a:xfrm>
            <a:custGeom>
              <a:avLst/>
              <a:gdLst>
                <a:gd name="T0" fmla="*/ 11398 w 16953"/>
                <a:gd name="T1" fmla="*/ 544 h 554"/>
                <a:gd name="T2" fmla="*/ 3575 w 16953"/>
                <a:gd name="T3" fmla="*/ 544 h 554"/>
                <a:gd name="T4" fmla="*/ 16472 w 16953"/>
                <a:gd name="T5" fmla="*/ 428 h 554"/>
                <a:gd name="T6" fmla="*/ 13860 w 16953"/>
                <a:gd name="T7" fmla="*/ 403 h 554"/>
                <a:gd name="T8" fmla="*/ 11237 w 16953"/>
                <a:gd name="T9" fmla="*/ 309 h 554"/>
                <a:gd name="T10" fmla="*/ 8600 w 16953"/>
                <a:gd name="T11" fmla="*/ 224 h 554"/>
                <a:gd name="T12" fmla="*/ 5958 w 16953"/>
                <a:gd name="T13" fmla="*/ 132 h 554"/>
                <a:gd name="T14" fmla="*/ 3294 w 16953"/>
                <a:gd name="T15" fmla="*/ 132 h 554"/>
                <a:gd name="T16" fmla="*/ 631 w 16953"/>
                <a:gd name="T17" fmla="*/ 131 h 554"/>
                <a:gd name="T18" fmla="*/ 15032 w 16953"/>
                <a:gd name="T19" fmla="*/ 145 h 554"/>
                <a:gd name="T20" fmla="*/ 14756 w 16953"/>
                <a:gd name="T21" fmla="*/ 16 h 554"/>
                <a:gd name="T22" fmla="*/ 12401 w 16953"/>
                <a:gd name="T23" fmla="*/ 16 h 554"/>
                <a:gd name="T24" fmla="*/ 12328 w 16953"/>
                <a:gd name="T25" fmla="*/ 217 h 554"/>
                <a:gd name="T26" fmla="*/ 11812 w 16953"/>
                <a:gd name="T27" fmla="*/ 16 h 554"/>
                <a:gd name="T28" fmla="*/ 9726 w 16953"/>
                <a:gd name="T29" fmla="*/ 145 h 554"/>
                <a:gd name="T30" fmla="*/ 9450 w 16953"/>
                <a:gd name="T31" fmla="*/ 16 h 554"/>
                <a:gd name="T32" fmla="*/ 7095 w 16953"/>
                <a:gd name="T33" fmla="*/ 16 h 554"/>
                <a:gd name="T34" fmla="*/ 7022 w 16953"/>
                <a:gd name="T35" fmla="*/ 217 h 554"/>
                <a:gd name="T36" fmla="*/ 6506 w 16953"/>
                <a:gd name="T37" fmla="*/ 16 h 554"/>
                <a:gd name="T38" fmla="*/ 4420 w 16953"/>
                <a:gd name="T39" fmla="*/ 145 h 554"/>
                <a:gd name="T40" fmla="*/ 4144 w 16953"/>
                <a:gd name="T41" fmla="*/ 16 h 554"/>
                <a:gd name="T42" fmla="*/ 1791 w 16953"/>
                <a:gd name="T43" fmla="*/ 16 h 554"/>
                <a:gd name="T44" fmla="*/ 1718 w 16953"/>
                <a:gd name="T45" fmla="*/ 217 h 554"/>
                <a:gd name="T46" fmla="*/ 1202 w 16953"/>
                <a:gd name="T47" fmla="*/ 16 h 554"/>
                <a:gd name="T48" fmla="*/ 16567 w 16953"/>
                <a:gd name="T49" fmla="*/ 7 h 554"/>
                <a:gd name="T50" fmla="*/ 16108 w 16953"/>
                <a:gd name="T51" fmla="*/ 428 h 554"/>
                <a:gd name="T52" fmla="*/ 16018 w 16953"/>
                <a:gd name="T53" fmla="*/ 65 h 554"/>
                <a:gd name="T54" fmla="*/ 15763 w 16953"/>
                <a:gd name="T55" fmla="*/ 396 h 554"/>
                <a:gd name="T56" fmla="*/ 15570 w 16953"/>
                <a:gd name="T57" fmla="*/ 276 h 554"/>
                <a:gd name="T58" fmla="*/ 13663 w 16953"/>
                <a:gd name="T59" fmla="*/ 334 h 554"/>
                <a:gd name="T60" fmla="*/ 13411 w 16953"/>
                <a:gd name="T61" fmla="*/ 374 h 554"/>
                <a:gd name="T62" fmla="*/ 13275 w 16953"/>
                <a:gd name="T63" fmla="*/ 485 h 554"/>
                <a:gd name="T64" fmla="*/ 13041 w 16953"/>
                <a:gd name="T65" fmla="*/ 194 h 554"/>
                <a:gd name="T66" fmla="*/ 12961 w 16953"/>
                <a:gd name="T67" fmla="*/ 407 h 554"/>
                <a:gd name="T68" fmla="*/ 11307 w 16953"/>
                <a:gd name="T69" fmla="*/ 496 h 554"/>
                <a:gd name="T70" fmla="*/ 10870 w 16953"/>
                <a:gd name="T71" fmla="*/ 138 h 554"/>
                <a:gd name="T72" fmla="*/ 10931 w 16953"/>
                <a:gd name="T73" fmla="*/ 526 h 554"/>
                <a:gd name="T74" fmla="*/ 10462 w 16953"/>
                <a:gd name="T75" fmla="*/ 141 h 554"/>
                <a:gd name="T76" fmla="*/ 10225 w 16953"/>
                <a:gd name="T77" fmla="*/ 414 h 554"/>
                <a:gd name="T78" fmla="*/ 8721 w 16953"/>
                <a:gd name="T79" fmla="*/ 47 h 554"/>
                <a:gd name="T80" fmla="*/ 8301 w 16953"/>
                <a:gd name="T81" fmla="*/ 13 h 554"/>
                <a:gd name="T82" fmla="*/ 8188 w 16953"/>
                <a:gd name="T83" fmla="*/ 346 h 554"/>
                <a:gd name="T84" fmla="*/ 7756 w 16953"/>
                <a:gd name="T85" fmla="*/ 7 h 554"/>
                <a:gd name="T86" fmla="*/ 7645 w 16953"/>
                <a:gd name="T87" fmla="*/ 554 h 554"/>
                <a:gd name="T88" fmla="*/ 7584 w 16953"/>
                <a:gd name="T89" fmla="*/ 171 h 554"/>
                <a:gd name="T90" fmla="*/ 5765 w 16953"/>
                <a:gd name="T91" fmla="*/ 112 h 554"/>
                <a:gd name="T92" fmla="*/ 5459 w 16953"/>
                <a:gd name="T93" fmla="*/ 429 h 554"/>
                <a:gd name="T94" fmla="*/ 5312 w 16953"/>
                <a:gd name="T95" fmla="*/ 334 h 554"/>
                <a:gd name="T96" fmla="*/ 5123 w 16953"/>
                <a:gd name="T97" fmla="*/ 291 h 554"/>
                <a:gd name="T98" fmla="*/ 4999 w 16953"/>
                <a:gd name="T99" fmla="*/ 366 h 554"/>
                <a:gd name="T100" fmla="*/ 3074 w 16953"/>
                <a:gd name="T101" fmla="*/ 514 h 554"/>
                <a:gd name="T102" fmla="*/ 2819 w 16953"/>
                <a:gd name="T103" fmla="*/ 252 h 554"/>
                <a:gd name="T104" fmla="*/ 2796 w 16953"/>
                <a:gd name="T105" fmla="*/ 554 h 554"/>
                <a:gd name="T106" fmla="*/ 2437 w 16953"/>
                <a:gd name="T107" fmla="*/ 145 h 554"/>
                <a:gd name="T108" fmla="*/ 2339 w 16953"/>
                <a:gd name="T109" fmla="*/ 420 h 554"/>
                <a:gd name="T110" fmla="*/ 787 w 16953"/>
                <a:gd name="T111" fmla="*/ 227 h 554"/>
                <a:gd name="T112" fmla="*/ 367 w 16953"/>
                <a:gd name="T113" fmla="*/ 153 h 554"/>
                <a:gd name="T114" fmla="*/ 209 w 16953"/>
                <a:gd name="T115" fmla="*/ 235 h 554"/>
                <a:gd name="T116" fmla="*/ 16744 w 16953"/>
                <a:gd name="T117" fmla="*/ 374 h 554"/>
                <a:gd name="T118" fmla="*/ 8903 w 16953"/>
                <a:gd name="T119" fmla="*/ 374 h 554"/>
                <a:gd name="T120" fmla="*/ 1035 w 1695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953" h="554">
                  <a:moveTo>
                    <a:pt x="16728" y="419"/>
                  </a:moveTo>
                  <a:lnTo>
                    <a:pt x="16864" y="419"/>
                  </a:lnTo>
                  <a:lnTo>
                    <a:pt x="16841" y="544"/>
                  </a:lnTo>
                  <a:lnTo>
                    <a:pt x="16704" y="544"/>
                  </a:lnTo>
                  <a:lnTo>
                    <a:pt x="16728" y="419"/>
                  </a:lnTo>
                  <a:close/>
                  <a:moveTo>
                    <a:pt x="14074" y="419"/>
                  </a:moveTo>
                  <a:lnTo>
                    <a:pt x="14210" y="419"/>
                  </a:lnTo>
                  <a:lnTo>
                    <a:pt x="14187" y="544"/>
                  </a:lnTo>
                  <a:lnTo>
                    <a:pt x="14050" y="544"/>
                  </a:lnTo>
                  <a:lnTo>
                    <a:pt x="14074" y="419"/>
                  </a:lnTo>
                  <a:close/>
                  <a:moveTo>
                    <a:pt x="11422" y="419"/>
                  </a:moveTo>
                  <a:lnTo>
                    <a:pt x="11558" y="419"/>
                  </a:lnTo>
                  <a:lnTo>
                    <a:pt x="11535" y="544"/>
                  </a:lnTo>
                  <a:lnTo>
                    <a:pt x="11398" y="544"/>
                  </a:lnTo>
                  <a:lnTo>
                    <a:pt x="11422" y="419"/>
                  </a:lnTo>
                  <a:close/>
                  <a:moveTo>
                    <a:pt x="8768" y="419"/>
                  </a:moveTo>
                  <a:lnTo>
                    <a:pt x="8904" y="419"/>
                  </a:lnTo>
                  <a:lnTo>
                    <a:pt x="8881" y="544"/>
                  </a:lnTo>
                  <a:lnTo>
                    <a:pt x="8744" y="544"/>
                  </a:lnTo>
                  <a:lnTo>
                    <a:pt x="8768" y="419"/>
                  </a:lnTo>
                  <a:close/>
                  <a:moveTo>
                    <a:pt x="6116" y="419"/>
                  </a:moveTo>
                  <a:lnTo>
                    <a:pt x="6252" y="419"/>
                  </a:lnTo>
                  <a:lnTo>
                    <a:pt x="6229" y="544"/>
                  </a:lnTo>
                  <a:lnTo>
                    <a:pt x="6092" y="544"/>
                  </a:lnTo>
                  <a:lnTo>
                    <a:pt x="6116" y="419"/>
                  </a:lnTo>
                  <a:close/>
                  <a:moveTo>
                    <a:pt x="3462" y="419"/>
                  </a:moveTo>
                  <a:lnTo>
                    <a:pt x="3598" y="419"/>
                  </a:lnTo>
                  <a:lnTo>
                    <a:pt x="3575" y="544"/>
                  </a:lnTo>
                  <a:lnTo>
                    <a:pt x="3438" y="544"/>
                  </a:lnTo>
                  <a:lnTo>
                    <a:pt x="3462" y="419"/>
                  </a:lnTo>
                  <a:close/>
                  <a:moveTo>
                    <a:pt x="810" y="419"/>
                  </a:moveTo>
                  <a:lnTo>
                    <a:pt x="946" y="419"/>
                  </a:lnTo>
                  <a:lnTo>
                    <a:pt x="923" y="544"/>
                  </a:lnTo>
                  <a:lnTo>
                    <a:pt x="786" y="544"/>
                  </a:lnTo>
                  <a:lnTo>
                    <a:pt x="810" y="419"/>
                  </a:lnTo>
                  <a:close/>
                  <a:moveTo>
                    <a:pt x="16549" y="131"/>
                  </a:moveTo>
                  <a:cubicBezTo>
                    <a:pt x="16531" y="131"/>
                    <a:pt x="16517" y="139"/>
                    <a:pt x="16507" y="157"/>
                  </a:cubicBezTo>
                  <a:cubicBezTo>
                    <a:pt x="16498" y="175"/>
                    <a:pt x="16488" y="206"/>
                    <a:pt x="16478" y="251"/>
                  </a:cubicBezTo>
                  <a:cubicBezTo>
                    <a:pt x="16472" y="277"/>
                    <a:pt x="16466" y="305"/>
                    <a:pt x="16461" y="336"/>
                  </a:cubicBezTo>
                  <a:cubicBezTo>
                    <a:pt x="16455" y="367"/>
                    <a:pt x="16452" y="398"/>
                    <a:pt x="16450" y="428"/>
                  </a:cubicBezTo>
                  <a:cubicBezTo>
                    <a:pt x="16454" y="428"/>
                    <a:pt x="16457" y="428"/>
                    <a:pt x="16461" y="428"/>
                  </a:cubicBezTo>
                  <a:cubicBezTo>
                    <a:pt x="16465" y="428"/>
                    <a:pt x="16468" y="428"/>
                    <a:pt x="16472" y="428"/>
                  </a:cubicBezTo>
                  <a:cubicBezTo>
                    <a:pt x="16490" y="429"/>
                    <a:pt x="16505" y="421"/>
                    <a:pt x="16514" y="403"/>
                  </a:cubicBezTo>
                  <a:cubicBezTo>
                    <a:pt x="16523" y="386"/>
                    <a:pt x="16533" y="354"/>
                    <a:pt x="16543" y="309"/>
                  </a:cubicBezTo>
                  <a:cubicBezTo>
                    <a:pt x="16549" y="284"/>
                    <a:pt x="16555" y="255"/>
                    <a:pt x="16560" y="224"/>
                  </a:cubicBezTo>
                  <a:cubicBezTo>
                    <a:pt x="16565" y="193"/>
                    <a:pt x="16568" y="162"/>
                    <a:pt x="16570" y="132"/>
                  </a:cubicBezTo>
                  <a:cubicBezTo>
                    <a:pt x="16567" y="132"/>
                    <a:pt x="16564" y="132"/>
                    <a:pt x="16560" y="132"/>
                  </a:cubicBezTo>
                  <a:cubicBezTo>
                    <a:pt x="16557" y="131"/>
                    <a:pt x="16553" y="131"/>
                    <a:pt x="16549" y="131"/>
                  </a:cubicBezTo>
                  <a:close/>
                  <a:moveTo>
                    <a:pt x="13895" y="131"/>
                  </a:moveTo>
                  <a:cubicBezTo>
                    <a:pt x="13877" y="131"/>
                    <a:pt x="13863" y="139"/>
                    <a:pt x="13853" y="157"/>
                  </a:cubicBezTo>
                  <a:cubicBezTo>
                    <a:pt x="13844" y="175"/>
                    <a:pt x="13834" y="206"/>
                    <a:pt x="13824" y="251"/>
                  </a:cubicBezTo>
                  <a:cubicBezTo>
                    <a:pt x="13818" y="277"/>
                    <a:pt x="13812" y="305"/>
                    <a:pt x="13807" y="336"/>
                  </a:cubicBezTo>
                  <a:cubicBezTo>
                    <a:pt x="13801" y="367"/>
                    <a:pt x="13798" y="398"/>
                    <a:pt x="13796" y="428"/>
                  </a:cubicBezTo>
                  <a:cubicBezTo>
                    <a:pt x="13800" y="428"/>
                    <a:pt x="13803" y="428"/>
                    <a:pt x="13807" y="428"/>
                  </a:cubicBezTo>
                  <a:cubicBezTo>
                    <a:pt x="13811" y="428"/>
                    <a:pt x="13814" y="428"/>
                    <a:pt x="13818" y="428"/>
                  </a:cubicBezTo>
                  <a:cubicBezTo>
                    <a:pt x="13836" y="429"/>
                    <a:pt x="13851" y="421"/>
                    <a:pt x="13860" y="403"/>
                  </a:cubicBezTo>
                  <a:cubicBezTo>
                    <a:pt x="13869" y="386"/>
                    <a:pt x="13879" y="354"/>
                    <a:pt x="13889" y="309"/>
                  </a:cubicBezTo>
                  <a:cubicBezTo>
                    <a:pt x="13895" y="284"/>
                    <a:pt x="13901" y="255"/>
                    <a:pt x="13906" y="224"/>
                  </a:cubicBezTo>
                  <a:cubicBezTo>
                    <a:pt x="13911" y="193"/>
                    <a:pt x="13914" y="162"/>
                    <a:pt x="13916" y="132"/>
                  </a:cubicBezTo>
                  <a:cubicBezTo>
                    <a:pt x="13913" y="132"/>
                    <a:pt x="13910" y="132"/>
                    <a:pt x="13906" y="132"/>
                  </a:cubicBezTo>
                  <a:cubicBezTo>
                    <a:pt x="13903" y="131"/>
                    <a:pt x="13899" y="131"/>
                    <a:pt x="13895" y="131"/>
                  </a:cubicBezTo>
                  <a:close/>
                  <a:moveTo>
                    <a:pt x="11243" y="131"/>
                  </a:moveTo>
                  <a:cubicBezTo>
                    <a:pt x="11225" y="131"/>
                    <a:pt x="11211" y="139"/>
                    <a:pt x="11201" y="157"/>
                  </a:cubicBezTo>
                  <a:cubicBezTo>
                    <a:pt x="11192" y="175"/>
                    <a:pt x="11182" y="206"/>
                    <a:pt x="11172" y="251"/>
                  </a:cubicBezTo>
                  <a:cubicBezTo>
                    <a:pt x="11166" y="277"/>
                    <a:pt x="11160" y="305"/>
                    <a:pt x="11155" y="336"/>
                  </a:cubicBezTo>
                  <a:cubicBezTo>
                    <a:pt x="11149" y="367"/>
                    <a:pt x="11146" y="398"/>
                    <a:pt x="11144" y="428"/>
                  </a:cubicBezTo>
                  <a:cubicBezTo>
                    <a:pt x="11148" y="428"/>
                    <a:pt x="11151" y="428"/>
                    <a:pt x="11155" y="428"/>
                  </a:cubicBezTo>
                  <a:cubicBezTo>
                    <a:pt x="11159" y="428"/>
                    <a:pt x="11162" y="428"/>
                    <a:pt x="11166" y="428"/>
                  </a:cubicBezTo>
                  <a:cubicBezTo>
                    <a:pt x="11184" y="429"/>
                    <a:pt x="11199" y="421"/>
                    <a:pt x="11208" y="403"/>
                  </a:cubicBezTo>
                  <a:cubicBezTo>
                    <a:pt x="11217" y="386"/>
                    <a:pt x="11227" y="354"/>
                    <a:pt x="11237" y="309"/>
                  </a:cubicBezTo>
                  <a:cubicBezTo>
                    <a:pt x="11243" y="284"/>
                    <a:pt x="11249" y="255"/>
                    <a:pt x="11254" y="224"/>
                  </a:cubicBezTo>
                  <a:cubicBezTo>
                    <a:pt x="11259" y="193"/>
                    <a:pt x="11262" y="162"/>
                    <a:pt x="11264" y="132"/>
                  </a:cubicBezTo>
                  <a:cubicBezTo>
                    <a:pt x="11261" y="132"/>
                    <a:pt x="11258" y="132"/>
                    <a:pt x="11254" y="132"/>
                  </a:cubicBezTo>
                  <a:cubicBezTo>
                    <a:pt x="11251" y="131"/>
                    <a:pt x="11247" y="131"/>
                    <a:pt x="11243" y="131"/>
                  </a:cubicBezTo>
                  <a:close/>
                  <a:moveTo>
                    <a:pt x="8589" y="131"/>
                  </a:moveTo>
                  <a:cubicBezTo>
                    <a:pt x="8571" y="131"/>
                    <a:pt x="8557" y="139"/>
                    <a:pt x="8547" y="157"/>
                  </a:cubicBezTo>
                  <a:cubicBezTo>
                    <a:pt x="8538" y="175"/>
                    <a:pt x="8528" y="206"/>
                    <a:pt x="8518" y="251"/>
                  </a:cubicBezTo>
                  <a:cubicBezTo>
                    <a:pt x="8512" y="277"/>
                    <a:pt x="8506" y="305"/>
                    <a:pt x="8501" y="336"/>
                  </a:cubicBezTo>
                  <a:cubicBezTo>
                    <a:pt x="8495" y="367"/>
                    <a:pt x="8492" y="398"/>
                    <a:pt x="8490" y="428"/>
                  </a:cubicBezTo>
                  <a:cubicBezTo>
                    <a:pt x="8494" y="428"/>
                    <a:pt x="8497" y="428"/>
                    <a:pt x="8501" y="428"/>
                  </a:cubicBezTo>
                  <a:cubicBezTo>
                    <a:pt x="8505" y="428"/>
                    <a:pt x="8508" y="428"/>
                    <a:pt x="8512" y="428"/>
                  </a:cubicBezTo>
                  <a:cubicBezTo>
                    <a:pt x="8530" y="429"/>
                    <a:pt x="8545" y="421"/>
                    <a:pt x="8554" y="403"/>
                  </a:cubicBezTo>
                  <a:cubicBezTo>
                    <a:pt x="8563" y="386"/>
                    <a:pt x="8573" y="354"/>
                    <a:pt x="8583" y="309"/>
                  </a:cubicBezTo>
                  <a:cubicBezTo>
                    <a:pt x="8589" y="284"/>
                    <a:pt x="8595" y="255"/>
                    <a:pt x="8600" y="224"/>
                  </a:cubicBezTo>
                  <a:cubicBezTo>
                    <a:pt x="8605" y="193"/>
                    <a:pt x="8608" y="162"/>
                    <a:pt x="8610" y="132"/>
                  </a:cubicBezTo>
                  <a:cubicBezTo>
                    <a:pt x="8607" y="132"/>
                    <a:pt x="8604" y="132"/>
                    <a:pt x="8600" y="132"/>
                  </a:cubicBezTo>
                  <a:cubicBezTo>
                    <a:pt x="8597" y="131"/>
                    <a:pt x="8593" y="131"/>
                    <a:pt x="8589" y="131"/>
                  </a:cubicBezTo>
                  <a:close/>
                  <a:moveTo>
                    <a:pt x="5937" y="131"/>
                  </a:moveTo>
                  <a:cubicBezTo>
                    <a:pt x="5919" y="131"/>
                    <a:pt x="5905" y="139"/>
                    <a:pt x="5895" y="157"/>
                  </a:cubicBezTo>
                  <a:cubicBezTo>
                    <a:pt x="5886" y="175"/>
                    <a:pt x="5876" y="206"/>
                    <a:pt x="5866" y="251"/>
                  </a:cubicBezTo>
                  <a:cubicBezTo>
                    <a:pt x="5860" y="277"/>
                    <a:pt x="5854" y="305"/>
                    <a:pt x="5849" y="336"/>
                  </a:cubicBezTo>
                  <a:cubicBezTo>
                    <a:pt x="5843" y="367"/>
                    <a:pt x="5840" y="398"/>
                    <a:pt x="5838" y="428"/>
                  </a:cubicBezTo>
                  <a:cubicBezTo>
                    <a:pt x="5842" y="428"/>
                    <a:pt x="5845" y="428"/>
                    <a:pt x="5849" y="428"/>
                  </a:cubicBezTo>
                  <a:cubicBezTo>
                    <a:pt x="5853" y="428"/>
                    <a:pt x="5856" y="428"/>
                    <a:pt x="5860" y="428"/>
                  </a:cubicBezTo>
                  <a:cubicBezTo>
                    <a:pt x="5878" y="429"/>
                    <a:pt x="5893" y="421"/>
                    <a:pt x="5902" y="403"/>
                  </a:cubicBezTo>
                  <a:cubicBezTo>
                    <a:pt x="5911" y="386"/>
                    <a:pt x="5921" y="354"/>
                    <a:pt x="5931" y="309"/>
                  </a:cubicBezTo>
                  <a:cubicBezTo>
                    <a:pt x="5937" y="284"/>
                    <a:pt x="5943" y="255"/>
                    <a:pt x="5948" y="224"/>
                  </a:cubicBezTo>
                  <a:cubicBezTo>
                    <a:pt x="5953" y="193"/>
                    <a:pt x="5956" y="162"/>
                    <a:pt x="5958" y="132"/>
                  </a:cubicBezTo>
                  <a:cubicBezTo>
                    <a:pt x="5955" y="132"/>
                    <a:pt x="5952" y="132"/>
                    <a:pt x="5948" y="132"/>
                  </a:cubicBezTo>
                  <a:cubicBezTo>
                    <a:pt x="5945" y="131"/>
                    <a:pt x="5941" y="131"/>
                    <a:pt x="5937" y="131"/>
                  </a:cubicBezTo>
                  <a:close/>
                  <a:moveTo>
                    <a:pt x="3283" y="131"/>
                  </a:moveTo>
                  <a:cubicBezTo>
                    <a:pt x="3265" y="131"/>
                    <a:pt x="3251" y="139"/>
                    <a:pt x="3241" y="157"/>
                  </a:cubicBezTo>
                  <a:cubicBezTo>
                    <a:pt x="3232" y="175"/>
                    <a:pt x="3222" y="206"/>
                    <a:pt x="3212" y="251"/>
                  </a:cubicBezTo>
                  <a:cubicBezTo>
                    <a:pt x="3206" y="277"/>
                    <a:pt x="3200" y="305"/>
                    <a:pt x="3195" y="336"/>
                  </a:cubicBezTo>
                  <a:cubicBezTo>
                    <a:pt x="3189" y="367"/>
                    <a:pt x="3186" y="398"/>
                    <a:pt x="3184" y="428"/>
                  </a:cubicBezTo>
                  <a:cubicBezTo>
                    <a:pt x="3188" y="428"/>
                    <a:pt x="3191" y="428"/>
                    <a:pt x="3195" y="428"/>
                  </a:cubicBezTo>
                  <a:cubicBezTo>
                    <a:pt x="3199" y="428"/>
                    <a:pt x="3202" y="428"/>
                    <a:pt x="3206" y="428"/>
                  </a:cubicBezTo>
                  <a:cubicBezTo>
                    <a:pt x="3224" y="429"/>
                    <a:pt x="3239" y="421"/>
                    <a:pt x="3248" y="403"/>
                  </a:cubicBezTo>
                  <a:cubicBezTo>
                    <a:pt x="3257" y="386"/>
                    <a:pt x="3267" y="354"/>
                    <a:pt x="3277" y="309"/>
                  </a:cubicBezTo>
                  <a:cubicBezTo>
                    <a:pt x="3283" y="284"/>
                    <a:pt x="3289" y="255"/>
                    <a:pt x="3294" y="224"/>
                  </a:cubicBezTo>
                  <a:cubicBezTo>
                    <a:pt x="3299" y="193"/>
                    <a:pt x="3302" y="162"/>
                    <a:pt x="3304" y="132"/>
                  </a:cubicBezTo>
                  <a:cubicBezTo>
                    <a:pt x="3301" y="132"/>
                    <a:pt x="3298" y="132"/>
                    <a:pt x="3294" y="132"/>
                  </a:cubicBezTo>
                  <a:cubicBezTo>
                    <a:pt x="3291" y="131"/>
                    <a:pt x="3287" y="131"/>
                    <a:pt x="3283" y="131"/>
                  </a:cubicBezTo>
                  <a:close/>
                  <a:moveTo>
                    <a:pt x="631" y="131"/>
                  </a:moveTo>
                  <a:cubicBezTo>
                    <a:pt x="613" y="131"/>
                    <a:pt x="599" y="139"/>
                    <a:pt x="589" y="157"/>
                  </a:cubicBezTo>
                  <a:cubicBezTo>
                    <a:pt x="580" y="175"/>
                    <a:pt x="570" y="206"/>
                    <a:pt x="560" y="251"/>
                  </a:cubicBezTo>
                  <a:cubicBezTo>
                    <a:pt x="554" y="277"/>
                    <a:pt x="548" y="305"/>
                    <a:pt x="543" y="336"/>
                  </a:cubicBezTo>
                  <a:cubicBezTo>
                    <a:pt x="537" y="367"/>
                    <a:pt x="534" y="398"/>
                    <a:pt x="532" y="428"/>
                  </a:cubicBezTo>
                  <a:cubicBezTo>
                    <a:pt x="536" y="428"/>
                    <a:pt x="539" y="428"/>
                    <a:pt x="543" y="428"/>
                  </a:cubicBezTo>
                  <a:cubicBezTo>
                    <a:pt x="547" y="428"/>
                    <a:pt x="550" y="428"/>
                    <a:pt x="554" y="428"/>
                  </a:cubicBezTo>
                  <a:cubicBezTo>
                    <a:pt x="572" y="429"/>
                    <a:pt x="587" y="421"/>
                    <a:pt x="596" y="403"/>
                  </a:cubicBezTo>
                  <a:cubicBezTo>
                    <a:pt x="605" y="386"/>
                    <a:pt x="615" y="354"/>
                    <a:pt x="625" y="309"/>
                  </a:cubicBezTo>
                  <a:cubicBezTo>
                    <a:pt x="631" y="284"/>
                    <a:pt x="637" y="255"/>
                    <a:pt x="642" y="224"/>
                  </a:cubicBezTo>
                  <a:cubicBezTo>
                    <a:pt x="647" y="193"/>
                    <a:pt x="650" y="162"/>
                    <a:pt x="652" y="132"/>
                  </a:cubicBezTo>
                  <a:cubicBezTo>
                    <a:pt x="649" y="132"/>
                    <a:pt x="646" y="132"/>
                    <a:pt x="642" y="132"/>
                  </a:cubicBezTo>
                  <a:cubicBezTo>
                    <a:pt x="639" y="131"/>
                    <a:pt x="635" y="131"/>
                    <a:pt x="631" y="131"/>
                  </a:cubicBezTo>
                  <a:close/>
                  <a:moveTo>
                    <a:pt x="15416" y="16"/>
                  </a:moveTo>
                  <a:lnTo>
                    <a:pt x="15525" y="16"/>
                  </a:lnTo>
                  <a:lnTo>
                    <a:pt x="15507" y="115"/>
                  </a:lnTo>
                  <a:lnTo>
                    <a:pt x="15457" y="211"/>
                  </a:lnTo>
                  <a:lnTo>
                    <a:pt x="15379" y="211"/>
                  </a:lnTo>
                  <a:lnTo>
                    <a:pt x="15416" y="16"/>
                  </a:lnTo>
                  <a:close/>
                  <a:moveTo>
                    <a:pt x="15055" y="16"/>
                  </a:moveTo>
                  <a:lnTo>
                    <a:pt x="15380" y="16"/>
                  </a:lnTo>
                  <a:lnTo>
                    <a:pt x="15347" y="145"/>
                  </a:lnTo>
                  <a:lnTo>
                    <a:pt x="15267" y="145"/>
                  </a:lnTo>
                  <a:lnTo>
                    <a:pt x="15193" y="544"/>
                  </a:lnTo>
                  <a:lnTo>
                    <a:pt x="15048" y="544"/>
                  </a:lnTo>
                  <a:lnTo>
                    <a:pt x="15121" y="145"/>
                  </a:lnTo>
                  <a:lnTo>
                    <a:pt x="15032" y="145"/>
                  </a:lnTo>
                  <a:lnTo>
                    <a:pt x="15055" y="16"/>
                  </a:lnTo>
                  <a:close/>
                  <a:moveTo>
                    <a:pt x="14756" y="16"/>
                  </a:moveTo>
                  <a:lnTo>
                    <a:pt x="15029" y="16"/>
                  </a:lnTo>
                  <a:lnTo>
                    <a:pt x="14996" y="145"/>
                  </a:lnTo>
                  <a:lnTo>
                    <a:pt x="14877" y="145"/>
                  </a:lnTo>
                  <a:lnTo>
                    <a:pt x="14865" y="217"/>
                  </a:lnTo>
                  <a:lnTo>
                    <a:pt x="14982" y="217"/>
                  </a:lnTo>
                  <a:lnTo>
                    <a:pt x="14960" y="338"/>
                  </a:lnTo>
                  <a:lnTo>
                    <a:pt x="14842" y="338"/>
                  </a:lnTo>
                  <a:lnTo>
                    <a:pt x="14829" y="414"/>
                  </a:lnTo>
                  <a:lnTo>
                    <a:pt x="14964" y="414"/>
                  </a:lnTo>
                  <a:lnTo>
                    <a:pt x="14929" y="544"/>
                  </a:lnTo>
                  <a:lnTo>
                    <a:pt x="14659" y="544"/>
                  </a:lnTo>
                  <a:lnTo>
                    <a:pt x="14756" y="16"/>
                  </a:lnTo>
                  <a:close/>
                  <a:moveTo>
                    <a:pt x="14466" y="16"/>
                  </a:moveTo>
                  <a:lnTo>
                    <a:pt x="14611" y="16"/>
                  </a:lnTo>
                  <a:lnTo>
                    <a:pt x="14539" y="414"/>
                  </a:lnTo>
                  <a:lnTo>
                    <a:pt x="14646" y="414"/>
                  </a:lnTo>
                  <a:lnTo>
                    <a:pt x="14611" y="544"/>
                  </a:lnTo>
                  <a:lnTo>
                    <a:pt x="14369" y="544"/>
                  </a:lnTo>
                  <a:lnTo>
                    <a:pt x="14466" y="16"/>
                  </a:lnTo>
                  <a:close/>
                  <a:moveTo>
                    <a:pt x="12762" y="16"/>
                  </a:moveTo>
                  <a:lnTo>
                    <a:pt x="12871" y="16"/>
                  </a:lnTo>
                  <a:lnTo>
                    <a:pt x="12853" y="115"/>
                  </a:lnTo>
                  <a:lnTo>
                    <a:pt x="12803" y="211"/>
                  </a:lnTo>
                  <a:lnTo>
                    <a:pt x="12725" y="211"/>
                  </a:lnTo>
                  <a:lnTo>
                    <a:pt x="12762" y="16"/>
                  </a:lnTo>
                  <a:close/>
                  <a:moveTo>
                    <a:pt x="12401" y="16"/>
                  </a:moveTo>
                  <a:lnTo>
                    <a:pt x="12726" y="16"/>
                  </a:lnTo>
                  <a:lnTo>
                    <a:pt x="12693" y="145"/>
                  </a:lnTo>
                  <a:lnTo>
                    <a:pt x="12613" y="145"/>
                  </a:lnTo>
                  <a:lnTo>
                    <a:pt x="12539" y="544"/>
                  </a:lnTo>
                  <a:lnTo>
                    <a:pt x="12394" y="544"/>
                  </a:lnTo>
                  <a:lnTo>
                    <a:pt x="12467" y="145"/>
                  </a:lnTo>
                  <a:lnTo>
                    <a:pt x="12378" y="145"/>
                  </a:lnTo>
                  <a:lnTo>
                    <a:pt x="12401" y="16"/>
                  </a:lnTo>
                  <a:close/>
                  <a:moveTo>
                    <a:pt x="12102" y="16"/>
                  </a:moveTo>
                  <a:lnTo>
                    <a:pt x="12375" y="16"/>
                  </a:lnTo>
                  <a:lnTo>
                    <a:pt x="12342" y="145"/>
                  </a:lnTo>
                  <a:lnTo>
                    <a:pt x="12223" y="145"/>
                  </a:lnTo>
                  <a:lnTo>
                    <a:pt x="12211" y="217"/>
                  </a:lnTo>
                  <a:lnTo>
                    <a:pt x="12328" y="217"/>
                  </a:lnTo>
                  <a:lnTo>
                    <a:pt x="12306" y="338"/>
                  </a:lnTo>
                  <a:lnTo>
                    <a:pt x="12188" y="338"/>
                  </a:lnTo>
                  <a:lnTo>
                    <a:pt x="12175" y="414"/>
                  </a:lnTo>
                  <a:lnTo>
                    <a:pt x="12310" y="414"/>
                  </a:lnTo>
                  <a:lnTo>
                    <a:pt x="12275" y="544"/>
                  </a:lnTo>
                  <a:lnTo>
                    <a:pt x="12005" y="544"/>
                  </a:lnTo>
                  <a:lnTo>
                    <a:pt x="12102" y="16"/>
                  </a:lnTo>
                  <a:close/>
                  <a:moveTo>
                    <a:pt x="11812" y="16"/>
                  </a:moveTo>
                  <a:lnTo>
                    <a:pt x="11957" y="16"/>
                  </a:lnTo>
                  <a:lnTo>
                    <a:pt x="11885" y="414"/>
                  </a:lnTo>
                  <a:lnTo>
                    <a:pt x="11992" y="414"/>
                  </a:lnTo>
                  <a:lnTo>
                    <a:pt x="11957" y="544"/>
                  </a:lnTo>
                  <a:lnTo>
                    <a:pt x="11715" y="544"/>
                  </a:lnTo>
                  <a:lnTo>
                    <a:pt x="11812" y="16"/>
                  </a:lnTo>
                  <a:close/>
                  <a:moveTo>
                    <a:pt x="10110" y="16"/>
                  </a:moveTo>
                  <a:lnTo>
                    <a:pt x="10219" y="16"/>
                  </a:lnTo>
                  <a:lnTo>
                    <a:pt x="10201" y="115"/>
                  </a:lnTo>
                  <a:lnTo>
                    <a:pt x="10151" y="211"/>
                  </a:lnTo>
                  <a:lnTo>
                    <a:pt x="10073" y="211"/>
                  </a:lnTo>
                  <a:lnTo>
                    <a:pt x="10110" y="16"/>
                  </a:lnTo>
                  <a:close/>
                  <a:moveTo>
                    <a:pt x="9749" y="16"/>
                  </a:moveTo>
                  <a:lnTo>
                    <a:pt x="10074" y="16"/>
                  </a:lnTo>
                  <a:lnTo>
                    <a:pt x="10041" y="145"/>
                  </a:lnTo>
                  <a:lnTo>
                    <a:pt x="9961" y="145"/>
                  </a:lnTo>
                  <a:lnTo>
                    <a:pt x="9887" y="544"/>
                  </a:lnTo>
                  <a:lnTo>
                    <a:pt x="9742" y="544"/>
                  </a:lnTo>
                  <a:lnTo>
                    <a:pt x="9815" y="145"/>
                  </a:lnTo>
                  <a:lnTo>
                    <a:pt x="9726" y="145"/>
                  </a:lnTo>
                  <a:lnTo>
                    <a:pt x="9749" y="16"/>
                  </a:lnTo>
                  <a:close/>
                  <a:moveTo>
                    <a:pt x="9450" y="16"/>
                  </a:moveTo>
                  <a:lnTo>
                    <a:pt x="9723" y="16"/>
                  </a:lnTo>
                  <a:lnTo>
                    <a:pt x="9690" y="145"/>
                  </a:lnTo>
                  <a:lnTo>
                    <a:pt x="9571" y="145"/>
                  </a:lnTo>
                  <a:lnTo>
                    <a:pt x="9559" y="217"/>
                  </a:lnTo>
                  <a:lnTo>
                    <a:pt x="9676" y="217"/>
                  </a:lnTo>
                  <a:lnTo>
                    <a:pt x="9654" y="338"/>
                  </a:lnTo>
                  <a:lnTo>
                    <a:pt x="9536" y="338"/>
                  </a:lnTo>
                  <a:lnTo>
                    <a:pt x="9523" y="414"/>
                  </a:lnTo>
                  <a:lnTo>
                    <a:pt x="9658" y="414"/>
                  </a:lnTo>
                  <a:lnTo>
                    <a:pt x="9623" y="544"/>
                  </a:lnTo>
                  <a:lnTo>
                    <a:pt x="9353" y="544"/>
                  </a:lnTo>
                  <a:lnTo>
                    <a:pt x="9450" y="16"/>
                  </a:lnTo>
                  <a:close/>
                  <a:moveTo>
                    <a:pt x="9160" y="16"/>
                  </a:moveTo>
                  <a:lnTo>
                    <a:pt x="9305" y="16"/>
                  </a:lnTo>
                  <a:lnTo>
                    <a:pt x="9233" y="414"/>
                  </a:lnTo>
                  <a:lnTo>
                    <a:pt x="9340" y="414"/>
                  </a:lnTo>
                  <a:lnTo>
                    <a:pt x="9305" y="544"/>
                  </a:lnTo>
                  <a:lnTo>
                    <a:pt x="9063" y="544"/>
                  </a:lnTo>
                  <a:lnTo>
                    <a:pt x="9160" y="16"/>
                  </a:lnTo>
                  <a:close/>
                  <a:moveTo>
                    <a:pt x="7456" y="16"/>
                  </a:moveTo>
                  <a:lnTo>
                    <a:pt x="7565" y="16"/>
                  </a:lnTo>
                  <a:lnTo>
                    <a:pt x="7547" y="115"/>
                  </a:lnTo>
                  <a:lnTo>
                    <a:pt x="7497" y="211"/>
                  </a:lnTo>
                  <a:lnTo>
                    <a:pt x="7419" y="211"/>
                  </a:lnTo>
                  <a:lnTo>
                    <a:pt x="7456" y="16"/>
                  </a:lnTo>
                  <a:close/>
                  <a:moveTo>
                    <a:pt x="7095" y="16"/>
                  </a:moveTo>
                  <a:lnTo>
                    <a:pt x="7420" y="16"/>
                  </a:lnTo>
                  <a:lnTo>
                    <a:pt x="7387" y="145"/>
                  </a:lnTo>
                  <a:lnTo>
                    <a:pt x="7307" y="145"/>
                  </a:lnTo>
                  <a:lnTo>
                    <a:pt x="7233" y="544"/>
                  </a:lnTo>
                  <a:lnTo>
                    <a:pt x="7088" y="544"/>
                  </a:lnTo>
                  <a:lnTo>
                    <a:pt x="7161" y="145"/>
                  </a:lnTo>
                  <a:lnTo>
                    <a:pt x="7072" y="145"/>
                  </a:lnTo>
                  <a:lnTo>
                    <a:pt x="7095" y="16"/>
                  </a:lnTo>
                  <a:close/>
                  <a:moveTo>
                    <a:pt x="6796" y="16"/>
                  </a:moveTo>
                  <a:lnTo>
                    <a:pt x="7069" y="16"/>
                  </a:lnTo>
                  <a:lnTo>
                    <a:pt x="7036" y="145"/>
                  </a:lnTo>
                  <a:lnTo>
                    <a:pt x="6917" y="145"/>
                  </a:lnTo>
                  <a:lnTo>
                    <a:pt x="6905" y="217"/>
                  </a:lnTo>
                  <a:lnTo>
                    <a:pt x="7022" y="217"/>
                  </a:lnTo>
                  <a:lnTo>
                    <a:pt x="7000" y="338"/>
                  </a:lnTo>
                  <a:lnTo>
                    <a:pt x="6882" y="338"/>
                  </a:lnTo>
                  <a:lnTo>
                    <a:pt x="6869" y="414"/>
                  </a:lnTo>
                  <a:lnTo>
                    <a:pt x="7004" y="414"/>
                  </a:lnTo>
                  <a:lnTo>
                    <a:pt x="6969" y="544"/>
                  </a:lnTo>
                  <a:lnTo>
                    <a:pt x="6699" y="544"/>
                  </a:lnTo>
                  <a:lnTo>
                    <a:pt x="6796" y="16"/>
                  </a:lnTo>
                  <a:close/>
                  <a:moveTo>
                    <a:pt x="6506" y="16"/>
                  </a:moveTo>
                  <a:lnTo>
                    <a:pt x="6651" y="16"/>
                  </a:lnTo>
                  <a:lnTo>
                    <a:pt x="6579" y="414"/>
                  </a:lnTo>
                  <a:lnTo>
                    <a:pt x="6686" y="414"/>
                  </a:lnTo>
                  <a:lnTo>
                    <a:pt x="6651" y="544"/>
                  </a:lnTo>
                  <a:lnTo>
                    <a:pt x="6409" y="544"/>
                  </a:lnTo>
                  <a:lnTo>
                    <a:pt x="6506" y="16"/>
                  </a:lnTo>
                  <a:close/>
                  <a:moveTo>
                    <a:pt x="4804" y="16"/>
                  </a:moveTo>
                  <a:lnTo>
                    <a:pt x="4913" y="16"/>
                  </a:lnTo>
                  <a:lnTo>
                    <a:pt x="4895" y="115"/>
                  </a:lnTo>
                  <a:lnTo>
                    <a:pt x="4845" y="211"/>
                  </a:lnTo>
                  <a:lnTo>
                    <a:pt x="4767" y="211"/>
                  </a:lnTo>
                  <a:lnTo>
                    <a:pt x="4804" y="16"/>
                  </a:lnTo>
                  <a:close/>
                  <a:moveTo>
                    <a:pt x="4443" y="16"/>
                  </a:moveTo>
                  <a:lnTo>
                    <a:pt x="4768" y="16"/>
                  </a:lnTo>
                  <a:lnTo>
                    <a:pt x="4735" y="145"/>
                  </a:lnTo>
                  <a:lnTo>
                    <a:pt x="4655" y="145"/>
                  </a:lnTo>
                  <a:lnTo>
                    <a:pt x="4581" y="544"/>
                  </a:lnTo>
                  <a:lnTo>
                    <a:pt x="4436" y="544"/>
                  </a:lnTo>
                  <a:lnTo>
                    <a:pt x="4509" y="145"/>
                  </a:lnTo>
                  <a:lnTo>
                    <a:pt x="4420" y="145"/>
                  </a:lnTo>
                  <a:lnTo>
                    <a:pt x="4443" y="16"/>
                  </a:lnTo>
                  <a:close/>
                  <a:moveTo>
                    <a:pt x="4144" y="16"/>
                  </a:moveTo>
                  <a:lnTo>
                    <a:pt x="4417" y="16"/>
                  </a:lnTo>
                  <a:lnTo>
                    <a:pt x="4384" y="145"/>
                  </a:lnTo>
                  <a:lnTo>
                    <a:pt x="4265" y="145"/>
                  </a:lnTo>
                  <a:lnTo>
                    <a:pt x="4253" y="217"/>
                  </a:lnTo>
                  <a:lnTo>
                    <a:pt x="4370" y="217"/>
                  </a:lnTo>
                  <a:lnTo>
                    <a:pt x="4348" y="338"/>
                  </a:lnTo>
                  <a:lnTo>
                    <a:pt x="4230" y="338"/>
                  </a:lnTo>
                  <a:lnTo>
                    <a:pt x="4217" y="414"/>
                  </a:lnTo>
                  <a:lnTo>
                    <a:pt x="4352" y="414"/>
                  </a:lnTo>
                  <a:lnTo>
                    <a:pt x="4317" y="544"/>
                  </a:lnTo>
                  <a:lnTo>
                    <a:pt x="4047" y="544"/>
                  </a:lnTo>
                  <a:lnTo>
                    <a:pt x="4144" y="16"/>
                  </a:lnTo>
                  <a:close/>
                  <a:moveTo>
                    <a:pt x="3854" y="16"/>
                  </a:moveTo>
                  <a:lnTo>
                    <a:pt x="3999" y="16"/>
                  </a:lnTo>
                  <a:lnTo>
                    <a:pt x="3927" y="414"/>
                  </a:lnTo>
                  <a:lnTo>
                    <a:pt x="4034" y="414"/>
                  </a:lnTo>
                  <a:lnTo>
                    <a:pt x="3999" y="544"/>
                  </a:lnTo>
                  <a:lnTo>
                    <a:pt x="3757" y="544"/>
                  </a:lnTo>
                  <a:lnTo>
                    <a:pt x="3854" y="16"/>
                  </a:lnTo>
                  <a:close/>
                  <a:moveTo>
                    <a:pt x="2152" y="16"/>
                  </a:moveTo>
                  <a:lnTo>
                    <a:pt x="2261" y="16"/>
                  </a:lnTo>
                  <a:lnTo>
                    <a:pt x="2243" y="115"/>
                  </a:lnTo>
                  <a:lnTo>
                    <a:pt x="2193" y="211"/>
                  </a:lnTo>
                  <a:lnTo>
                    <a:pt x="2115" y="211"/>
                  </a:lnTo>
                  <a:lnTo>
                    <a:pt x="2152" y="16"/>
                  </a:lnTo>
                  <a:close/>
                  <a:moveTo>
                    <a:pt x="1791" y="16"/>
                  </a:moveTo>
                  <a:lnTo>
                    <a:pt x="2116" y="16"/>
                  </a:lnTo>
                  <a:lnTo>
                    <a:pt x="2083" y="145"/>
                  </a:lnTo>
                  <a:lnTo>
                    <a:pt x="2003" y="145"/>
                  </a:lnTo>
                  <a:lnTo>
                    <a:pt x="1929" y="544"/>
                  </a:lnTo>
                  <a:lnTo>
                    <a:pt x="1784" y="544"/>
                  </a:lnTo>
                  <a:lnTo>
                    <a:pt x="1857" y="145"/>
                  </a:lnTo>
                  <a:lnTo>
                    <a:pt x="1768" y="145"/>
                  </a:lnTo>
                  <a:lnTo>
                    <a:pt x="1791" y="16"/>
                  </a:lnTo>
                  <a:close/>
                  <a:moveTo>
                    <a:pt x="1492" y="16"/>
                  </a:moveTo>
                  <a:lnTo>
                    <a:pt x="1765" y="16"/>
                  </a:lnTo>
                  <a:lnTo>
                    <a:pt x="1732" y="145"/>
                  </a:lnTo>
                  <a:lnTo>
                    <a:pt x="1613" y="145"/>
                  </a:lnTo>
                  <a:lnTo>
                    <a:pt x="1601" y="217"/>
                  </a:lnTo>
                  <a:lnTo>
                    <a:pt x="1718" y="217"/>
                  </a:lnTo>
                  <a:lnTo>
                    <a:pt x="1696" y="338"/>
                  </a:lnTo>
                  <a:lnTo>
                    <a:pt x="1578" y="338"/>
                  </a:lnTo>
                  <a:lnTo>
                    <a:pt x="1565" y="414"/>
                  </a:lnTo>
                  <a:lnTo>
                    <a:pt x="1700" y="414"/>
                  </a:lnTo>
                  <a:lnTo>
                    <a:pt x="1665" y="544"/>
                  </a:lnTo>
                  <a:lnTo>
                    <a:pt x="1395" y="544"/>
                  </a:lnTo>
                  <a:lnTo>
                    <a:pt x="1492" y="16"/>
                  </a:lnTo>
                  <a:close/>
                  <a:moveTo>
                    <a:pt x="1202" y="16"/>
                  </a:moveTo>
                  <a:lnTo>
                    <a:pt x="1347" y="16"/>
                  </a:lnTo>
                  <a:lnTo>
                    <a:pt x="1275" y="414"/>
                  </a:lnTo>
                  <a:lnTo>
                    <a:pt x="1382" y="414"/>
                  </a:lnTo>
                  <a:lnTo>
                    <a:pt x="1347" y="544"/>
                  </a:lnTo>
                  <a:lnTo>
                    <a:pt x="1105" y="544"/>
                  </a:lnTo>
                  <a:lnTo>
                    <a:pt x="1202" y="16"/>
                  </a:lnTo>
                  <a:close/>
                  <a:moveTo>
                    <a:pt x="16567" y="7"/>
                  </a:moveTo>
                  <a:cubicBezTo>
                    <a:pt x="16622" y="7"/>
                    <a:pt x="16659" y="21"/>
                    <a:pt x="16681" y="47"/>
                  </a:cubicBezTo>
                  <a:cubicBezTo>
                    <a:pt x="16702" y="73"/>
                    <a:pt x="16712" y="108"/>
                    <a:pt x="16711" y="151"/>
                  </a:cubicBezTo>
                  <a:cubicBezTo>
                    <a:pt x="16711" y="175"/>
                    <a:pt x="16709" y="200"/>
                    <a:pt x="16705" y="227"/>
                  </a:cubicBezTo>
                  <a:cubicBezTo>
                    <a:pt x="16701" y="253"/>
                    <a:pt x="16695" y="281"/>
                    <a:pt x="16689" y="310"/>
                  </a:cubicBezTo>
                  <a:cubicBezTo>
                    <a:pt x="16673" y="395"/>
                    <a:pt x="16648" y="457"/>
                    <a:pt x="16613" y="496"/>
                  </a:cubicBezTo>
                  <a:cubicBezTo>
                    <a:pt x="16577" y="535"/>
                    <a:pt x="16524" y="554"/>
                    <a:pt x="16454" y="554"/>
                  </a:cubicBezTo>
                  <a:cubicBezTo>
                    <a:pt x="16399" y="553"/>
                    <a:pt x="16362" y="540"/>
                    <a:pt x="16340" y="514"/>
                  </a:cubicBezTo>
                  <a:cubicBezTo>
                    <a:pt x="16319" y="487"/>
                    <a:pt x="16309" y="453"/>
                    <a:pt x="16310" y="409"/>
                  </a:cubicBezTo>
                  <a:cubicBezTo>
                    <a:pt x="16310" y="385"/>
                    <a:pt x="16313" y="360"/>
                    <a:pt x="16317" y="334"/>
                  </a:cubicBezTo>
                  <a:cubicBezTo>
                    <a:pt x="16321" y="307"/>
                    <a:pt x="16326" y="280"/>
                    <a:pt x="16333" y="251"/>
                  </a:cubicBezTo>
                  <a:cubicBezTo>
                    <a:pt x="16344" y="194"/>
                    <a:pt x="16358" y="148"/>
                    <a:pt x="16377" y="112"/>
                  </a:cubicBezTo>
                  <a:cubicBezTo>
                    <a:pt x="16395" y="76"/>
                    <a:pt x="16420" y="49"/>
                    <a:pt x="16450" y="32"/>
                  </a:cubicBezTo>
                  <a:cubicBezTo>
                    <a:pt x="16481" y="15"/>
                    <a:pt x="16520" y="7"/>
                    <a:pt x="16567" y="7"/>
                  </a:cubicBezTo>
                  <a:close/>
                  <a:moveTo>
                    <a:pt x="16178" y="7"/>
                  </a:moveTo>
                  <a:cubicBezTo>
                    <a:pt x="16207" y="7"/>
                    <a:pt x="16235" y="9"/>
                    <a:pt x="16261" y="13"/>
                  </a:cubicBezTo>
                  <a:cubicBezTo>
                    <a:pt x="16287" y="17"/>
                    <a:pt x="16306" y="21"/>
                    <a:pt x="16317" y="26"/>
                  </a:cubicBezTo>
                  <a:lnTo>
                    <a:pt x="16285" y="153"/>
                  </a:lnTo>
                  <a:cubicBezTo>
                    <a:pt x="16272" y="149"/>
                    <a:pt x="16256" y="146"/>
                    <a:pt x="16238" y="143"/>
                  </a:cubicBezTo>
                  <a:cubicBezTo>
                    <a:pt x="16220" y="140"/>
                    <a:pt x="16199" y="138"/>
                    <a:pt x="16176" y="138"/>
                  </a:cubicBezTo>
                  <a:cubicBezTo>
                    <a:pt x="16148" y="137"/>
                    <a:pt x="16129" y="144"/>
                    <a:pt x="16117" y="160"/>
                  </a:cubicBezTo>
                  <a:cubicBezTo>
                    <a:pt x="16106" y="176"/>
                    <a:pt x="16095" y="207"/>
                    <a:pt x="16085" y="252"/>
                  </a:cubicBezTo>
                  <a:cubicBezTo>
                    <a:pt x="16081" y="268"/>
                    <a:pt x="16078" y="288"/>
                    <a:pt x="16074" y="309"/>
                  </a:cubicBezTo>
                  <a:cubicBezTo>
                    <a:pt x="16070" y="331"/>
                    <a:pt x="16067" y="353"/>
                    <a:pt x="16065" y="374"/>
                  </a:cubicBezTo>
                  <a:cubicBezTo>
                    <a:pt x="16063" y="395"/>
                    <a:pt x="16061" y="413"/>
                    <a:pt x="16061" y="428"/>
                  </a:cubicBezTo>
                  <a:cubicBezTo>
                    <a:pt x="16064" y="429"/>
                    <a:pt x="16068" y="429"/>
                    <a:pt x="16071" y="429"/>
                  </a:cubicBezTo>
                  <a:cubicBezTo>
                    <a:pt x="16074" y="429"/>
                    <a:pt x="16077" y="429"/>
                    <a:pt x="16081" y="429"/>
                  </a:cubicBezTo>
                  <a:cubicBezTo>
                    <a:pt x="16090" y="429"/>
                    <a:pt x="16099" y="429"/>
                    <a:pt x="16108" y="428"/>
                  </a:cubicBezTo>
                  <a:cubicBezTo>
                    <a:pt x="16117" y="427"/>
                    <a:pt x="16126" y="426"/>
                    <a:pt x="16134" y="424"/>
                  </a:cubicBezTo>
                  <a:lnTo>
                    <a:pt x="16148" y="346"/>
                  </a:lnTo>
                  <a:lnTo>
                    <a:pt x="16107" y="346"/>
                  </a:lnTo>
                  <a:lnTo>
                    <a:pt x="16127" y="235"/>
                  </a:lnTo>
                  <a:lnTo>
                    <a:pt x="16291" y="235"/>
                  </a:lnTo>
                  <a:lnTo>
                    <a:pt x="16237" y="526"/>
                  </a:lnTo>
                  <a:cubicBezTo>
                    <a:pt x="16219" y="534"/>
                    <a:pt x="16193" y="541"/>
                    <a:pt x="16160" y="546"/>
                  </a:cubicBezTo>
                  <a:cubicBezTo>
                    <a:pt x="16127" y="551"/>
                    <a:pt x="16095" y="554"/>
                    <a:pt x="16062" y="554"/>
                  </a:cubicBezTo>
                  <a:cubicBezTo>
                    <a:pt x="16023" y="554"/>
                    <a:pt x="15993" y="548"/>
                    <a:pt x="15972" y="536"/>
                  </a:cubicBezTo>
                  <a:cubicBezTo>
                    <a:pt x="15951" y="524"/>
                    <a:pt x="15937" y="507"/>
                    <a:pt x="15929" y="485"/>
                  </a:cubicBezTo>
                  <a:cubicBezTo>
                    <a:pt x="15921" y="464"/>
                    <a:pt x="15918" y="439"/>
                    <a:pt x="15918" y="410"/>
                  </a:cubicBezTo>
                  <a:cubicBezTo>
                    <a:pt x="15918" y="386"/>
                    <a:pt x="15920" y="361"/>
                    <a:pt x="15924" y="334"/>
                  </a:cubicBezTo>
                  <a:cubicBezTo>
                    <a:pt x="15929" y="307"/>
                    <a:pt x="15934" y="280"/>
                    <a:pt x="15940" y="251"/>
                  </a:cubicBezTo>
                  <a:cubicBezTo>
                    <a:pt x="15956" y="166"/>
                    <a:pt x="15982" y="104"/>
                    <a:pt x="16018" y="65"/>
                  </a:cubicBezTo>
                  <a:cubicBezTo>
                    <a:pt x="16054" y="26"/>
                    <a:pt x="16108" y="6"/>
                    <a:pt x="16178" y="7"/>
                  </a:cubicBezTo>
                  <a:close/>
                  <a:moveTo>
                    <a:pt x="15716" y="7"/>
                  </a:moveTo>
                  <a:cubicBezTo>
                    <a:pt x="15747" y="7"/>
                    <a:pt x="15772" y="9"/>
                    <a:pt x="15791" y="13"/>
                  </a:cubicBezTo>
                  <a:cubicBezTo>
                    <a:pt x="15811" y="17"/>
                    <a:pt x="15825" y="21"/>
                    <a:pt x="15834" y="25"/>
                  </a:cubicBezTo>
                  <a:lnTo>
                    <a:pt x="15804" y="151"/>
                  </a:lnTo>
                  <a:cubicBezTo>
                    <a:pt x="15792" y="147"/>
                    <a:pt x="15780" y="143"/>
                    <a:pt x="15768" y="141"/>
                  </a:cubicBezTo>
                  <a:cubicBezTo>
                    <a:pt x="15757" y="139"/>
                    <a:pt x="15744" y="138"/>
                    <a:pt x="15731" y="138"/>
                  </a:cubicBezTo>
                  <a:cubicBezTo>
                    <a:pt x="15718" y="138"/>
                    <a:pt x="15708" y="140"/>
                    <a:pt x="15701" y="145"/>
                  </a:cubicBezTo>
                  <a:cubicBezTo>
                    <a:pt x="15694" y="150"/>
                    <a:pt x="15691" y="158"/>
                    <a:pt x="15691" y="169"/>
                  </a:cubicBezTo>
                  <a:cubicBezTo>
                    <a:pt x="15691" y="177"/>
                    <a:pt x="15692" y="186"/>
                    <a:pt x="15695" y="194"/>
                  </a:cubicBezTo>
                  <a:cubicBezTo>
                    <a:pt x="15698" y="203"/>
                    <a:pt x="15703" y="215"/>
                    <a:pt x="15709" y="230"/>
                  </a:cubicBezTo>
                  <a:lnTo>
                    <a:pt x="15735" y="291"/>
                  </a:lnTo>
                  <a:cubicBezTo>
                    <a:pt x="15742" y="306"/>
                    <a:pt x="15748" y="323"/>
                    <a:pt x="15754" y="341"/>
                  </a:cubicBezTo>
                  <a:cubicBezTo>
                    <a:pt x="15759" y="359"/>
                    <a:pt x="15763" y="377"/>
                    <a:pt x="15763" y="396"/>
                  </a:cubicBezTo>
                  <a:cubicBezTo>
                    <a:pt x="15762" y="451"/>
                    <a:pt x="15747" y="491"/>
                    <a:pt x="15718" y="516"/>
                  </a:cubicBezTo>
                  <a:cubicBezTo>
                    <a:pt x="15689" y="542"/>
                    <a:pt x="15652" y="554"/>
                    <a:pt x="15605" y="554"/>
                  </a:cubicBezTo>
                  <a:cubicBezTo>
                    <a:pt x="15572" y="553"/>
                    <a:pt x="15545" y="551"/>
                    <a:pt x="15524" y="547"/>
                  </a:cubicBezTo>
                  <a:cubicBezTo>
                    <a:pt x="15503" y="543"/>
                    <a:pt x="15488" y="539"/>
                    <a:pt x="15479" y="535"/>
                  </a:cubicBezTo>
                  <a:lnTo>
                    <a:pt x="15489" y="402"/>
                  </a:lnTo>
                  <a:cubicBezTo>
                    <a:pt x="15499" y="406"/>
                    <a:pt x="15512" y="410"/>
                    <a:pt x="15531" y="414"/>
                  </a:cubicBezTo>
                  <a:cubicBezTo>
                    <a:pt x="15550" y="418"/>
                    <a:pt x="15571" y="420"/>
                    <a:pt x="15595" y="420"/>
                  </a:cubicBezTo>
                  <a:cubicBezTo>
                    <a:pt x="15598" y="420"/>
                    <a:pt x="15601" y="420"/>
                    <a:pt x="15603" y="420"/>
                  </a:cubicBezTo>
                  <a:cubicBezTo>
                    <a:pt x="15606" y="420"/>
                    <a:pt x="15609" y="420"/>
                    <a:pt x="15612" y="420"/>
                  </a:cubicBezTo>
                  <a:cubicBezTo>
                    <a:pt x="15613" y="416"/>
                    <a:pt x="15614" y="412"/>
                    <a:pt x="15615" y="407"/>
                  </a:cubicBezTo>
                  <a:cubicBezTo>
                    <a:pt x="15616" y="403"/>
                    <a:pt x="15617" y="398"/>
                    <a:pt x="15617" y="393"/>
                  </a:cubicBezTo>
                  <a:cubicBezTo>
                    <a:pt x="15616" y="384"/>
                    <a:pt x="15615" y="375"/>
                    <a:pt x="15611" y="366"/>
                  </a:cubicBezTo>
                  <a:cubicBezTo>
                    <a:pt x="15607" y="358"/>
                    <a:pt x="15603" y="348"/>
                    <a:pt x="15597" y="336"/>
                  </a:cubicBezTo>
                  <a:lnTo>
                    <a:pt x="15570" y="276"/>
                  </a:lnTo>
                  <a:cubicBezTo>
                    <a:pt x="15562" y="259"/>
                    <a:pt x="15556" y="241"/>
                    <a:pt x="15551" y="223"/>
                  </a:cubicBezTo>
                  <a:cubicBezTo>
                    <a:pt x="15546" y="205"/>
                    <a:pt x="15544" y="188"/>
                    <a:pt x="15544" y="171"/>
                  </a:cubicBezTo>
                  <a:cubicBezTo>
                    <a:pt x="15545" y="116"/>
                    <a:pt x="15560" y="75"/>
                    <a:pt x="15591" y="48"/>
                  </a:cubicBezTo>
                  <a:cubicBezTo>
                    <a:pt x="15622" y="20"/>
                    <a:pt x="15664" y="7"/>
                    <a:pt x="15716" y="7"/>
                  </a:cubicBezTo>
                  <a:close/>
                  <a:moveTo>
                    <a:pt x="13913" y="7"/>
                  </a:moveTo>
                  <a:cubicBezTo>
                    <a:pt x="13968" y="7"/>
                    <a:pt x="14005" y="21"/>
                    <a:pt x="14027" y="47"/>
                  </a:cubicBezTo>
                  <a:cubicBezTo>
                    <a:pt x="14048" y="73"/>
                    <a:pt x="14058" y="108"/>
                    <a:pt x="14057" y="151"/>
                  </a:cubicBezTo>
                  <a:cubicBezTo>
                    <a:pt x="14057" y="175"/>
                    <a:pt x="14055" y="200"/>
                    <a:pt x="14051" y="227"/>
                  </a:cubicBezTo>
                  <a:cubicBezTo>
                    <a:pt x="14047" y="253"/>
                    <a:pt x="14041" y="281"/>
                    <a:pt x="14035" y="310"/>
                  </a:cubicBezTo>
                  <a:cubicBezTo>
                    <a:pt x="14019" y="395"/>
                    <a:pt x="13994" y="457"/>
                    <a:pt x="13959" y="496"/>
                  </a:cubicBezTo>
                  <a:cubicBezTo>
                    <a:pt x="13923" y="535"/>
                    <a:pt x="13870" y="554"/>
                    <a:pt x="13800" y="554"/>
                  </a:cubicBezTo>
                  <a:cubicBezTo>
                    <a:pt x="13745" y="553"/>
                    <a:pt x="13708" y="540"/>
                    <a:pt x="13686" y="514"/>
                  </a:cubicBezTo>
                  <a:cubicBezTo>
                    <a:pt x="13665" y="487"/>
                    <a:pt x="13655" y="453"/>
                    <a:pt x="13656" y="409"/>
                  </a:cubicBezTo>
                  <a:cubicBezTo>
                    <a:pt x="13656" y="385"/>
                    <a:pt x="13659" y="360"/>
                    <a:pt x="13663" y="334"/>
                  </a:cubicBezTo>
                  <a:cubicBezTo>
                    <a:pt x="13667" y="307"/>
                    <a:pt x="13672" y="280"/>
                    <a:pt x="13679" y="251"/>
                  </a:cubicBezTo>
                  <a:cubicBezTo>
                    <a:pt x="13690" y="194"/>
                    <a:pt x="13704" y="148"/>
                    <a:pt x="13723" y="112"/>
                  </a:cubicBezTo>
                  <a:cubicBezTo>
                    <a:pt x="13741" y="76"/>
                    <a:pt x="13766" y="49"/>
                    <a:pt x="13796" y="32"/>
                  </a:cubicBezTo>
                  <a:cubicBezTo>
                    <a:pt x="13827" y="15"/>
                    <a:pt x="13866" y="7"/>
                    <a:pt x="13913" y="7"/>
                  </a:cubicBezTo>
                  <a:close/>
                  <a:moveTo>
                    <a:pt x="13524" y="7"/>
                  </a:moveTo>
                  <a:cubicBezTo>
                    <a:pt x="13553" y="7"/>
                    <a:pt x="13581" y="9"/>
                    <a:pt x="13607" y="13"/>
                  </a:cubicBezTo>
                  <a:cubicBezTo>
                    <a:pt x="13633" y="17"/>
                    <a:pt x="13652" y="21"/>
                    <a:pt x="13663" y="26"/>
                  </a:cubicBezTo>
                  <a:lnTo>
                    <a:pt x="13631" y="153"/>
                  </a:lnTo>
                  <a:cubicBezTo>
                    <a:pt x="13618" y="149"/>
                    <a:pt x="13602" y="146"/>
                    <a:pt x="13584" y="143"/>
                  </a:cubicBezTo>
                  <a:cubicBezTo>
                    <a:pt x="13566" y="140"/>
                    <a:pt x="13545" y="138"/>
                    <a:pt x="13522" y="138"/>
                  </a:cubicBezTo>
                  <a:cubicBezTo>
                    <a:pt x="13494" y="137"/>
                    <a:pt x="13475" y="144"/>
                    <a:pt x="13463" y="160"/>
                  </a:cubicBezTo>
                  <a:cubicBezTo>
                    <a:pt x="13452" y="176"/>
                    <a:pt x="13441" y="207"/>
                    <a:pt x="13431" y="252"/>
                  </a:cubicBezTo>
                  <a:cubicBezTo>
                    <a:pt x="13427" y="268"/>
                    <a:pt x="13424" y="288"/>
                    <a:pt x="13420" y="309"/>
                  </a:cubicBezTo>
                  <a:cubicBezTo>
                    <a:pt x="13416" y="331"/>
                    <a:pt x="13413" y="353"/>
                    <a:pt x="13411" y="374"/>
                  </a:cubicBezTo>
                  <a:cubicBezTo>
                    <a:pt x="13409" y="395"/>
                    <a:pt x="13407" y="413"/>
                    <a:pt x="13407" y="428"/>
                  </a:cubicBezTo>
                  <a:cubicBezTo>
                    <a:pt x="13410" y="429"/>
                    <a:pt x="13414" y="429"/>
                    <a:pt x="13417" y="429"/>
                  </a:cubicBezTo>
                  <a:cubicBezTo>
                    <a:pt x="13420" y="429"/>
                    <a:pt x="13423" y="429"/>
                    <a:pt x="13427" y="429"/>
                  </a:cubicBezTo>
                  <a:cubicBezTo>
                    <a:pt x="13436" y="429"/>
                    <a:pt x="13445" y="429"/>
                    <a:pt x="13454" y="428"/>
                  </a:cubicBezTo>
                  <a:cubicBezTo>
                    <a:pt x="13463" y="427"/>
                    <a:pt x="13472" y="426"/>
                    <a:pt x="13480" y="424"/>
                  </a:cubicBezTo>
                  <a:lnTo>
                    <a:pt x="13494" y="346"/>
                  </a:lnTo>
                  <a:lnTo>
                    <a:pt x="13453" y="346"/>
                  </a:lnTo>
                  <a:lnTo>
                    <a:pt x="13473" y="235"/>
                  </a:lnTo>
                  <a:lnTo>
                    <a:pt x="13637" y="235"/>
                  </a:lnTo>
                  <a:lnTo>
                    <a:pt x="13583" y="526"/>
                  </a:lnTo>
                  <a:cubicBezTo>
                    <a:pt x="13565" y="534"/>
                    <a:pt x="13539" y="541"/>
                    <a:pt x="13506" y="546"/>
                  </a:cubicBezTo>
                  <a:cubicBezTo>
                    <a:pt x="13473" y="551"/>
                    <a:pt x="13441" y="554"/>
                    <a:pt x="13408" y="554"/>
                  </a:cubicBezTo>
                  <a:cubicBezTo>
                    <a:pt x="13369" y="554"/>
                    <a:pt x="13339" y="548"/>
                    <a:pt x="13318" y="536"/>
                  </a:cubicBezTo>
                  <a:cubicBezTo>
                    <a:pt x="13297" y="524"/>
                    <a:pt x="13283" y="507"/>
                    <a:pt x="13275" y="485"/>
                  </a:cubicBezTo>
                  <a:cubicBezTo>
                    <a:pt x="13267" y="464"/>
                    <a:pt x="13264" y="439"/>
                    <a:pt x="13264" y="410"/>
                  </a:cubicBezTo>
                  <a:cubicBezTo>
                    <a:pt x="13264" y="386"/>
                    <a:pt x="13266" y="361"/>
                    <a:pt x="13270" y="334"/>
                  </a:cubicBezTo>
                  <a:cubicBezTo>
                    <a:pt x="13275" y="307"/>
                    <a:pt x="13280" y="280"/>
                    <a:pt x="13286" y="251"/>
                  </a:cubicBezTo>
                  <a:cubicBezTo>
                    <a:pt x="13302" y="166"/>
                    <a:pt x="13328" y="104"/>
                    <a:pt x="13364" y="65"/>
                  </a:cubicBezTo>
                  <a:cubicBezTo>
                    <a:pt x="13400" y="26"/>
                    <a:pt x="13454" y="6"/>
                    <a:pt x="13524" y="7"/>
                  </a:cubicBezTo>
                  <a:close/>
                  <a:moveTo>
                    <a:pt x="13062" y="7"/>
                  </a:moveTo>
                  <a:cubicBezTo>
                    <a:pt x="13093" y="7"/>
                    <a:pt x="13118" y="9"/>
                    <a:pt x="13137" y="13"/>
                  </a:cubicBezTo>
                  <a:cubicBezTo>
                    <a:pt x="13157" y="17"/>
                    <a:pt x="13171" y="21"/>
                    <a:pt x="13180" y="25"/>
                  </a:cubicBezTo>
                  <a:lnTo>
                    <a:pt x="13150" y="151"/>
                  </a:lnTo>
                  <a:cubicBezTo>
                    <a:pt x="13138" y="147"/>
                    <a:pt x="13126" y="143"/>
                    <a:pt x="13114" y="141"/>
                  </a:cubicBezTo>
                  <a:cubicBezTo>
                    <a:pt x="13103" y="139"/>
                    <a:pt x="13090" y="138"/>
                    <a:pt x="13077" y="138"/>
                  </a:cubicBezTo>
                  <a:cubicBezTo>
                    <a:pt x="13064" y="138"/>
                    <a:pt x="13054" y="140"/>
                    <a:pt x="13047" y="145"/>
                  </a:cubicBezTo>
                  <a:cubicBezTo>
                    <a:pt x="13040" y="150"/>
                    <a:pt x="13037" y="158"/>
                    <a:pt x="13037" y="169"/>
                  </a:cubicBezTo>
                  <a:cubicBezTo>
                    <a:pt x="13037" y="177"/>
                    <a:pt x="13038" y="186"/>
                    <a:pt x="13041" y="194"/>
                  </a:cubicBezTo>
                  <a:cubicBezTo>
                    <a:pt x="13044" y="203"/>
                    <a:pt x="13049" y="215"/>
                    <a:pt x="13055" y="230"/>
                  </a:cubicBezTo>
                  <a:lnTo>
                    <a:pt x="13081" y="291"/>
                  </a:lnTo>
                  <a:cubicBezTo>
                    <a:pt x="13088" y="306"/>
                    <a:pt x="13094" y="323"/>
                    <a:pt x="13100" y="341"/>
                  </a:cubicBezTo>
                  <a:cubicBezTo>
                    <a:pt x="13105" y="359"/>
                    <a:pt x="13109" y="377"/>
                    <a:pt x="13109" y="396"/>
                  </a:cubicBezTo>
                  <a:cubicBezTo>
                    <a:pt x="13108" y="451"/>
                    <a:pt x="13093" y="491"/>
                    <a:pt x="13064" y="516"/>
                  </a:cubicBezTo>
                  <a:cubicBezTo>
                    <a:pt x="13035" y="542"/>
                    <a:pt x="12998" y="554"/>
                    <a:pt x="12951" y="554"/>
                  </a:cubicBezTo>
                  <a:cubicBezTo>
                    <a:pt x="12918" y="553"/>
                    <a:pt x="12891" y="551"/>
                    <a:pt x="12870" y="547"/>
                  </a:cubicBezTo>
                  <a:cubicBezTo>
                    <a:pt x="12849" y="543"/>
                    <a:pt x="12834" y="539"/>
                    <a:pt x="12825" y="535"/>
                  </a:cubicBezTo>
                  <a:lnTo>
                    <a:pt x="12835" y="402"/>
                  </a:lnTo>
                  <a:cubicBezTo>
                    <a:pt x="12845" y="406"/>
                    <a:pt x="12858" y="410"/>
                    <a:pt x="12877" y="414"/>
                  </a:cubicBezTo>
                  <a:cubicBezTo>
                    <a:pt x="12896" y="418"/>
                    <a:pt x="12917" y="420"/>
                    <a:pt x="12941" y="420"/>
                  </a:cubicBezTo>
                  <a:cubicBezTo>
                    <a:pt x="12944" y="420"/>
                    <a:pt x="12947" y="420"/>
                    <a:pt x="12949" y="420"/>
                  </a:cubicBezTo>
                  <a:cubicBezTo>
                    <a:pt x="12952" y="420"/>
                    <a:pt x="12955" y="420"/>
                    <a:pt x="12958" y="420"/>
                  </a:cubicBezTo>
                  <a:cubicBezTo>
                    <a:pt x="12959" y="416"/>
                    <a:pt x="12960" y="412"/>
                    <a:pt x="12961" y="407"/>
                  </a:cubicBezTo>
                  <a:cubicBezTo>
                    <a:pt x="12962" y="403"/>
                    <a:pt x="12963" y="398"/>
                    <a:pt x="12963" y="393"/>
                  </a:cubicBezTo>
                  <a:cubicBezTo>
                    <a:pt x="12962" y="384"/>
                    <a:pt x="12961" y="375"/>
                    <a:pt x="12957" y="366"/>
                  </a:cubicBezTo>
                  <a:cubicBezTo>
                    <a:pt x="12953" y="358"/>
                    <a:pt x="12949" y="348"/>
                    <a:pt x="12943" y="336"/>
                  </a:cubicBezTo>
                  <a:lnTo>
                    <a:pt x="12916" y="276"/>
                  </a:lnTo>
                  <a:cubicBezTo>
                    <a:pt x="12908" y="259"/>
                    <a:pt x="12902" y="241"/>
                    <a:pt x="12897" y="223"/>
                  </a:cubicBezTo>
                  <a:cubicBezTo>
                    <a:pt x="12892" y="205"/>
                    <a:pt x="12890" y="188"/>
                    <a:pt x="12890" y="171"/>
                  </a:cubicBezTo>
                  <a:cubicBezTo>
                    <a:pt x="12891" y="116"/>
                    <a:pt x="12906" y="75"/>
                    <a:pt x="12937" y="48"/>
                  </a:cubicBezTo>
                  <a:cubicBezTo>
                    <a:pt x="12968" y="20"/>
                    <a:pt x="13010" y="7"/>
                    <a:pt x="13062" y="7"/>
                  </a:cubicBezTo>
                  <a:close/>
                  <a:moveTo>
                    <a:pt x="11261" y="7"/>
                  </a:moveTo>
                  <a:cubicBezTo>
                    <a:pt x="11316" y="7"/>
                    <a:pt x="11353" y="21"/>
                    <a:pt x="11375" y="47"/>
                  </a:cubicBezTo>
                  <a:cubicBezTo>
                    <a:pt x="11396" y="73"/>
                    <a:pt x="11406" y="108"/>
                    <a:pt x="11405" y="151"/>
                  </a:cubicBezTo>
                  <a:cubicBezTo>
                    <a:pt x="11405" y="175"/>
                    <a:pt x="11403" y="200"/>
                    <a:pt x="11399" y="227"/>
                  </a:cubicBezTo>
                  <a:cubicBezTo>
                    <a:pt x="11395" y="253"/>
                    <a:pt x="11389" y="281"/>
                    <a:pt x="11383" y="310"/>
                  </a:cubicBezTo>
                  <a:cubicBezTo>
                    <a:pt x="11367" y="395"/>
                    <a:pt x="11342" y="457"/>
                    <a:pt x="11307" y="496"/>
                  </a:cubicBezTo>
                  <a:cubicBezTo>
                    <a:pt x="11271" y="535"/>
                    <a:pt x="11218" y="554"/>
                    <a:pt x="11148" y="554"/>
                  </a:cubicBezTo>
                  <a:cubicBezTo>
                    <a:pt x="11093" y="553"/>
                    <a:pt x="11056" y="540"/>
                    <a:pt x="11034" y="514"/>
                  </a:cubicBezTo>
                  <a:cubicBezTo>
                    <a:pt x="11013" y="487"/>
                    <a:pt x="11003" y="453"/>
                    <a:pt x="11004" y="409"/>
                  </a:cubicBezTo>
                  <a:cubicBezTo>
                    <a:pt x="11004" y="385"/>
                    <a:pt x="11007" y="360"/>
                    <a:pt x="11011" y="334"/>
                  </a:cubicBezTo>
                  <a:cubicBezTo>
                    <a:pt x="11015" y="307"/>
                    <a:pt x="11020" y="280"/>
                    <a:pt x="11027" y="251"/>
                  </a:cubicBezTo>
                  <a:cubicBezTo>
                    <a:pt x="11038" y="194"/>
                    <a:pt x="11052" y="148"/>
                    <a:pt x="11071" y="112"/>
                  </a:cubicBezTo>
                  <a:cubicBezTo>
                    <a:pt x="11089" y="76"/>
                    <a:pt x="11114" y="49"/>
                    <a:pt x="11144" y="32"/>
                  </a:cubicBezTo>
                  <a:cubicBezTo>
                    <a:pt x="11175" y="15"/>
                    <a:pt x="11214" y="7"/>
                    <a:pt x="11261" y="7"/>
                  </a:cubicBezTo>
                  <a:close/>
                  <a:moveTo>
                    <a:pt x="10872" y="7"/>
                  </a:moveTo>
                  <a:cubicBezTo>
                    <a:pt x="10901" y="7"/>
                    <a:pt x="10929" y="9"/>
                    <a:pt x="10955" y="13"/>
                  </a:cubicBezTo>
                  <a:cubicBezTo>
                    <a:pt x="10981" y="17"/>
                    <a:pt x="11000" y="21"/>
                    <a:pt x="11011" y="26"/>
                  </a:cubicBezTo>
                  <a:lnTo>
                    <a:pt x="10979" y="153"/>
                  </a:lnTo>
                  <a:cubicBezTo>
                    <a:pt x="10966" y="149"/>
                    <a:pt x="10950" y="146"/>
                    <a:pt x="10932" y="143"/>
                  </a:cubicBezTo>
                  <a:cubicBezTo>
                    <a:pt x="10914" y="140"/>
                    <a:pt x="10893" y="138"/>
                    <a:pt x="10870" y="138"/>
                  </a:cubicBezTo>
                  <a:cubicBezTo>
                    <a:pt x="10842" y="137"/>
                    <a:pt x="10823" y="144"/>
                    <a:pt x="10811" y="160"/>
                  </a:cubicBezTo>
                  <a:cubicBezTo>
                    <a:pt x="10800" y="176"/>
                    <a:pt x="10789" y="207"/>
                    <a:pt x="10779" y="252"/>
                  </a:cubicBezTo>
                  <a:cubicBezTo>
                    <a:pt x="10775" y="268"/>
                    <a:pt x="10772" y="288"/>
                    <a:pt x="10768" y="309"/>
                  </a:cubicBezTo>
                  <a:cubicBezTo>
                    <a:pt x="10764" y="331"/>
                    <a:pt x="10761" y="353"/>
                    <a:pt x="10759" y="374"/>
                  </a:cubicBezTo>
                  <a:cubicBezTo>
                    <a:pt x="10757" y="395"/>
                    <a:pt x="10755" y="413"/>
                    <a:pt x="10755" y="428"/>
                  </a:cubicBezTo>
                  <a:cubicBezTo>
                    <a:pt x="10758" y="429"/>
                    <a:pt x="10762" y="429"/>
                    <a:pt x="10765" y="429"/>
                  </a:cubicBezTo>
                  <a:cubicBezTo>
                    <a:pt x="10768" y="429"/>
                    <a:pt x="10771" y="429"/>
                    <a:pt x="10775" y="429"/>
                  </a:cubicBezTo>
                  <a:cubicBezTo>
                    <a:pt x="10784" y="429"/>
                    <a:pt x="10793" y="429"/>
                    <a:pt x="10802" y="428"/>
                  </a:cubicBezTo>
                  <a:cubicBezTo>
                    <a:pt x="10811" y="427"/>
                    <a:pt x="10820" y="426"/>
                    <a:pt x="10828" y="424"/>
                  </a:cubicBezTo>
                  <a:lnTo>
                    <a:pt x="10842" y="346"/>
                  </a:lnTo>
                  <a:lnTo>
                    <a:pt x="10801" y="346"/>
                  </a:lnTo>
                  <a:lnTo>
                    <a:pt x="10821" y="235"/>
                  </a:lnTo>
                  <a:lnTo>
                    <a:pt x="10985" y="235"/>
                  </a:lnTo>
                  <a:lnTo>
                    <a:pt x="10931" y="526"/>
                  </a:lnTo>
                  <a:cubicBezTo>
                    <a:pt x="10913" y="534"/>
                    <a:pt x="10887" y="541"/>
                    <a:pt x="10854" y="546"/>
                  </a:cubicBezTo>
                  <a:cubicBezTo>
                    <a:pt x="10821" y="551"/>
                    <a:pt x="10789" y="554"/>
                    <a:pt x="10756" y="554"/>
                  </a:cubicBezTo>
                  <a:cubicBezTo>
                    <a:pt x="10717" y="554"/>
                    <a:pt x="10687" y="548"/>
                    <a:pt x="10666" y="536"/>
                  </a:cubicBezTo>
                  <a:cubicBezTo>
                    <a:pt x="10645" y="524"/>
                    <a:pt x="10631" y="507"/>
                    <a:pt x="10623" y="485"/>
                  </a:cubicBezTo>
                  <a:cubicBezTo>
                    <a:pt x="10615" y="464"/>
                    <a:pt x="10612" y="439"/>
                    <a:pt x="10612" y="410"/>
                  </a:cubicBezTo>
                  <a:cubicBezTo>
                    <a:pt x="10612" y="386"/>
                    <a:pt x="10614" y="361"/>
                    <a:pt x="10618" y="334"/>
                  </a:cubicBezTo>
                  <a:cubicBezTo>
                    <a:pt x="10623" y="307"/>
                    <a:pt x="10628" y="280"/>
                    <a:pt x="10634" y="251"/>
                  </a:cubicBezTo>
                  <a:cubicBezTo>
                    <a:pt x="10650" y="166"/>
                    <a:pt x="10676" y="104"/>
                    <a:pt x="10712" y="65"/>
                  </a:cubicBezTo>
                  <a:cubicBezTo>
                    <a:pt x="10748" y="26"/>
                    <a:pt x="10802" y="6"/>
                    <a:pt x="10872" y="7"/>
                  </a:cubicBezTo>
                  <a:close/>
                  <a:moveTo>
                    <a:pt x="10410" y="7"/>
                  </a:moveTo>
                  <a:cubicBezTo>
                    <a:pt x="10441" y="7"/>
                    <a:pt x="10466" y="9"/>
                    <a:pt x="10485" y="13"/>
                  </a:cubicBezTo>
                  <a:cubicBezTo>
                    <a:pt x="10505" y="17"/>
                    <a:pt x="10519" y="21"/>
                    <a:pt x="10528" y="25"/>
                  </a:cubicBezTo>
                  <a:lnTo>
                    <a:pt x="10498" y="151"/>
                  </a:lnTo>
                  <a:cubicBezTo>
                    <a:pt x="10486" y="147"/>
                    <a:pt x="10474" y="143"/>
                    <a:pt x="10462" y="141"/>
                  </a:cubicBezTo>
                  <a:cubicBezTo>
                    <a:pt x="10451" y="139"/>
                    <a:pt x="10438" y="138"/>
                    <a:pt x="10425" y="138"/>
                  </a:cubicBezTo>
                  <a:cubicBezTo>
                    <a:pt x="10412" y="138"/>
                    <a:pt x="10402" y="140"/>
                    <a:pt x="10395" y="145"/>
                  </a:cubicBezTo>
                  <a:cubicBezTo>
                    <a:pt x="10388" y="150"/>
                    <a:pt x="10385" y="158"/>
                    <a:pt x="10385" y="169"/>
                  </a:cubicBezTo>
                  <a:cubicBezTo>
                    <a:pt x="10385" y="177"/>
                    <a:pt x="10386" y="186"/>
                    <a:pt x="10389" y="194"/>
                  </a:cubicBezTo>
                  <a:cubicBezTo>
                    <a:pt x="10392" y="203"/>
                    <a:pt x="10397" y="215"/>
                    <a:pt x="10403" y="230"/>
                  </a:cubicBezTo>
                  <a:lnTo>
                    <a:pt x="10429" y="291"/>
                  </a:lnTo>
                  <a:cubicBezTo>
                    <a:pt x="10436" y="306"/>
                    <a:pt x="10442" y="323"/>
                    <a:pt x="10448" y="341"/>
                  </a:cubicBezTo>
                  <a:cubicBezTo>
                    <a:pt x="10453" y="359"/>
                    <a:pt x="10457" y="377"/>
                    <a:pt x="10457" y="396"/>
                  </a:cubicBezTo>
                  <a:cubicBezTo>
                    <a:pt x="10456" y="451"/>
                    <a:pt x="10441" y="491"/>
                    <a:pt x="10412" y="516"/>
                  </a:cubicBezTo>
                  <a:cubicBezTo>
                    <a:pt x="10383" y="542"/>
                    <a:pt x="10346" y="554"/>
                    <a:pt x="10299" y="554"/>
                  </a:cubicBezTo>
                  <a:cubicBezTo>
                    <a:pt x="10266" y="553"/>
                    <a:pt x="10239" y="551"/>
                    <a:pt x="10218" y="547"/>
                  </a:cubicBezTo>
                  <a:cubicBezTo>
                    <a:pt x="10197" y="543"/>
                    <a:pt x="10182" y="539"/>
                    <a:pt x="10173" y="535"/>
                  </a:cubicBezTo>
                  <a:lnTo>
                    <a:pt x="10183" y="402"/>
                  </a:lnTo>
                  <a:cubicBezTo>
                    <a:pt x="10193" y="406"/>
                    <a:pt x="10206" y="410"/>
                    <a:pt x="10225" y="414"/>
                  </a:cubicBezTo>
                  <a:cubicBezTo>
                    <a:pt x="10244" y="418"/>
                    <a:pt x="10265" y="420"/>
                    <a:pt x="10289" y="420"/>
                  </a:cubicBezTo>
                  <a:cubicBezTo>
                    <a:pt x="10292" y="420"/>
                    <a:pt x="10295" y="420"/>
                    <a:pt x="10297" y="420"/>
                  </a:cubicBezTo>
                  <a:cubicBezTo>
                    <a:pt x="10300" y="420"/>
                    <a:pt x="10303" y="420"/>
                    <a:pt x="10306" y="420"/>
                  </a:cubicBezTo>
                  <a:cubicBezTo>
                    <a:pt x="10307" y="416"/>
                    <a:pt x="10308" y="412"/>
                    <a:pt x="10309" y="407"/>
                  </a:cubicBezTo>
                  <a:cubicBezTo>
                    <a:pt x="10310" y="403"/>
                    <a:pt x="10311" y="398"/>
                    <a:pt x="10311" y="393"/>
                  </a:cubicBezTo>
                  <a:cubicBezTo>
                    <a:pt x="10310" y="384"/>
                    <a:pt x="10309" y="375"/>
                    <a:pt x="10305" y="366"/>
                  </a:cubicBezTo>
                  <a:cubicBezTo>
                    <a:pt x="10301" y="358"/>
                    <a:pt x="10297" y="348"/>
                    <a:pt x="10291" y="336"/>
                  </a:cubicBezTo>
                  <a:lnTo>
                    <a:pt x="10264" y="276"/>
                  </a:lnTo>
                  <a:cubicBezTo>
                    <a:pt x="10256" y="259"/>
                    <a:pt x="10250" y="241"/>
                    <a:pt x="10245" y="223"/>
                  </a:cubicBezTo>
                  <a:cubicBezTo>
                    <a:pt x="10240" y="205"/>
                    <a:pt x="10238" y="188"/>
                    <a:pt x="10238" y="171"/>
                  </a:cubicBezTo>
                  <a:cubicBezTo>
                    <a:pt x="10239" y="116"/>
                    <a:pt x="10254" y="75"/>
                    <a:pt x="10285" y="48"/>
                  </a:cubicBezTo>
                  <a:cubicBezTo>
                    <a:pt x="10316" y="20"/>
                    <a:pt x="10358" y="7"/>
                    <a:pt x="10410" y="7"/>
                  </a:cubicBezTo>
                  <a:close/>
                  <a:moveTo>
                    <a:pt x="8607" y="7"/>
                  </a:moveTo>
                  <a:cubicBezTo>
                    <a:pt x="8662" y="7"/>
                    <a:pt x="8699" y="21"/>
                    <a:pt x="8721" y="47"/>
                  </a:cubicBezTo>
                  <a:cubicBezTo>
                    <a:pt x="8742" y="73"/>
                    <a:pt x="8752" y="108"/>
                    <a:pt x="8751" y="151"/>
                  </a:cubicBezTo>
                  <a:cubicBezTo>
                    <a:pt x="8751" y="175"/>
                    <a:pt x="8749" y="200"/>
                    <a:pt x="8745" y="227"/>
                  </a:cubicBezTo>
                  <a:cubicBezTo>
                    <a:pt x="8741" y="253"/>
                    <a:pt x="8735" y="281"/>
                    <a:pt x="8729" y="310"/>
                  </a:cubicBezTo>
                  <a:cubicBezTo>
                    <a:pt x="8713" y="395"/>
                    <a:pt x="8688" y="457"/>
                    <a:pt x="8653" y="496"/>
                  </a:cubicBezTo>
                  <a:cubicBezTo>
                    <a:pt x="8617" y="535"/>
                    <a:pt x="8564" y="554"/>
                    <a:pt x="8494" y="554"/>
                  </a:cubicBezTo>
                  <a:cubicBezTo>
                    <a:pt x="8439" y="553"/>
                    <a:pt x="8402" y="540"/>
                    <a:pt x="8380" y="514"/>
                  </a:cubicBezTo>
                  <a:cubicBezTo>
                    <a:pt x="8359" y="487"/>
                    <a:pt x="8349" y="453"/>
                    <a:pt x="8350" y="409"/>
                  </a:cubicBezTo>
                  <a:cubicBezTo>
                    <a:pt x="8350" y="385"/>
                    <a:pt x="8353" y="360"/>
                    <a:pt x="8357" y="334"/>
                  </a:cubicBezTo>
                  <a:cubicBezTo>
                    <a:pt x="8361" y="307"/>
                    <a:pt x="8366" y="280"/>
                    <a:pt x="8373" y="251"/>
                  </a:cubicBezTo>
                  <a:cubicBezTo>
                    <a:pt x="8384" y="194"/>
                    <a:pt x="8398" y="148"/>
                    <a:pt x="8417" y="112"/>
                  </a:cubicBezTo>
                  <a:cubicBezTo>
                    <a:pt x="8435" y="76"/>
                    <a:pt x="8460" y="49"/>
                    <a:pt x="8490" y="32"/>
                  </a:cubicBezTo>
                  <a:cubicBezTo>
                    <a:pt x="8521" y="15"/>
                    <a:pt x="8560" y="7"/>
                    <a:pt x="8607" y="7"/>
                  </a:cubicBezTo>
                  <a:close/>
                  <a:moveTo>
                    <a:pt x="8218" y="7"/>
                  </a:moveTo>
                  <a:cubicBezTo>
                    <a:pt x="8247" y="7"/>
                    <a:pt x="8275" y="9"/>
                    <a:pt x="8301" y="13"/>
                  </a:cubicBezTo>
                  <a:cubicBezTo>
                    <a:pt x="8327" y="17"/>
                    <a:pt x="8346" y="21"/>
                    <a:pt x="8357" y="26"/>
                  </a:cubicBezTo>
                  <a:lnTo>
                    <a:pt x="8325" y="153"/>
                  </a:lnTo>
                  <a:cubicBezTo>
                    <a:pt x="8312" y="149"/>
                    <a:pt x="8296" y="146"/>
                    <a:pt x="8278" y="143"/>
                  </a:cubicBezTo>
                  <a:cubicBezTo>
                    <a:pt x="8260" y="140"/>
                    <a:pt x="8239" y="138"/>
                    <a:pt x="8216" y="138"/>
                  </a:cubicBezTo>
                  <a:cubicBezTo>
                    <a:pt x="8188" y="137"/>
                    <a:pt x="8169" y="144"/>
                    <a:pt x="8157" y="160"/>
                  </a:cubicBezTo>
                  <a:cubicBezTo>
                    <a:pt x="8146" y="176"/>
                    <a:pt x="8135" y="207"/>
                    <a:pt x="8125" y="252"/>
                  </a:cubicBezTo>
                  <a:cubicBezTo>
                    <a:pt x="8121" y="268"/>
                    <a:pt x="8118" y="288"/>
                    <a:pt x="8114" y="309"/>
                  </a:cubicBezTo>
                  <a:cubicBezTo>
                    <a:pt x="8110" y="331"/>
                    <a:pt x="8107" y="353"/>
                    <a:pt x="8105" y="374"/>
                  </a:cubicBezTo>
                  <a:cubicBezTo>
                    <a:pt x="8103" y="395"/>
                    <a:pt x="8101" y="413"/>
                    <a:pt x="8101" y="428"/>
                  </a:cubicBezTo>
                  <a:cubicBezTo>
                    <a:pt x="8104" y="429"/>
                    <a:pt x="8108" y="429"/>
                    <a:pt x="8111" y="429"/>
                  </a:cubicBezTo>
                  <a:cubicBezTo>
                    <a:pt x="8114" y="429"/>
                    <a:pt x="8117" y="429"/>
                    <a:pt x="8121" y="429"/>
                  </a:cubicBezTo>
                  <a:cubicBezTo>
                    <a:pt x="8130" y="429"/>
                    <a:pt x="8139" y="429"/>
                    <a:pt x="8148" y="428"/>
                  </a:cubicBezTo>
                  <a:cubicBezTo>
                    <a:pt x="8157" y="427"/>
                    <a:pt x="8166" y="426"/>
                    <a:pt x="8174" y="424"/>
                  </a:cubicBezTo>
                  <a:lnTo>
                    <a:pt x="8188" y="346"/>
                  </a:lnTo>
                  <a:lnTo>
                    <a:pt x="8147" y="346"/>
                  </a:lnTo>
                  <a:lnTo>
                    <a:pt x="8167" y="235"/>
                  </a:lnTo>
                  <a:lnTo>
                    <a:pt x="8331" y="235"/>
                  </a:lnTo>
                  <a:lnTo>
                    <a:pt x="8277" y="526"/>
                  </a:lnTo>
                  <a:cubicBezTo>
                    <a:pt x="8259" y="534"/>
                    <a:pt x="8233" y="541"/>
                    <a:pt x="8200" y="546"/>
                  </a:cubicBezTo>
                  <a:cubicBezTo>
                    <a:pt x="8167" y="551"/>
                    <a:pt x="8135" y="554"/>
                    <a:pt x="8102" y="554"/>
                  </a:cubicBezTo>
                  <a:cubicBezTo>
                    <a:pt x="8063" y="554"/>
                    <a:pt x="8033" y="548"/>
                    <a:pt x="8012" y="536"/>
                  </a:cubicBezTo>
                  <a:cubicBezTo>
                    <a:pt x="7991" y="524"/>
                    <a:pt x="7977" y="507"/>
                    <a:pt x="7969" y="485"/>
                  </a:cubicBezTo>
                  <a:cubicBezTo>
                    <a:pt x="7961" y="464"/>
                    <a:pt x="7958" y="439"/>
                    <a:pt x="7958" y="410"/>
                  </a:cubicBezTo>
                  <a:cubicBezTo>
                    <a:pt x="7958" y="386"/>
                    <a:pt x="7960" y="361"/>
                    <a:pt x="7964" y="334"/>
                  </a:cubicBezTo>
                  <a:cubicBezTo>
                    <a:pt x="7969" y="307"/>
                    <a:pt x="7974" y="280"/>
                    <a:pt x="7980" y="251"/>
                  </a:cubicBezTo>
                  <a:cubicBezTo>
                    <a:pt x="7996" y="166"/>
                    <a:pt x="8022" y="104"/>
                    <a:pt x="8058" y="65"/>
                  </a:cubicBezTo>
                  <a:cubicBezTo>
                    <a:pt x="8094" y="26"/>
                    <a:pt x="8148" y="6"/>
                    <a:pt x="8218" y="7"/>
                  </a:cubicBezTo>
                  <a:close/>
                  <a:moveTo>
                    <a:pt x="7756" y="7"/>
                  </a:moveTo>
                  <a:cubicBezTo>
                    <a:pt x="7787" y="7"/>
                    <a:pt x="7812" y="9"/>
                    <a:pt x="7831" y="13"/>
                  </a:cubicBezTo>
                  <a:cubicBezTo>
                    <a:pt x="7851" y="17"/>
                    <a:pt x="7865" y="21"/>
                    <a:pt x="7874" y="25"/>
                  </a:cubicBezTo>
                  <a:lnTo>
                    <a:pt x="7844" y="151"/>
                  </a:lnTo>
                  <a:cubicBezTo>
                    <a:pt x="7832" y="147"/>
                    <a:pt x="7820" y="143"/>
                    <a:pt x="7808" y="141"/>
                  </a:cubicBezTo>
                  <a:cubicBezTo>
                    <a:pt x="7797" y="139"/>
                    <a:pt x="7784" y="138"/>
                    <a:pt x="7771" y="138"/>
                  </a:cubicBezTo>
                  <a:cubicBezTo>
                    <a:pt x="7758" y="138"/>
                    <a:pt x="7748" y="140"/>
                    <a:pt x="7741" y="145"/>
                  </a:cubicBezTo>
                  <a:cubicBezTo>
                    <a:pt x="7734" y="150"/>
                    <a:pt x="7731" y="158"/>
                    <a:pt x="7731" y="169"/>
                  </a:cubicBezTo>
                  <a:cubicBezTo>
                    <a:pt x="7731" y="177"/>
                    <a:pt x="7732" y="186"/>
                    <a:pt x="7735" y="194"/>
                  </a:cubicBezTo>
                  <a:cubicBezTo>
                    <a:pt x="7738" y="203"/>
                    <a:pt x="7743" y="215"/>
                    <a:pt x="7749" y="230"/>
                  </a:cubicBezTo>
                  <a:lnTo>
                    <a:pt x="7775" y="291"/>
                  </a:lnTo>
                  <a:cubicBezTo>
                    <a:pt x="7782" y="306"/>
                    <a:pt x="7788" y="323"/>
                    <a:pt x="7794" y="341"/>
                  </a:cubicBezTo>
                  <a:cubicBezTo>
                    <a:pt x="7799" y="359"/>
                    <a:pt x="7803" y="377"/>
                    <a:pt x="7803" y="396"/>
                  </a:cubicBezTo>
                  <a:cubicBezTo>
                    <a:pt x="7802" y="451"/>
                    <a:pt x="7787" y="491"/>
                    <a:pt x="7758" y="516"/>
                  </a:cubicBezTo>
                  <a:cubicBezTo>
                    <a:pt x="7729" y="542"/>
                    <a:pt x="7692" y="554"/>
                    <a:pt x="7645" y="554"/>
                  </a:cubicBezTo>
                  <a:cubicBezTo>
                    <a:pt x="7612" y="553"/>
                    <a:pt x="7585" y="551"/>
                    <a:pt x="7564" y="547"/>
                  </a:cubicBezTo>
                  <a:cubicBezTo>
                    <a:pt x="7543" y="543"/>
                    <a:pt x="7528" y="539"/>
                    <a:pt x="7519" y="535"/>
                  </a:cubicBezTo>
                  <a:lnTo>
                    <a:pt x="7529" y="402"/>
                  </a:lnTo>
                  <a:cubicBezTo>
                    <a:pt x="7539" y="406"/>
                    <a:pt x="7552" y="410"/>
                    <a:pt x="7571" y="414"/>
                  </a:cubicBezTo>
                  <a:cubicBezTo>
                    <a:pt x="7590" y="418"/>
                    <a:pt x="7611" y="420"/>
                    <a:pt x="7635" y="420"/>
                  </a:cubicBezTo>
                  <a:cubicBezTo>
                    <a:pt x="7638" y="420"/>
                    <a:pt x="7641" y="420"/>
                    <a:pt x="7643" y="420"/>
                  </a:cubicBezTo>
                  <a:cubicBezTo>
                    <a:pt x="7646" y="420"/>
                    <a:pt x="7649" y="420"/>
                    <a:pt x="7652" y="420"/>
                  </a:cubicBezTo>
                  <a:cubicBezTo>
                    <a:pt x="7653" y="416"/>
                    <a:pt x="7654" y="412"/>
                    <a:pt x="7655" y="407"/>
                  </a:cubicBezTo>
                  <a:cubicBezTo>
                    <a:pt x="7656" y="403"/>
                    <a:pt x="7657" y="398"/>
                    <a:pt x="7657" y="393"/>
                  </a:cubicBezTo>
                  <a:cubicBezTo>
                    <a:pt x="7656" y="384"/>
                    <a:pt x="7655" y="375"/>
                    <a:pt x="7651" y="366"/>
                  </a:cubicBezTo>
                  <a:cubicBezTo>
                    <a:pt x="7647" y="358"/>
                    <a:pt x="7643" y="348"/>
                    <a:pt x="7637" y="336"/>
                  </a:cubicBezTo>
                  <a:lnTo>
                    <a:pt x="7610" y="276"/>
                  </a:lnTo>
                  <a:cubicBezTo>
                    <a:pt x="7602" y="259"/>
                    <a:pt x="7596" y="241"/>
                    <a:pt x="7591" y="223"/>
                  </a:cubicBezTo>
                  <a:cubicBezTo>
                    <a:pt x="7586" y="205"/>
                    <a:pt x="7584" y="188"/>
                    <a:pt x="7584" y="171"/>
                  </a:cubicBezTo>
                  <a:cubicBezTo>
                    <a:pt x="7585" y="116"/>
                    <a:pt x="7600" y="75"/>
                    <a:pt x="7631" y="48"/>
                  </a:cubicBezTo>
                  <a:cubicBezTo>
                    <a:pt x="7662" y="20"/>
                    <a:pt x="7704" y="7"/>
                    <a:pt x="7756" y="7"/>
                  </a:cubicBezTo>
                  <a:close/>
                  <a:moveTo>
                    <a:pt x="5955" y="7"/>
                  </a:moveTo>
                  <a:cubicBezTo>
                    <a:pt x="6010" y="7"/>
                    <a:pt x="6047" y="21"/>
                    <a:pt x="6069" y="47"/>
                  </a:cubicBezTo>
                  <a:cubicBezTo>
                    <a:pt x="6090" y="73"/>
                    <a:pt x="6100" y="108"/>
                    <a:pt x="6099" y="151"/>
                  </a:cubicBezTo>
                  <a:cubicBezTo>
                    <a:pt x="6099" y="175"/>
                    <a:pt x="6097" y="200"/>
                    <a:pt x="6093" y="227"/>
                  </a:cubicBezTo>
                  <a:cubicBezTo>
                    <a:pt x="6089" y="253"/>
                    <a:pt x="6083" y="281"/>
                    <a:pt x="6077" y="310"/>
                  </a:cubicBezTo>
                  <a:cubicBezTo>
                    <a:pt x="6061" y="395"/>
                    <a:pt x="6036" y="457"/>
                    <a:pt x="6001" y="496"/>
                  </a:cubicBezTo>
                  <a:cubicBezTo>
                    <a:pt x="5965" y="535"/>
                    <a:pt x="5912" y="554"/>
                    <a:pt x="5842" y="554"/>
                  </a:cubicBezTo>
                  <a:cubicBezTo>
                    <a:pt x="5787" y="553"/>
                    <a:pt x="5750" y="540"/>
                    <a:pt x="5728" y="514"/>
                  </a:cubicBezTo>
                  <a:cubicBezTo>
                    <a:pt x="5707" y="487"/>
                    <a:pt x="5697" y="453"/>
                    <a:pt x="5698" y="409"/>
                  </a:cubicBezTo>
                  <a:cubicBezTo>
                    <a:pt x="5698" y="385"/>
                    <a:pt x="5701" y="360"/>
                    <a:pt x="5705" y="334"/>
                  </a:cubicBezTo>
                  <a:cubicBezTo>
                    <a:pt x="5709" y="307"/>
                    <a:pt x="5714" y="280"/>
                    <a:pt x="5721" y="251"/>
                  </a:cubicBezTo>
                  <a:cubicBezTo>
                    <a:pt x="5732" y="194"/>
                    <a:pt x="5746" y="148"/>
                    <a:pt x="5765" y="112"/>
                  </a:cubicBezTo>
                  <a:cubicBezTo>
                    <a:pt x="5783" y="76"/>
                    <a:pt x="5808" y="49"/>
                    <a:pt x="5838" y="32"/>
                  </a:cubicBezTo>
                  <a:cubicBezTo>
                    <a:pt x="5869" y="15"/>
                    <a:pt x="5908" y="7"/>
                    <a:pt x="5955" y="7"/>
                  </a:cubicBezTo>
                  <a:close/>
                  <a:moveTo>
                    <a:pt x="5566" y="7"/>
                  </a:moveTo>
                  <a:cubicBezTo>
                    <a:pt x="5595" y="7"/>
                    <a:pt x="5623" y="9"/>
                    <a:pt x="5649" y="13"/>
                  </a:cubicBezTo>
                  <a:cubicBezTo>
                    <a:pt x="5675" y="17"/>
                    <a:pt x="5694" y="21"/>
                    <a:pt x="5705" y="26"/>
                  </a:cubicBezTo>
                  <a:lnTo>
                    <a:pt x="5673" y="153"/>
                  </a:lnTo>
                  <a:cubicBezTo>
                    <a:pt x="5660" y="149"/>
                    <a:pt x="5644" y="146"/>
                    <a:pt x="5626" y="143"/>
                  </a:cubicBezTo>
                  <a:cubicBezTo>
                    <a:pt x="5608" y="140"/>
                    <a:pt x="5587" y="138"/>
                    <a:pt x="5564" y="138"/>
                  </a:cubicBezTo>
                  <a:cubicBezTo>
                    <a:pt x="5536" y="137"/>
                    <a:pt x="5517" y="144"/>
                    <a:pt x="5505" y="160"/>
                  </a:cubicBezTo>
                  <a:cubicBezTo>
                    <a:pt x="5494" y="176"/>
                    <a:pt x="5483" y="207"/>
                    <a:pt x="5473" y="252"/>
                  </a:cubicBezTo>
                  <a:cubicBezTo>
                    <a:pt x="5469" y="268"/>
                    <a:pt x="5466" y="288"/>
                    <a:pt x="5462" y="309"/>
                  </a:cubicBezTo>
                  <a:cubicBezTo>
                    <a:pt x="5458" y="331"/>
                    <a:pt x="5455" y="353"/>
                    <a:pt x="5453" y="374"/>
                  </a:cubicBezTo>
                  <a:cubicBezTo>
                    <a:pt x="5451" y="395"/>
                    <a:pt x="5449" y="413"/>
                    <a:pt x="5449" y="428"/>
                  </a:cubicBezTo>
                  <a:cubicBezTo>
                    <a:pt x="5452" y="429"/>
                    <a:pt x="5456" y="429"/>
                    <a:pt x="5459" y="429"/>
                  </a:cubicBezTo>
                  <a:cubicBezTo>
                    <a:pt x="5462" y="429"/>
                    <a:pt x="5465" y="429"/>
                    <a:pt x="5469" y="429"/>
                  </a:cubicBezTo>
                  <a:cubicBezTo>
                    <a:pt x="5478" y="429"/>
                    <a:pt x="5487" y="429"/>
                    <a:pt x="5496" y="428"/>
                  </a:cubicBezTo>
                  <a:cubicBezTo>
                    <a:pt x="5505" y="427"/>
                    <a:pt x="5514" y="426"/>
                    <a:pt x="5522" y="424"/>
                  </a:cubicBezTo>
                  <a:lnTo>
                    <a:pt x="5536" y="346"/>
                  </a:lnTo>
                  <a:lnTo>
                    <a:pt x="5495" y="346"/>
                  </a:lnTo>
                  <a:lnTo>
                    <a:pt x="5515" y="235"/>
                  </a:lnTo>
                  <a:lnTo>
                    <a:pt x="5679" y="235"/>
                  </a:lnTo>
                  <a:lnTo>
                    <a:pt x="5625" y="526"/>
                  </a:lnTo>
                  <a:cubicBezTo>
                    <a:pt x="5607" y="534"/>
                    <a:pt x="5581" y="541"/>
                    <a:pt x="5548" y="546"/>
                  </a:cubicBezTo>
                  <a:cubicBezTo>
                    <a:pt x="5515" y="551"/>
                    <a:pt x="5483" y="554"/>
                    <a:pt x="5450" y="554"/>
                  </a:cubicBezTo>
                  <a:cubicBezTo>
                    <a:pt x="5411" y="554"/>
                    <a:pt x="5381" y="548"/>
                    <a:pt x="5360" y="536"/>
                  </a:cubicBezTo>
                  <a:cubicBezTo>
                    <a:pt x="5339" y="524"/>
                    <a:pt x="5325" y="507"/>
                    <a:pt x="5317" y="485"/>
                  </a:cubicBezTo>
                  <a:cubicBezTo>
                    <a:pt x="5309" y="464"/>
                    <a:pt x="5306" y="439"/>
                    <a:pt x="5306" y="410"/>
                  </a:cubicBezTo>
                  <a:cubicBezTo>
                    <a:pt x="5306" y="386"/>
                    <a:pt x="5308" y="361"/>
                    <a:pt x="5312" y="334"/>
                  </a:cubicBezTo>
                  <a:cubicBezTo>
                    <a:pt x="5317" y="307"/>
                    <a:pt x="5322" y="280"/>
                    <a:pt x="5328" y="251"/>
                  </a:cubicBezTo>
                  <a:cubicBezTo>
                    <a:pt x="5344" y="166"/>
                    <a:pt x="5370" y="104"/>
                    <a:pt x="5406" y="65"/>
                  </a:cubicBezTo>
                  <a:cubicBezTo>
                    <a:pt x="5442" y="26"/>
                    <a:pt x="5496" y="6"/>
                    <a:pt x="5566" y="7"/>
                  </a:cubicBezTo>
                  <a:close/>
                  <a:moveTo>
                    <a:pt x="5104" y="7"/>
                  </a:moveTo>
                  <a:cubicBezTo>
                    <a:pt x="5135" y="7"/>
                    <a:pt x="5160" y="9"/>
                    <a:pt x="5179" y="13"/>
                  </a:cubicBezTo>
                  <a:cubicBezTo>
                    <a:pt x="5199" y="17"/>
                    <a:pt x="5213" y="21"/>
                    <a:pt x="5222" y="25"/>
                  </a:cubicBezTo>
                  <a:lnTo>
                    <a:pt x="5192" y="151"/>
                  </a:lnTo>
                  <a:cubicBezTo>
                    <a:pt x="5180" y="147"/>
                    <a:pt x="5168" y="143"/>
                    <a:pt x="5156" y="141"/>
                  </a:cubicBezTo>
                  <a:cubicBezTo>
                    <a:pt x="5145" y="139"/>
                    <a:pt x="5132" y="138"/>
                    <a:pt x="5119" y="138"/>
                  </a:cubicBezTo>
                  <a:cubicBezTo>
                    <a:pt x="5106" y="138"/>
                    <a:pt x="5096" y="140"/>
                    <a:pt x="5089" y="145"/>
                  </a:cubicBezTo>
                  <a:cubicBezTo>
                    <a:pt x="5082" y="150"/>
                    <a:pt x="5079" y="158"/>
                    <a:pt x="5079" y="169"/>
                  </a:cubicBezTo>
                  <a:cubicBezTo>
                    <a:pt x="5079" y="177"/>
                    <a:pt x="5080" y="186"/>
                    <a:pt x="5083" y="194"/>
                  </a:cubicBezTo>
                  <a:cubicBezTo>
                    <a:pt x="5086" y="203"/>
                    <a:pt x="5091" y="215"/>
                    <a:pt x="5097" y="230"/>
                  </a:cubicBezTo>
                  <a:lnTo>
                    <a:pt x="5123" y="291"/>
                  </a:lnTo>
                  <a:cubicBezTo>
                    <a:pt x="5130" y="306"/>
                    <a:pt x="5136" y="323"/>
                    <a:pt x="5142" y="341"/>
                  </a:cubicBezTo>
                  <a:cubicBezTo>
                    <a:pt x="5147" y="359"/>
                    <a:pt x="5151" y="377"/>
                    <a:pt x="5151" y="396"/>
                  </a:cubicBezTo>
                  <a:cubicBezTo>
                    <a:pt x="5150" y="451"/>
                    <a:pt x="5135" y="491"/>
                    <a:pt x="5106" y="516"/>
                  </a:cubicBezTo>
                  <a:cubicBezTo>
                    <a:pt x="5077" y="542"/>
                    <a:pt x="5040" y="554"/>
                    <a:pt x="4993" y="554"/>
                  </a:cubicBezTo>
                  <a:cubicBezTo>
                    <a:pt x="4960" y="553"/>
                    <a:pt x="4933" y="551"/>
                    <a:pt x="4912" y="547"/>
                  </a:cubicBezTo>
                  <a:cubicBezTo>
                    <a:pt x="4891" y="543"/>
                    <a:pt x="4876" y="539"/>
                    <a:pt x="4867" y="535"/>
                  </a:cubicBezTo>
                  <a:lnTo>
                    <a:pt x="4877" y="402"/>
                  </a:lnTo>
                  <a:cubicBezTo>
                    <a:pt x="4887" y="406"/>
                    <a:pt x="4900" y="410"/>
                    <a:pt x="4919" y="414"/>
                  </a:cubicBezTo>
                  <a:cubicBezTo>
                    <a:pt x="4938" y="418"/>
                    <a:pt x="4959" y="420"/>
                    <a:pt x="4983" y="420"/>
                  </a:cubicBezTo>
                  <a:cubicBezTo>
                    <a:pt x="4986" y="420"/>
                    <a:pt x="4989" y="420"/>
                    <a:pt x="4991" y="420"/>
                  </a:cubicBezTo>
                  <a:cubicBezTo>
                    <a:pt x="4994" y="420"/>
                    <a:pt x="4997" y="420"/>
                    <a:pt x="5000" y="420"/>
                  </a:cubicBezTo>
                  <a:cubicBezTo>
                    <a:pt x="5001" y="416"/>
                    <a:pt x="5002" y="412"/>
                    <a:pt x="5003" y="407"/>
                  </a:cubicBezTo>
                  <a:cubicBezTo>
                    <a:pt x="5004" y="403"/>
                    <a:pt x="5005" y="398"/>
                    <a:pt x="5005" y="393"/>
                  </a:cubicBezTo>
                  <a:cubicBezTo>
                    <a:pt x="5004" y="384"/>
                    <a:pt x="5003" y="375"/>
                    <a:pt x="4999" y="366"/>
                  </a:cubicBezTo>
                  <a:cubicBezTo>
                    <a:pt x="4995" y="358"/>
                    <a:pt x="4991" y="348"/>
                    <a:pt x="4985" y="336"/>
                  </a:cubicBezTo>
                  <a:lnTo>
                    <a:pt x="4958" y="276"/>
                  </a:lnTo>
                  <a:cubicBezTo>
                    <a:pt x="4950" y="259"/>
                    <a:pt x="4944" y="241"/>
                    <a:pt x="4939" y="223"/>
                  </a:cubicBezTo>
                  <a:cubicBezTo>
                    <a:pt x="4934" y="205"/>
                    <a:pt x="4932" y="188"/>
                    <a:pt x="4932" y="171"/>
                  </a:cubicBezTo>
                  <a:cubicBezTo>
                    <a:pt x="4933" y="116"/>
                    <a:pt x="4948" y="75"/>
                    <a:pt x="4979" y="48"/>
                  </a:cubicBezTo>
                  <a:cubicBezTo>
                    <a:pt x="5010" y="20"/>
                    <a:pt x="5052" y="7"/>
                    <a:pt x="5104" y="7"/>
                  </a:cubicBezTo>
                  <a:close/>
                  <a:moveTo>
                    <a:pt x="3301" y="7"/>
                  </a:moveTo>
                  <a:cubicBezTo>
                    <a:pt x="3356" y="7"/>
                    <a:pt x="3393" y="21"/>
                    <a:pt x="3415" y="47"/>
                  </a:cubicBezTo>
                  <a:cubicBezTo>
                    <a:pt x="3436" y="73"/>
                    <a:pt x="3446" y="108"/>
                    <a:pt x="3445" y="151"/>
                  </a:cubicBezTo>
                  <a:cubicBezTo>
                    <a:pt x="3445" y="175"/>
                    <a:pt x="3443" y="200"/>
                    <a:pt x="3439" y="227"/>
                  </a:cubicBezTo>
                  <a:cubicBezTo>
                    <a:pt x="3435" y="253"/>
                    <a:pt x="3429" y="281"/>
                    <a:pt x="3423" y="310"/>
                  </a:cubicBezTo>
                  <a:cubicBezTo>
                    <a:pt x="3407" y="395"/>
                    <a:pt x="3382" y="457"/>
                    <a:pt x="3347" y="496"/>
                  </a:cubicBezTo>
                  <a:cubicBezTo>
                    <a:pt x="3311" y="535"/>
                    <a:pt x="3258" y="554"/>
                    <a:pt x="3188" y="554"/>
                  </a:cubicBezTo>
                  <a:cubicBezTo>
                    <a:pt x="3133" y="553"/>
                    <a:pt x="3096" y="540"/>
                    <a:pt x="3074" y="514"/>
                  </a:cubicBezTo>
                  <a:cubicBezTo>
                    <a:pt x="3053" y="487"/>
                    <a:pt x="3043" y="453"/>
                    <a:pt x="3044" y="409"/>
                  </a:cubicBezTo>
                  <a:cubicBezTo>
                    <a:pt x="3044" y="385"/>
                    <a:pt x="3047" y="360"/>
                    <a:pt x="3051" y="334"/>
                  </a:cubicBezTo>
                  <a:cubicBezTo>
                    <a:pt x="3055" y="307"/>
                    <a:pt x="3060" y="280"/>
                    <a:pt x="3067" y="251"/>
                  </a:cubicBezTo>
                  <a:cubicBezTo>
                    <a:pt x="3078" y="194"/>
                    <a:pt x="3092" y="148"/>
                    <a:pt x="3111" y="112"/>
                  </a:cubicBezTo>
                  <a:cubicBezTo>
                    <a:pt x="3129" y="76"/>
                    <a:pt x="3154" y="49"/>
                    <a:pt x="3184" y="32"/>
                  </a:cubicBezTo>
                  <a:cubicBezTo>
                    <a:pt x="3215" y="15"/>
                    <a:pt x="3254" y="7"/>
                    <a:pt x="3301" y="7"/>
                  </a:cubicBezTo>
                  <a:close/>
                  <a:moveTo>
                    <a:pt x="2912" y="7"/>
                  </a:moveTo>
                  <a:cubicBezTo>
                    <a:pt x="2941" y="7"/>
                    <a:pt x="2969" y="9"/>
                    <a:pt x="2995" y="13"/>
                  </a:cubicBezTo>
                  <a:cubicBezTo>
                    <a:pt x="3021" y="17"/>
                    <a:pt x="3040" y="21"/>
                    <a:pt x="3051" y="26"/>
                  </a:cubicBezTo>
                  <a:lnTo>
                    <a:pt x="3019" y="153"/>
                  </a:lnTo>
                  <a:cubicBezTo>
                    <a:pt x="3006" y="149"/>
                    <a:pt x="2990" y="146"/>
                    <a:pt x="2972" y="143"/>
                  </a:cubicBezTo>
                  <a:cubicBezTo>
                    <a:pt x="2954" y="140"/>
                    <a:pt x="2933" y="138"/>
                    <a:pt x="2910" y="138"/>
                  </a:cubicBezTo>
                  <a:cubicBezTo>
                    <a:pt x="2882" y="137"/>
                    <a:pt x="2863" y="144"/>
                    <a:pt x="2851" y="160"/>
                  </a:cubicBezTo>
                  <a:cubicBezTo>
                    <a:pt x="2840" y="176"/>
                    <a:pt x="2829" y="207"/>
                    <a:pt x="2819" y="252"/>
                  </a:cubicBezTo>
                  <a:cubicBezTo>
                    <a:pt x="2815" y="268"/>
                    <a:pt x="2812" y="288"/>
                    <a:pt x="2808" y="309"/>
                  </a:cubicBezTo>
                  <a:cubicBezTo>
                    <a:pt x="2804" y="331"/>
                    <a:pt x="2801" y="353"/>
                    <a:pt x="2799" y="374"/>
                  </a:cubicBezTo>
                  <a:cubicBezTo>
                    <a:pt x="2797" y="395"/>
                    <a:pt x="2795" y="413"/>
                    <a:pt x="2795" y="428"/>
                  </a:cubicBezTo>
                  <a:cubicBezTo>
                    <a:pt x="2798" y="429"/>
                    <a:pt x="2802" y="429"/>
                    <a:pt x="2805" y="429"/>
                  </a:cubicBezTo>
                  <a:cubicBezTo>
                    <a:pt x="2808" y="429"/>
                    <a:pt x="2811" y="429"/>
                    <a:pt x="2815" y="429"/>
                  </a:cubicBezTo>
                  <a:cubicBezTo>
                    <a:pt x="2824" y="429"/>
                    <a:pt x="2833" y="429"/>
                    <a:pt x="2842" y="428"/>
                  </a:cubicBezTo>
                  <a:cubicBezTo>
                    <a:pt x="2851" y="427"/>
                    <a:pt x="2860" y="426"/>
                    <a:pt x="2868" y="424"/>
                  </a:cubicBezTo>
                  <a:lnTo>
                    <a:pt x="2882" y="346"/>
                  </a:lnTo>
                  <a:lnTo>
                    <a:pt x="2841" y="346"/>
                  </a:lnTo>
                  <a:lnTo>
                    <a:pt x="2861" y="235"/>
                  </a:lnTo>
                  <a:lnTo>
                    <a:pt x="3025" y="235"/>
                  </a:lnTo>
                  <a:lnTo>
                    <a:pt x="2971" y="526"/>
                  </a:lnTo>
                  <a:cubicBezTo>
                    <a:pt x="2953" y="534"/>
                    <a:pt x="2927" y="541"/>
                    <a:pt x="2894" y="546"/>
                  </a:cubicBezTo>
                  <a:cubicBezTo>
                    <a:pt x="2861" y="551"/>
                    <a:pt x="2829" y="554"/>
                    <a:pt x="2796" y="554"/>
                  </a:cubicBezTo>
                  <a:cubicBezTo>
                    <a:pt x="2757" y="554"/>
                    <a:pt x="2727" y="548"/>
                    <a:pt x="2706" y="536"/>
                  </a:cubicBezTo>
                  <a:cubicBezTo>
                    <a:pt x="2685" y="524"/>
                    <a:pt x="2671" y="507"/>
                    <a:pt x="2663" y="485"/>
                  </a:cubicBezTo>
                  <a:cubicBezTo>
                    <a:pt x="2655" y="464"/>
                    <a:pt x="2652" y="439"/>
                    <a:pt x="2652" y="410"/>
                  </a:cubicBezTo>
                  <a:cubicBezTo>
                    <a:pt x="2652" y="386"/>
                    <a:pt x="2654" y="361"/>
                    <a:pt x="2658" y="334"/>
                  </a:cubicBezTo>
                  <a:cubicBezTo>
                    <a:pt x="2663" y="307"/>
                    <a:pt x="2668" y="280"/>
                    <a:pt x="2674" y="251"/>
                  </a:cubicBezTo>
                  <a:cubicBezTo>
                    <a:pt x="2690" y="166"/>
                    <a:pt x="2716" y="104"/>
                    <a:pt x="2752" y="65"/>
                  </a:cubicBezTo>
                  <a:cubicBezTo>
                    <a:pt x="2788" y="26"/>
                    <a:pt x="2842" y="6"/>
                    <a:pt x="2912" y="7"/>
                  </a:cubicBezTo>
                  <a:close/>
                  <a:moveTo>
                    <a:pt x="2452" y="7"/>
                  </a:moveTo>
                  <a:cubicBezTo>
                    <a:pt x="2483" y="7"/>
                    <a:pt x="2508" y="9"/>
                    <a:pt x="2527" y="13"/>
                  </a:cubicBezTo>
                  <a:cubicBezTo>
                    <a:pt x="2547" y="17"/>
                    <a:pt x="2561" y="21"/>
                    <a:pt x="2570" y="25"/>
                  </a:cubicBezTo>
                  <a:lnTo>
                    <a:pt x="2540" y="151"/>
                  </a:lnTo>
                  <a:cubicBezTo>
                    <a:pt x="2528" y="147"/>
                    <a:pt x="2516" y="143"/>
                    <a:pt x="2504" y="141"/>
                  </a:cubicBezTo>
                  <a:cubicBezTo>
                    <a:pt x="2493" y="139"/>
                    <a:pt x="2480" y="138"/>
                    <a:pt x="2467" y="138"/>
                  </a:cubicBezTo>
                  <a:cubicBezTo>
                    <a:pt x="2454" y="138"/>
                    <a:pt x="2444" y="140"/>
                    <a:pt x="2437" y="145"/>
                  </a:cubicBezTo>
                  <a:cubicBezTo>
                    <a:pt x="2430" y="150"/>
                    <a:pt x="2427" y="158"/>
                    <a:pt x="2427" y="169"/>
                  </a:cubicBezTo>
                  <a:cubicBezTo>
                    <a:pt x="2427" y="177"/>
                    <a:pt x="2428" y="186"/>
                    <a:pt x="2431" y="194"/>
                  </a:cubicBezTo>
                  <a:cubicBezTo>
                    <a:pt x="2434" y="203"/>
                    <a:pt x="2439" y="215"/>
                    <a:pt x="2445" y="230"/>
                  </a:cubicBezTo>
                  <a:lnTo>
                    <a:pt x="2471" y="291"/>
                  </a:lnTo>
                  <a:cubicBezTo>
                    <a:pt x="2478" y="306"/>
                    <a:pt x="2484" y="323"/>
                    <a:pt x="2490" y="341"/>
                  </a:cubicBezTo>
                  <a:cubicBezTo>
                    <a:pt x="2495" y="359"/>
                    <a:pt x="2499" y="377"/>
                    <a:pt x="2499" y="396"/>
                  </a:cubicBezTo>
                  <a:cubicBezTo>
                    <a:pt x="2498" y="451"/>
                    <a:pt x="2483" y="491"/>
                    <a:pt x="2454" y="516"/>
                  </a:cubicBezTo>
                  <a:cubicBezTo>
                    <a:pt x="2425" y="542"/>
                    <a:pt x="2388" y="554"/>
                    <a:pt x="2341" y="554"/>
                  </a:cubicBezTo>
                  <a:cubicBezTo>
                    <a:pt x="2308" y="553"/>
                    <a:pt x="2281" y="551"/>
                    <a:pt x="2260" y="547"/>
                  </a:cubicBezTo>
                  <a:cubicBezTo>
                    <a:pt x="2239" y="543"/>
                    <a:pt x="2224" y="539"/>
                    <a:pt x="2215" y="535"/>
                  </a:cubicBezTo>
                  <a:lnTo>
                    <a:pt x="2225" y="402"/>
                  </a:lnTo>
                  <a:cubicBezTo>
                    <a:pt x="2235" y="406"/>
                    <a:pt x="2248" y="410"/>
                    <a:pt x="2267" y="414"/>
                  </a:cubicBezTo>
                  <a:cubicBezTo>
                    <a:pt x="2286" y="418"/>
                    <a:pt x="2307" y="420"/>
                    <a:pt x="2331" y="420"/>
                  </a:cubicBezTo>
                  <a:cubicBezTo>
                    <a:pt x="2334" y="420"/>
                    <a:pt x="2337" y="420"/>
                    <a:pt x="2339" y="420"/>
                  </a:cubicBezTo>
                  <a:cubicBezTo>
                    <a:pt x="2342" y="420"/>
                    <a:pt x="2345" y="420"/>
                    <a:pt x="2348" y="420"/>
                  </a:cubicBezTo>
                  <a:cubicBezTo>
                    <a:pt x="2349" y="416"/>
                    <a:pt x="2350" y="412"/>
                    <a:pt x="2351" y="407"/>
                  </a:cubicBezTo>
                  <a:cubicBezTo>
                    <a:pt x="2352" y="403"/>
                    <a:pt x="2353" y="398"/>
                    <a:pt x="2353" y="393"/>
                  </a:cubicBezTo>
                  <a:cubicBezTo>
                    <a:pt x="2352" y="384"/>
                    <a:pt x="2351" y="375"/>
                    <a:pt x="2347" y="366"/>
                  </a:cubicBezTo>
                  <a:cubicBezTo>
                    <a:pt x="2343" y="358"/>
                    <a:pt x="2339" y="348"/>
                    <a:pt x="2333" y="336"/>
                  </a:cubicBezTo>
                  <a:lnTo>
                    <a:pt x="2306" y="276"/>
                  </a:lnTo>
                  <a:cubicBezTo>
                    <a:pt x="2298" y="259"/>
                    <a:pt x="2292" y="241"/>
                    <a:pt x="2287" y="223"/>
                  </a:cubicBezTo>
                  <a:cubicBezTo>
                    <a:pt x="2282" y="205"/>
                    <a:pt x="2280" y="188"/>
                    <a:pt x="2280" y="171"/>
                  </a:cubicBezTo>
                  <a:cubicBezTo>
                    <a:pt x="2281" y="116"/>
                    <a:pt x="2296" y="75"/>
                    <a:pt x="2327" y="48"/>
                  </a:cubicBezTo>
                  <a:cubicBezTo>
                    <a:pt x="2358" y="20"/>
                    <a:pt x="2400" y="7"/>
                    <a:pt x="2452" y="7"/>
                  </a:cubicBezTo>
                  <a:close/>
                  <a:moveTo>
                    <a:pt x="649" y="7"/>
                  </a:moveTo>
                  <a:cubicBezTo>
                    <a:pt x="704" y="7"/>
                    <a:pt x="741" y="21"/>
                    <a:pt x="763" y="47"/>
                  </a:cubicBezTo>
                  <a:cubicBezTo>
                    <a:pt x="784" y="73"/>
                    <a:pt x="794" y="108"/>
                    <a:pt x="793" y="151"/>
                  </a:cubicBezTo>
                  <a:cubicBezTo>
                    <a:pt x="793" y="175"/>
                    <a:pt x="791" y="200"/>
                    <a:pt x="787" y="227"/>
                  </a:cubicBezTo>
                  <a:cubicBezTo>
                    <a:pt x="783" y="253"/>
                    <a:pt x="777" y="281"/>
                    <a:pt x="771" y="310"/>
                  </a:cubicBezTo>
                  <a:cubicBezTo>
                    <a:pt x="755" y="395"/>
                    <a:pt x="730" y="457"/>
                    <a:pt x="695" y="496"/>
                  </a:cubicBezTo>
                  <a:cubicBezTo>
                    <a:pt x="659" y="535"/>
                    <a:pt x="606" y="554"/>
                    <a:pt x="536" y="554"/>
                  </a:cubicBezTo>
                  <a:cubicBezTo>
                    <a:pt x="481" y="553"/>
                    <a:pt x="444" y="540"/>
                    <a:pt x="422" y="514"/>
                  </a:cubicBezTo>
                  <a:cubicBezTo>
                    <a:pt x="401" y="487"/>
                    <a:pt x="391" y="453"/>
                    <a:pt x="392" y="409"/>
                  </a:cubicBezTo>
                  <a:cubicBezTo>
                    <a:pt x="392" y="385"/>
                    <a:pt x="395" y="360"/>
                    <a:pt x="399" y="334"/>
                  </a:cubicBezTo>
                  <a:cubicBezTo>
                    <a:pt x="403" y="307"/>
                    <a:pt x="408" y="280"/>
                    <a:pt x="415" y="251"/>
                  </a:cubicBezTo>
                  <a:cubicBezTo>
                    <a:pt x="426" y="194"/>
                    <a:pt x="440" y="148"/>
                    <a:pt x="459" y="112"/>
                  </a:cubicBezTo>
                  <a:cubicBezTo>
                    <a:pt x="477" y="76"/>
                    <a:pt x="502" y="49"/>
                    <a:pt x="532" y="32"/>
                  </a:cubicBezTo>
                  <a:cubicBezTo>
                    <a:pt x="563" y="15"/>
                    <a:pt x="602" y="7"/>
                    <a:pt x="649" y="7"/>
                  </a:cubicBezTo>
                  <a:close/>
                  <a:moveTo>
                    <a:pt x="260" y="7"/>
                  </a:moveTo>
                  <a:cubicBezTo>
                    <a:pt x="289" y="7"/>
                    <a:pt x="317" y="9"/>
                    <a:pt x="343" y="13"/>
                  </a:cubicBezTo>
                  <a:cubicBezTo>
                    <a:pt x="369" y="17"/>
                    <a:pt x="388" y="21"/>
                    <a:pt x="399" y="26"/>
                  </a:cubicBezTo>
                  <a:lnTo>
                    <a:pt x="367" y="153"/>
                  </a:lnTo>
                  <a:cubicBezTo>
                    <a:pt x="354" y="149"/>
                    <a:pt x="338" y="146"/>
                    <a:pt x="320" y="143"/>
                  </a:cubicBezTo>
                  <a:cubicBezTo>
                    <a:pt x="302" y="140"/>
                    <a:pt x="281" y="138"/>
                    <a:pt x="258" y="138"/>
                  </a:cubicBezTo>
                  <a:cubicBezTo>
                    <a:pt x="230" y="137"/>
                    <a:pt x="211" y="144"/>
                    <a:pt x="199" y="160"/>
                  </a:cubicBezTo>
                  <a:cubicBezTo>
                    <a:pt x="188" y="176"/>
                    <a:pt x="177" y="207"/>
                    <a:pt x="167" y="252"/>
                  </a:cubicBezTo>
                  <a:cubicBezTo>
                    <a:pt x="163" y="268"/>
                    <a:pt x="160" y="288"/>
                    <a:pt x="156" y="309"/>
                  </a:cubicBezTo>
                  <a:cubicBezTo>
                    <a:pt x="152" y="331"/>
                    <a:pt x="149" y="353"/>
                    <a:pt x="147" y="374"/>
                  </a:cubicBezTo>
                  <a:cubicBezTo>
                    <a:pt x="145" y="395"/>
                    <a:pt x="143" y="413"/>
                    <a:pt x="143" y="428"/>
                  </a:cubicBezTo>
                  <a:cubicBezTo>
                    <a:pt x="146" y="429"/>
                    <a:pt x="150" y="429"/>
                    <a:pt x="153" y="429"/>
                  </a:cubicBezTo>
                  <a:cubicBezTo>
                    <a:pt x="156" y="429"/>
                    <a:pt x="159" y="429"/>
                    <a:pt x="163" y="429"/>
                  </a:cubicBezTo>
                  <a:cubicBezTo>
                    <a:pt x="172" y="429"/>
                    <a:pt x="181" y="429"/>
                    <a:pt x="190" y="428"/>
                  </a:cubicBezTo>
                  <a:cubicBezTo>
                    <a:pt x="199" y="427"/>
                    <a:pt x="208" y="426"/>
                    <a:pt x="216" y="424"/>
                  </a:cubicBezTo>
                  <a:lnTo>
                    <a:pt x="230" y="346"/>
                  </a:lnTo>
                  <a:lnTo>
                    <a:pt x="189" y="346"/>
                  </a:lnTo>
                  <a:lnTo>
                    <a:pt x="209" y="235"/>
                  </a:lnTo>
                  <a:lnTo>
                    <a:pt x="373" y="235"/>
                  </a:lnTo>
                  <a:lnTo>
                    <a:pt x="319" y="526"/>
                  </a:lnTo>
                  <a:cubicBezTo>
                    <a:pt x="301" y="534"/>
                    <a:pt x="275" y="541"/>
                    <a:pt x="242" y="546"/>
                  </a:cubicBezTo>
                  <a:cubicBezTo>
                    <a:pt x="209" y="551"/>
                    <a:pt x="177" y="554"/>
                    <a:pt x="144" y="554"/>
                  </a:cubicBezTo>
                  <a:cubicBezTo>
                    <a:pt x="105" y="554"/>
                    <a:pt x="75" y="548"/>
                    <a:pt x="54" y="536"/>
                  </a:cubicBezTo>
                  <a:cubicBezTo>
                    <a:pt x="33" y="524"/>
                    <a:pt x="19" y="507"/>
                    <a:pt x="11" y="485"/>
                  </a:cubicBezTo>
                  <a:cubicBezTo>
                    <a:pt x="3" y="464"/>
                    <a:pt x="0" y="439"/>
                    <a:pt x="0" y="410"/>
                  </a:cubicBezTo>
                  <a:cubicBezTo>
                    <a:pt x="0" y="386"/>
                    <a:pt x="2" y="361"/>
                    <a:pt x="6" y="334"/>
                  </a:cubicBezTo>
                  <a:cubicBezTo>
                    <a:pt x="11" y="307"/>
                    <a:pt x="16" y="280"/>
                    <a:pt x="22" y="251"/>
                  </a:cubicBezTo>
                  <a:cubicBezTo>
                    <a:pt x="38" y="166"/>
                    <a:pt x="64" y="104"/>
                    <a:pt x="100" y="65"/>
                  </a:cubicBezTo>
                  <a:cubicBezTo>
                    <a:pt x="136" y="26"/>
                    <a:pt x="190" y="6"/>
                    <a:pt x="260" y="7"/>
                  </a:cubicBezTo>
                  <a:close/>
                  <a:moveTo>
                    <a:pt x="16953" y="0"/>
                  </a:moveTo>
                  <a:lnTo>
                    <a:pt x="16863" y="374"/>
                  </a:lnTo>
                  <a:lnTo>
                    <a:pt x="16744" y="374"/>
                  </a:lnTo>
                  <a:lnTo>
                    <a:pt x="16796" y="16"/>
                  </a:lnTo>
                  <a:lnTo>
                    <a:pt x="16953" y="0"/>
                  </a:lnTo>
                  <a:close/>
                  <a:moveTo>
                    <a:pt x="14299" y="0"/>
                  </a:moveTo>
                  <a:lnTo>
                    <a:pt x="14209" y="374"/>
                  </a:lnTo>
                  <a:lnTo>
                    <a:pt x="14090" y="374"/>
                  </a:lnTo>
                  <a:lnTo>
                    <a:pt x="14142" y="16"/>
                  </a:lnTo>
                  <a:lnTo>
                    <a:pt x="14299" y="0"/>
                  </a:lnTo>
                  <a:close/>
                  <a:moveTo>
                    <a:pt x="11647" y="0"/>
                  </a:moveTo>
                  <a:lnTo>
                    <a:pt x="11557" y="374"/>
                  </a:lnTo>
                  <a:lnTo>
                    <a:pt x="11438" y="374"/>
                  </a:lnTo>
                  <a:lnTo>
                    <a:pt x="11490" y="16"/>
                  </a:lnTo>
                  <a:lnTo>
                    <a:pt x="11647" y="0"/>
                  </a:lnTo>
                  <a:close/>
                  <a:moveTo>
                    <a:pt x="8993" y="0"/>
                  </a:moveTo>
                  <a:lnTo>
                    <a:pt x="8903" y="374"/>
                  </a:lnTo>
                  <a:lnTo>
                    <a:pt x="8784" y="374"/>
                  </a:lnTo>
                  <a:lnTo>
                    <a:pt x="8836" y="16"/>
                  </a:lnTo>
                  <a:lnTo>
                    <a:pt x="8993" y="0"/>
                  </a:lnTo>
                  <a:close/>
                  <a:moveTo>
                    <a:pt x="6341" y="0"/>
                  </a:moveTo>
                  <a:lnTo>
                    <a:pt x="6251" y="374"/>
                  </a:lnTo>
                  <a:lnTo>
                    <a:pt x="6132" y="374"/>
                  </a:lnTo>
                  <a:lnTo>
                    <a:pt x="6184" y="16"/>
                  </a:lnTo>
                  <a:lnTo>
                    <a:pt x="6341" y="0"/>
                  </a:lnTo>
                  <a:close/>
                  <a:moveTo>
                    <a:pt x="3687" y="0"/>
                  </a:moveTo>
                  <a:lnTo>
                    <a:pt x="3597" y="374"/>
                  </a:lnTo>
                  <a:lnTo>
                    <a:pt x="3478" y="374"/>
                  </a:lnTo>
                  <a:lnTo>
                    <a:pt x="3530" y="16"/>
                  </a:lnTo>
                  <a:lnTo>
                    <a:pt x="3687" y="0"/>
                  </a:lnTo>
                  <a:close/>
                  <a:moveTo>
                    <a:pt x="1035" y="0"/>
                  </a:moveTo>
                  <a:lnTo>
                    <a:pt x="945" y="374"/>
                  </a:lnTo>
                  <a:lnTo>
                    <a:pt x="826" y="374"/>
                  </a:lnTo>
                  <a:lnTo>
                    <a:pt x="878" y="16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16" name="Freeform 25">
              <a:extLst>
                <a:ext uri="{FF2B5EF4-FFF2-40B4-BE49-F238E27FC236}">
                  <a16:creationId xmlns:a16="http://schemas.microsoft.com/office/drawing/2014/main" id="{6ADE020F-1EFF-156A-0328-30E7EBF89A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31" y="5837989"/>
              <a:ext cx="12802442" cy="408031"/>
            </a:xfrm>
            <a:custGeom>
              <a:avLst/>
              <a:gdLst>
                <a:gd name="T0" fmla="*/ 10293 w 17383"/>
                <a:gd name="T1" fmla="*/ 544 h 554"/>
                <a:gd name="T2" fmla="*/ 2472 w 17383"/>
                <a:gd name="T3" fmla="*/ 544 h 554"/>
                <a:gd name="T4" fmla="*/ 15455 w 17383"/>
                <a:gd name="T5" fmla="*/ 132 h 554"/>
                <a:gd name="T6" fmla="*/ 12792 w 17383"/>
                <a:gd name="T7" fmla="*/ 131 h 554"/>
                <a:gd name="T8" fmla="*/ 7486 w 17383"/>
                <a:gd name="T9" fmla="*/ 131 h 554"/>
                <a:gd name="T10" fmla="*/ 4790 w 17383"/>
                <a:gd name="T11" fmla="*/ 157 h 554"/>
                <a:gd name="T12" fmla="*/ 2109 w 17383"/>
                <a:gd name="T13" fmla="*/ 251 h 554"/>
                <a:gd name="T14" fmla="*/ 17006 w 17383"/>
                <a:gd name="T15" fmla="*/ 211 h 554"/>
                <a:gd name="T16" fmla="*/ 16545 w 17383"/>
                <a:gd name="T17" fmla="*/ 145 h 554"/>
                <a:gd name="T18" fmla="*/ 16195 w 17383"/>
                <a:gd name="T19" fmla="*/ 414 h 554"/>
                <a:gd name="T20" fmla="*/ 14088 w 17383"/>
                <a:gd name="T21" fmla="*/ 544 h 554"/>
                <a:gd name="T22" fmla="*/ 13859 w 17383"/>
                <a:gd name="T23" fmla="*/ 414 h 554"/>
                <a:gd name="T24" fmla="*/ 11700 w 17383"/>
                <a:gd name="T25" fmla="*/ 211 h 554"/>
                <a:gd name="T26" fmla="*/ 11239 w 17383"/>
                <a:gd name="T27" fmla="*/ 145 h 554"/>
                <a:gd name="T28" fmla="*/ 10889 w 17383"/>
                <a:gd name="T29" fmla="*/ 414 h 554"/>
                <a:gd name="T30" fmla="*/ 8782 w 17383"/>
                <a:gd name="T31" fmla="*/ 544 h 554"/>
                <a:gd name="T32" fmla="*/ 8553 w 17383"/>
                <a:gd name="T33" fmla="*/ 414 h 554"/>
                <a:gd name="T34" fmla="*/ 6394 w 17383"/>
                <a:gd name="T35" fmla="*/ 211 h 554"/>
                <a:gd name="T36" fmla="*/ 5933 w 17383"/>
                <a:gd name="T37" fmla="*/ 145 h 554"/>
                <a:gd name="T38" fmla="*/ 5583 w 17383"/>
                <a:gd name="T39" fmla="*/ 414 h 554"/>
                <a:gd name="T40" fmla="*/ 3476 w 17383"/>
                <a:gd name="T41" fmla="*/ 544 h 554"/>
                <a:gd name="T42" fmla="*/ 3247 w 17383"/>
                <a:gd name="T43" fmla="*/ 414 h 554"/>
                <a:gd name="T44" fmla="*/ 1088 w 17383"/>
                <a:gd name="T45" fmla="*/ 211 h 554"/>
                <a:gd name="T46" fmla="*/ 627 w 17383"/>
                <a:gd name="T47" fmla="*/ 145 h 554"/>
                <a:gd name="T48" fmla="*/ 277 w 17383"/>
                <a:gd name="T49" fmla="*/ 414 h 554"/>
                <a:gd name="T50" fmla="*/ 17284 w 17383"/>
                <a:gd name="T51" fmla="*/ 291 h 554"/>
                <a:gd name="T52" fmla="*/ 17160 w 17383"/>
                <a:gd name="T53" fmla="*/ 366 h 554"/>
                <a:gd name="T54" fmla="*/ 15235 w 17383"/>
                <a:gd name="T55" fmla="*/ 514 h 554"/>
                <a:gd name="T56" fmla="*/ 14980 w 17383"/>
                <a:gd name="T57" fmla="*/ 252 h 554"/>
                <a:gd name="T58" fmla="*/ 14957 w 17383"/>
                <a:gd name="T59" fmla="*/ 554 h 554"/>
                <a:gd name="T60" fmla="*/ 14596 w 17383"/>
                <a:gd name="T61" fmla="*/ 145 h 554"/>
                <a:gd name="T62" fmla="*/ 14498 w 17383"/>
                <a:gd name="T63" fmla="*/ 420 h 554"/>
                <a:gd name="T64" fmla="*/ 12948 w 17383"/>
                <a:gd name="T65" fmla="*/ 227 h 554"/>
                <a:gd name="T66" fmla="*/ 12528 w 17383"/>
                <a:gd name="T67" fmla="*/ 153 h 554"/>
                <a:gd name="T68" fmla="*/ 12370 w 17383"/>
                <a:gd name="T69" fmla="*/ 235 h 554"/>
                <a:gd name="T70" fmla="*/ 12077 w 17383"/>
                <a:gd name="T71" fmla="*/ 25 h 554"/>
                <a:gd name="T72" fmla="*/ 11722 w 17383"/>
                <a:gd name="T73" fmla="*/ 535 h 554"/>
                <a:gd name="T74" fmla="*/ 11959 w 17383"/>
                <a:gd name="T75" fmla="*/ 7 h 554"/>
                <a:gd name="T76" fmla="*/ 10156 w 17383"/>
                <a:gd name="T77" fmla="*/ 7 h 554"/>
                <a:gd name="T78" fmla="*/ 9697 w 17383"/>
                <a:gd name="T79" fmla="*/ 428 h 554"/>
                <a:gd name="T80" fmla="*/ 9607 w 17383"/>
                <a:gd name="T81" fmla="*/ 65 h 554"/>
                <a:gd name="T82" fmla="*/ 9352 w 17383"/>
                <a:gd name="T83" fmla="*/ 396 h 554"/>
                <a:gd name="T84" fmla="*/ 9159 w 17383"/>
                <a:gd name="T85" fmla="*/ 276 h 554"/>
                <a:gd name="T86" fmla="*/ 7254 w 17383"/>
                <a:gd name="T87" fmla="*/ 334 h 554"/>
                <a:gd name="T88" fmla="*/ 7002 w 17383"/>
                <a:gd name="T89" fmla="*/ 374 h 554"/>
                <a:gd name="T90" fmla="*/ 6866 w 17383"/>
                <a:gd name="T91" fmla="*/ 485 h 554"/>
                <a:gd name="T92" fmla="*/ 6632 w 17383"/>
                <a:gd name="T93" fmla="*/ 194 h 554"/>
                <a:gd name="T94" fmla="*/ 6552 w 17383"/>
                <a:gd name="T95" fmla="*/ 407 h 554"/>
                <a:gd name="T96" fmla="*/ 4896 w 17383"/>
                <a:gd name="T97" fmla="*/ 496 h 554"/>
                <a:gd name="T98" fmla="*/ 4459 w 17383"/>
                <a:gd name="T99" fmla="*/ 138 h 554"/>
                <a:gd name="T100" fmla="*/ 4520 w 17383"/>
                <a:gd name="T101" fmla="*/ 526 h 554"/>
                <a:gd name="T102" fmla="*/ 4051 w 17383"/>
                <a:gd name="T103" fmla="*/ 141 h 554"/>
                <a:gd name="T104" fmla="*/ 3814 w 17383"/>
                <a:gd name="T105" fmla="*/ 414 h 554"/>
                <a:gd name="T106" fmla="*/ 2312 w 17383"/>
                <a:gd name="T107" fmla="*/ 47 h 554"/>
                <a:gd name="T108" fmla="*/ 1892 w 17383"/>
                <a:gd name="T109" fmla="*/ 13 h 554"/>
                <a:gd name="T110" fmla="*/ 1779 w 17383"/>
                <a:gd name="T111" fmla="*/ 346 h 554"/>
                <a:gd name="T112" fmla="*/ 1347 w 17383"/>
                <a:gd name="T113" fmla="*/ 7 h 554"/>
                <a:gd name="T114" fmla="*/ 1236 w 17383"/>
                <a:gd name="T115" fmla="*/ 554 h 554"/>
                <a:gd name="T116" fmla="*/ 1175 w 17383"/>
                <a:gd name="T117" fmla="*/ 171 h 554"/>
                <a:gd name="T118" fmla="*/ 10452 w 17383"/>
                <a:gd name="T119" fmla="*/ 374 h 554"/>
                <a:gd name="T120" fmla="*/ 2584 w 1738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83" h="554">
                  <a:moveTo>
                    <a:pt x="15623" y="419"/>
                  </a:moveTo>
                  <a:lnTo>
                    <a:pt x="15759" y="419"/>
                  </a:lnTo>
                  <a:lnTo>
                    <a:pt x="15736" y="544"/>
                  </a:lnTo>
                  <a:lnTo>
                    <a:pt x="15599" y="544"/>
                  </a:lnTo>
                  <a:lnTo>
                    <a:pt x="15623" y="419"/>
                  </a:lnTo>
                  <a:close/>
                  <a:moveTo>
                    <a:pt x="12971" y="419"/>
                  </a:moveTo>
                  <a:lnTo>
                    <a:pt x="13107" y="419"/>
                  </a:lnTo>
                  <a:lnTo>
                    <a:pt x="13084" y="544"/>
                  </a:lnTo>
                  <a:lnTo>
                    <a:pt x="12947" y="544"/>
                  </a:lnTo>
                  <a:lnTo>
                    <a:pt x="12971" y="419"/>
                  </a:lnTo>
                  <a:close/>
                  <a:moveTo>
                    <a:pt x="10317" y="419"/>
                  </a:moveTo>
                  <a:lnTo>
                    <a:pt x="10453" y="419"/>
                  </a:lnTo>
                  <a:lnTo>
                    <a:pt x="10430" y="544"/>
                  </a:lnTo>
                  <a:lnTo>
                    <a:pt x="10293" y="544"/>
                  </a:lnTo>
                  <a:lnTo>
                    <a:pt x="10317" y="419"/>
                  </a:lnTo>
                  <a:close/>
                  <a:moveTo>
                    <a:pt x="7665" y="419"/>
                  </a:moveTo>
                  <a:lnTo>
                    <a:pt x="7801" y="419"/>
                  </a:lnTo>
                  <a:lnTo>
                    <a:pt x="7778" y="544"/>
                  </a:lnTo>
                  <a:lnTo>
                    <a:pt x="7641" y="544"/>
                  </a:lnTo>
                  <a:lnTo>
                    <a:pt x="7665" y="419"/>
                  </a:lnTo>
                  <a:close/>
                  <a:moveTo>
                    <a:pt x="5011" y="419"/>
                  </a:moveTo>
                  <a:lnTo>
                    <a:pt x="5147" y="419"/>
                  </a:lnTo>
                  <a:lnTo>
                    <a:pt x="5124" y="544"/>
                  </a:lnTo>
                  <a:lnTo>
                    <a:pt x="4987" y="544"/>
                  </a:lnTo>
                  <a:lnTo>
                    <a:pt x="5011" y="419"/>
                  </a:lnTo>
                  <a:close/>
                  <a:moveTo>
                    <a:pt x="2359" y="419"/>
                  </a:moveTo>
                  <a:lnTo>
                    <a:pt x="2495" y="419"/>
                  </a:lnTo>
                  <a:lnTo>
                    <a:pt x="2472" y="544"/>
                  </a:lnTo>
                  <a:lnTo>
                    <a:pt x="2335" y="544"/>
                  </a:lnTo>
                  <a:lnTo>
                    <a:pt x="2359" y="419"/>
                  </a:lnTo>
                  <a:close/>
                  <a:moveTo>
                    <a:pt x="15444" y="131"/>
                  </a:moveTo>
                  <a:cubicBezTo>
                    <a:pt x="15426" y="131"/>
                    <a:pt x="15412" y="139"/>
                    <a:pt x="15402" y="157"/>
                  </a:cubicBezTo>
                  <a:cubicBezTo>
                    <a:pt x="15393" y="175"/>
                    <a:pt x="15383" y="206"/>
                    <a:pt x="15373" y="251"/>
                  </a:cubicBezTo>
                  <a:cubicBezTo>
                    <a:pt x="15367" y="277"/>
                    <a:pt x="15361" y="305"/>
                    <a:pt x="15356" y="336"/>
                  </a:cubicBezTo>
                  <a:cubicBezTo>
                    <a:pt x="15350" y="367"/>
                    <a:pt x="15347" y="398"/>
                    <a:pt x="15345" y="428"/>
                  </a:cubicBezTo>
                  <a:cubicBezTo>
                    <a:pt x="15349" y="428"/>
                    <a:pt x="15352" y="428"/>
                    <a:pt x="15356" y="428"/>
                  </a:cubicBezTo>
                  <a:cubicBezTo>
                    <a:pt x="15360" y="428"/>
                    <a:pt x="15363" y="428"/>
                    <a:pt x="15367" y="428"/>
                  </a:cubicBezTo>
                  <a:cubicBezTo>
                    <a:pt x="15385" y="429"/>
                    <a:pt x="15400" y="421"/>
                    <a:pt x="15409" y="403"/>
                  </a:cubicBezTo>
                  <a:cubicBezTo>
                    <a:pt x="15418" y="386"/>
                    <a:pt x="15428" y="354"/>
                    <a:pt x="15438" y="309"/>
                  </a:cubicBezTo>
                  <a:cubicBezTo>
                    <a:pt x="15444" y="284"/>
                    <a:pt x="15450" y="255"/>
                    <a:pt x="15455" y="224"/>
                  </a:cubicBezTo>
                  <a:cubicBezTo>
                    <a:pt x="15460" y="193"/>
                    <a:pt x="15463" y="162"/>
                    <a:pt x="15465" y="132"/>
                  </a:cubicBezTo>
                  <a:cubicBezTo>
                    <a:pt x="15462" y="132"/>
                    <a:pt x="15459" y="132"/>
                    <a:pt x="15455" y="132"/>
                  </a:cubicBezTo>
                  <a:cubicBezTo>
                    <a:pt x="15452" y="131"/>
                    <a:pt x="15448" y="131"/>
                    <a:pt x="15444" y="131"/>
                  </a:cubicBezTo>
                  <a:close/>
                  <a:moveTo>
                    <a:pt x="12792" y="131"/>
                  </a:moveTo>
                  <a:cubicBezTo>
                    <a:pt x="12774" y="131"/>
                    <a:pt x="12760" y="139"/>
                    <a:pt x="12750" y="157"/>
                  </a:cubicBezTo>
                  <a:cubicBezTo>
                    <a:pt x="12741" y="175"/>
                    <a:pt x="12731" y="206"/>
                    <a:pt x="12721" y="251"/>
                  </a:cubicBezTo>
                  <a:cubicBezTo>
                    <a:pt x="12715" y="277"/>
                    <a:pt x="12709" y="305"/>
                    <a:pt x="12704" y="336"/>
                  </a:cubicBezTo>
                  <a:cubicBezTo>
                    <a:pt x="12698" y="367"/>
                    <a:pt x="12695" y="398"/>
                    <a:pt x="12693" y="428"/>
                  </a:cubicBezTo>
                  <a:cubicBezTo>
                    <a:pt x="12697" y="428"/>
                    <a:pt x="12700" y="428"/>
                    <a:pt x="12704" y="428"/>
                  </a:cubicBezTo>
                  <a:cubicBezTo>
                    <a:pt x="12708" y="428"/>
                    <a:pt x="12711" y="428"/>
                    <a:pt x="12715" y="428"/>
                  </a:cubicBezTo>
                  <a:cubicBezTo>
                    <a:pt x="12733" y="429"/>
                    <a:pt x="12748" y="421"/>
                    <a:pt x="12757" y="403"/>
                  </a:cubicBezTo>
                  <a:cubicBezTo>
                    <a:pt x="12766" y="386"/>
                    <a:pt x="12776" y="354"/>
                    <a:pt x="12786" y="309"/>
                  </a:cubicBezTo>
                  <a:cubicBezTo>
                    <a:pt x="12792" y="284"/>
                    <a:pt x="12798" y="255"/>
                    <a:pt x="12803" y="224"/>
                  </a:cubicBezTo>
                  <a:cubicBezTo>
                    <a:pt x="12808" y="193"/>
                    <a:pt x="12811" y="162"/>
                    <a:pt x="12813" y="132"/>
                  </a:cubicBezTo>
                  <a:cubicBezTo>
                    <a:pt x="12810" y="132"/>
                    <a:pt x="12807" y="132"/>
                    <a:pt x="12803" y="132"/>
                  </a:cubicBezTo>
                  <a:cubicBezTo>
                    <a:pt x="12800" y="131"/>
                    <a:pt x="12796" y="131"/>
                    <a:pt x="12792" y="131"/>
                  </a:cubicBezTo>
                  <a:close/>
                  <a:moveTo>
                    <a:pt x="10138" y="131"/>
                  </a:moveTo>
                  <a:cubicBezTo>
                    <a:pt x="10120" y="131"/>
                    <a:pt x="10106" y="139"/>
                    <a:pt x="10096" y="157"/>
                  </a:cubicBezTo>
                  <a:cubicBezTo>
                    <a:pt x="10087" y="175"/>
                    <a:pt x="10077" y="206"/>
                    <a:pt x="10067" y="251"/>
                  </a:cubicBezTo>
                  <a:cubicBezTo>
                    <a:pt x="10061" y="277"/>
                    <a:pt x="10055" y="305"/>
                    <a:pt x="10050" y="336"/>
                  </a:cubicBezTo>
                  <a:cubicBezTo>
                    <a:pt x="10044" y="367"/>
                    <a:pt x="10041" y="398"/>
                    <a:pt x="10039" y="428"/>
                  </a:cubicBezTo>
                  <a:cubicBezTo>
                    <a:pt x="10043" y="428"/>
                    <a:pt x="10046" y="428"/>
                    <a:pt x="10050" y="428"/>
                  </a:cubicBezTo>
                  <a:cubicBezTo>
                    <a:pt x="10054" y="428"/>
                    <a:pt x="10057" y="428"/>
                    <a:pt x="10061" y="428"/>
                  </a:cubicBezTo>
                  <a:cubicBezTo>
                    <a:pt x="10079" y="429"/>
                    <a:pt x="10094" y="421"/>
                    <a:pt x="10103" y="403"/>
                  </a:cubicBezTo>
                  <a:cubicBezTo>
                    <a:pt x="10112" y="386"/>
                    <a:pt x="10122" y="354"/>
                    <a:pt x="10132" y="309"/>
                  </a:cubicBezTo>
                  <a:cubicBezTo>
                    <a:pt x="10138" y="284"/>
                    <a:pt x="10144" y="255"/>
                    <a:pt x="10149" y="224"/>
                  </a:cubicBezTo>
                  <a:cubicBezTo>
                    <a:pt x="10154" y="193"/>
                    <a:pt x="10157" y="162"/>
                    <a:pt x="10159" y="132"/>
                  </a:cubicBezTo>
                  <a:cubicBezTo>
                    <a:pt x="10156" y="132"/>
                    <a:pt x="10153" y="132"/>
                    <a:pt x="10149" y="132"/>
                  </a:cubicBezTo>
                  <a:cubicBezTo>
                    <a:pt x="10146" y="131"/>
                    <a:pt x="10142" y="131"/>
                    <a:pt x="10138" y="131"/>
                  </a:cubicBezTo>
                  <a:close/>
                  <a:moveTo>
                    <a:pt x="7486" y="131"/>
                  </a:moveTo>
                  <a:cubicBezTo>
                    <a:pt x="7468" y="131"/>
                    <a:pt x="7454" y="139"/>
                    <a:pt x="7444" y="157"/>
                  </a:cubicBezTo>
                  <a:cubicBezTo>
                    <a:pt x="7435" y="175"/>
                    <a:pt x="7425" y="206"/>
                    <a:pt x="7415" y="251"/>
                  </a:cubicBezTo>
                  <a:cubicBezTo>
                    <a:pt x="7409" y="277"/>
                    <a:pt x="7403" y="305"/>
                    <a:pt x="7398" y="336"/>
                  </a:cubicBezTo>
                  <a:cubicBezTo>
                    <a:pt x="7392" y="367"/>
                    <a:pt x="7389" y="398"/>
                    <a:pt x="7387" y="428"/>
                  </a:cubicBezTo>
                  <a:cubicBezTo>
                    <a:pt x="7391" y="428"/>
                    <a:pt x="7394" y="428"/>
                    <a:pt x="7398" y="428"/>
                  </a:cubicBezTo>
                  <a:cubicBezTo>
                    <a:pt x="7402" y="428"/>
                    <a:pt x="7405" y="428"/>
                    <a:pt x="7409" y="428"/>
                  </a:cubicBezTo>
                  <a:cubicBezTo>
                    <a:pt x="7427" y="429"/>
                    <a:pt x="7442" y="421"/>
                    <a:pt x="7451" y="403"/>
                  </a:cubicBezTo>
                  <a:cubicBezTo>
                    <a:pt x="7460" y="386"/>
                    <a:pt x="7470" y="354"/>
                    <a:pt x="7480" y="309"/>
                  </a:cubicBezTo>
                  <a:cubicBezTo>
                    <a:pt x="7486" y="284"/>
                    <a:pt x="7492" y="255"/>
                    <a:pt x="7497" y="224"/>
                  </a:cubicBezTo>
                  <a:cubicBezTo>
                    <a:pt x="7502" y="193"/>
                    <a:pt x="7505" y="162"/>
                    <a:pt x="7507" y="132"/>
                  </a:cubicBezTo>
                  <a:cubicBezTo>
                    <a:pt x="7504" y="132"/>
                    <a:pt x="7501" y="132"/>
                    <a:pt x="7497" y="132"/>
                  </a:cubicBezTo>
                  <a:cubicBezTo>
                    <a:pt x="7494" y="131"/>
                    <a:pt x="7490" y="131"/>
                    <a:pt x="7486" y="131"/>
                  </a:cubicBezTo>
                  <a:close/>
                  <a:moveTo>
                    <a:pt x="4832" y="131"/>
                  </a:moveTo>
                  <a:cubicBezTo>
                    <a:pt x="4814" y="131"/>
                    <a:pt x="4800" y="139"/>
                    <a:pt x="4790" y="157"/>
                  </a:cubicBezTo>
                  <a:cubicBezTo>
                    <a:pt x="4781" y="175"/>
                    <a:pt x="4771" y="206"/>
                    <a:pt x="4761" y="251"/>
                  </a:cubicBezTo>
                  <a:cubicBezTo>
                    <a:pt x="4755" y="277"/>
                    <a:pt x="4749" y="305"/>
                    <a:pt x="4744" y="336"/>
                  </a:cubicBezTo>
                  <a:cubicBezTo>
                    <a:pt x="4738" y="367"/>
                    <a:pt x="4735" y="398"/>
                    <a:pt x="4733" y="428"/>
                  </a:cubicBezTo>
                  <a:cubicBezTo>
                    <a:pt x="4737" y="428"/>
                    <a:pt x="4740" y="428"/>
                    <a:pt x="4744" y="428"/>
                  </a:cubicBezTo>
                  <a:cubicBezTo>
                    <a:pt x="4748" y="428"/>
                    <a:pt x="4751" y="428"/>
                    <a:pt x="4755" y="428"/>
                  </a:cubicBezTo>
                  <a:cubicBezTo>
                    <a:pt x="4773" y="429"/>
                    <a:pt x="4788" y="421"/>
                    <a:pt x="4797" y="403"/>
                  </a:cubicBezTo>
                  <a:cubicBezTo>
                    <a:pt x="4806" y="386"/>
                    <a:pt x="4816" y="354"/>
                    <a:pt x="4826" y="309"/>
                  </a:cubicBezTo>
                  <a:cubicBezTo>
                    <a:pt x="4832" y="284"/>
                    <a:pt x="4838" y="255"/>
                    <a:pt x="4843" y="224"/>
                  </a:cubicBezTo>
                  <a:cubicBezTo>
                    <a:pt x="4848" y="193"/>
                    <a:pt x="4851" y="162"/>
                    <a:pt x="4853" y="132"/>
                  </a:cubicBezTo>
                  <a:cubicBezTo>
                    <a:pt x="4850" y="132"/>
                    <a:pt x="4847" y="132"/>
                    <a:pt x="4843" y="132"/>
                  </a:cubicBezTo>
                  <a:cubicBezTo>
                    <a:pt x="4840" y="131"/>
                    <a:pt x="4836" y="131"/>
                    <a:pt x="4832" y="131"/>
                  </a:cubicBezTo>
                  <a:close/>
                  <a:moveTo>
                    <a:pt x="2180" y="131"/>
                  </a:moveTo>
                  <a:cubicBezTo>
                    <a:pt x="2162" y="131"/>
                    <a:pt x="2148" y="139"/>
                    <a:pt x="2138" y="157"/>
                  </a:cubicBezTo>
                  <a:cubicBezTo>
                    <a:pt x="2129" y="175"/>
                    <a:pt x="2119" y="206"/>
                    <a:pt x="2109" y="251"/>
                  </a:cubicBezTo>
                  <a:cubicBezTo>
                    <a:pt x="2103" y="277"/>
                    <a:pt x="2097" y="305"/>
                    <a:pt x="2092" y="336"/>
                  </a:cubicBezTo>
                  <a:cubicBezTo>
                    <a:pt x="2086" y="367"/>
                    <a:pt x="2083" y="398"/>
                    <a:pt x="2081" y="428"/>
                  </a:cubicBezTo>
                  <a:cubicBezTo>
                    <a:pt x="2085" y="428"/>
                    <a:pt x="2088" y="428"/>
                    <a:pt x="2092" y="428"/>
                  </a:cubicBezTo>
                  <a:cubicBezTo>
                    <a:pt x="2096" y="428"/>
                    <a:pt x="2099" y="428"/>
                    <a:pt x="2103" y="428"/>
                  </a:cubicBezTo>
                  <a:cubicBezTo>
                    <a:pt x="2121" y="429"/>
                    <a:pt x="2136" y="421"/>
                    <a:pt x="2145" y="403"/>
                  </a:cubicBezTo>
                  <a:cubicBezTo>
                    <a:pt x="2154" y="386"/>
                    <a:pt x="2164" y="354"/>
                    <a:pt x="2174" y="309"/>
                  </a:cubicBezTo>
                  <a:cubicBezTo>
                    <a:pt x="2180" y="284"/>
                    <a:pt x="2186" y="255"/>
                    <a:pt x="2191" y="224"/>
                  </a:cubicBezTo>
                  <a:cubicBezTo>
                    <a:pt x="2196" y="193"/>
                    <a:pt x="2199" y="162"/>
                    <a:pt x="2201" y="132"/>
                  </a:cubicBezTo>
                  <a:cubicBezTo>
                    <a:pt x="2198" y="132"/>
                    <a:pt x="2195" y="132"/>
                    <a:pt x="2191" y="132"/>
                  </a:cubicBezTo>
                  <a:cubicBezTo>
                    <a:pt x="2188" y="131"/>
                    <a:pt x="2184" y="131"/>
                    <a:pt x="2180" y="131"/>
                  </a:cubicBezTo>
                  <a:close/>
                  <a:moveTo>
                    <a:pt x="16965" y="16"/>
                  </a:moveTo>
                  <a:lnTo>
                    <a:pt x="17074" y="16"/>
                  </a:lnTo>
                  <a:lnTo>
                    <a:pt x="17056" y="115"/>
                  </a:lnTo>
                  <a:lnTo>
                    <a:pt x="17006" y="211"/>
                  </a:lnTo>
                  <a:lnTo>
                    <a:pt x="16928" y="211"/>
                  </a:lnTo>
                  <a:lnTo>
                    <a:pt x="16965" y="16"/>
                  </a:lnTo>
                  <a:close/>
                  <a:moveTo>
                    <a:pt x="16604" y="16"/>
                  </a:moveTo>
                  <a:lnTo>
                    <a:pt x="16929" y="16"/>
                  </a:lnTo>
                  <a:lnTo>
                    <a:pt x="16896" y="145"/>
                  </a:lnTo>
                  <a:lnTo>
                    <a:pt x="16816" y="145"/>
                  </a:lnTo>
                  <a:lnTo>
                    <a:pt x="16742" y="544"/>
                  </a:lnTo>
                  <a:lnTo>
                    <a:pt x="16597" y="544"/>
                  </a:lnTo>
                  <a:lnTo>
                    <a:pt x="16670" y="145"/>
                  </a:lnTo>
                  <a:lnTo>
                    <a:pt x="16581" y="145"/>
                  </a:lnTo>
                  <a:lnTo>
                    <a:pt x="16604" y="16"/>
                  </a:lnTo>
                  <a:close/>
                  <a:moveTo>
                    <a:pt x="16305" y="16"/>
                  </a:moveTo>
                  <a:lnTo>
                    <a:pt x="16578" y="16"/>
                  </a:lnTo>
                  <a:lnTo>
                    <a:pt x="16545" y="145"/>
                  </a:lnTo>
                  <a:lnTo>
                    <a:pt x="16426" y="145"/>
                  </a:lnTo>
                  <a:lnTo>
                    <a:pt x="16414" y="217"/>
                  </a:lnTo>
                  <a:lnTo>
                    <a:pt x="16531" y="217"/>
                  </a:lnTo>
                  <a:lnTo>
                    <a:pt x="16509" y="338"/>
                  </a:lnTo>
                  <a:lnTo>
                    <a:pt x="16391" y="338"/>
                  </a:lnTo>
                  <a:lnTo>
                    <a:pt x="16378" y="414"/>
                  </a:lnTo>
                  <a:lnTo>
                    <a:pt x="16513" y="414"/>
                  </a:lnTo>
                  <a:lnTo>
                    <a:pt x="16478" y="544"/>
                  </a:lnTo>
                  <a:lnTo>
                    <a:pt x="16208" y="544"/>
                  </a:lnTo>
                  <a:lnTo>
                    <a:pt x="16305" y="16"/>
                  </a:lnTo>
                  <a:close/>
                  <a:moveTo>
                    <a:pt x="16015" y="16"/>
                  </a:moveTo>
                  <a:lnTo>
                    <a:pt x="16160" y="16"/>
                  </a:lnTo>
                  <a:lnTo>
                    <a:pt x="16088" y="414"/>
                  </a:lnTo>
                  <a:lnTo>
                    <a:pt x="16195" y="414"/>
                  </a:lnTo>
                  <a:lnTo>
                    <a:pt x="16160" y="544"/>
                  </a:lnTo>
                  <a:lnTo>
                    <a:pt x="15918" y="544"/>
                  </a:lnTo>
                  <a:lnTo>
                    <a:pt x="16015" y="16"/>
                  </a:lnTo>
                  <a:close/>
                  <a:moveTo>
                    <a:pt x="14311" y="16"/>
                  </a:moveTo>
                  <a:lnTo>
                    <a:pt x="14420" y="16"/>
                  </a:lnTo>
                  <a:lnTo>
                    <a:pt x="14402" y="115"/>
                  </a:lnTo>
                  <a:lnTo>
                    <a:pt x="14352" y="211"/>
                  </a:lnTo>
                  <a:lnTo>
                    <a:pt x="14274" y="211"/>
                  </a:lnTo>
                  <a:lnTo>
                    <a:pt x="14311" y="16"/>
                  </a:lnTo>
                  <a:close/>
                  <a:moveTo>
                    <a:pt x="13950" y="16"/>
                  </a:moveTo>
                  <a:lnTo>
                    <a:pt x="14275" y="16"/>
                  </a:lnTo>
                  <a:lnTo>
                    <a:pt x="14242" y="145"/>
                  </a:lnTo>
                  <a:lnTo>
                    <a:pt x="14162" y="145"/>
                  </a:lnTo>
                  <a:lnTo>
                    <a:pt x="14088" y="544"/>
                  </a:lnTo>
                  <a:lnTo>
                    <a:pt x="13943" y="544"/>
                  </a:lnTo>
                  <a:lnTo>
                    <a:pt x="14016" y="145"/>
                  </a:lnTo>
                  <a:lnTo>
                    <a:pt x="13927" y="145"/>
                  </a:lnTo>
                  <a:lnTo>
                    <a:pt x="13950" y="16"/>
                  </a:lnTo>
                  <a:close/>
                  <a:moveTo>
                    <a:pt x="13651" y="16"/>
                  </a:moveTo>
                  <a:lnTo>
                    <a:pt x="13924" y="16"/>
                  </a:lnTo>
                  <a:lnTo>
                    <a:pt x="13891" y="145"/>
                  </a:lnTo>
                  <a:lnTo>
                    <a:pt x="13772" y="145"/>
                  </a:lnTo>
                  <a:lnTo>
                    <a:pt x="13760" y="217"/>
                  </a:lnTo>
                  <a:lnTo>
                    <a:pt x="13877" y="217"/>
                  </a:lnTo>
                  <a:lnTo>
                    <a:pt x="13855" y="338"/>
                  </a:lnTo>
                  <a:lnTo>
                    <a:pt x="13737" y="338"/>
                  </a:lnTo>
                  <a:lnTo>
                    <a:pt x="13724" y="414"/>
                  </a:lnTo>
                  <a:lnTo>
                    <a:pt x="13859" y="414"/>
                  </a:lnTo>
                  <a:lnTo>
                    <a:pt x="13824" y="544"/>
                  </a:lnTo>
                  <a:lnTo>
                    <a:pt x="13554" y="544"/>
                  </a:lnTo>
                  <a:lnTo>
                    <a:pt x="13651" y="16"/>
                  </a:lnTo>
                  <a:close/>
                  <a:moveTo>
                    <a:pt x="13361" y="16"/>
                  </a:moveTo>
                  <a:lnTo>
                    <a:pt x="13506" y="16"/>
                  </a:lnTo>
                  <a:lnTo>
                    <a:pt x="13434" y="414"/>
                  </a:lnTo>
                  <a:lnTo>
                    <a:pt x="13541" y="414"/>
                  </a:lnTo>
                  <a:lnTo>
                    <a:pt x="13506" y="544"/>
                  </a:lnTo>
                  <a:lnTo>
                    <a:pt x="13264" y="544"/>
                  </a:lnTo>
                  <a:lnTo>
                    <a:pt x="13361" y="16"/>
                  </a:lnTo>
                  <a:close/>
                  <a:moveTo>
                    <a:pt x="11659" y="16"/>
                  </a:moveTo>
                  <a:lnTo>
                    <a:pt x="11768" y="16"/>
                  </a:lnTo>
                  <a:lnTo>
                    <a:pt x="11750" y="115"/>
                  </a:lnTo>
                  <a:lnTo>
                    <a:pt x="11700" y="211"/>
                  </a:lnTo>
                  <a:lnTo>
                    <a:pt x="11622" y="211"/>
                  </a:lnTo>
                  <a:lnTo>
                    <a:pt x="11659" y="16"/>
                  </a:lnTo>
                  <a:close/>
                  <a:moveTo>
                    <a:pt x="11298" y="16"/>
                  </a:moveTo>
                  <a:lnTo>
                    <a:pt x="11623" y="16"/>
                  </a:lnTo>
                  <a:lnTo>
                    <a:pt x="11590" y="145"/>
                  </a:lnTo>
                  <a:lnTo>
                    <a:pt x="11510" y="145"/>
                  </a:lnTo>
                  <a:lnTo>
                    <a:pt x="11436" y="544"/>
                  </a:lnTo>
                  <a:lnTo>
                    <a:pt x="11291" y="544"/>
                  </a:lnTo>
                  <a:lnTo>
                    <a:pt x="11364" y="145"/>
                  </a:lnTo>
                  <a:lnTo>
                    <a:pt x="11275" y="145"/>
                  </a:lnTo>
                  <a:lnTo>
                    <a:pt x="11298" y="16"/>
                  </a:lnTo>
                  <a:close/>
                  <a:moveTo>
                    <a:pt x="10999" y="16"/>
                  </a:moveTo>
                  <a:lnTo>
                    <a:pt x="11272" y="16"/>
                  </a:lnTo>
                  <a:lnTo>
                    <a:pt x="11239" y="145"/>
                  </a:lnTo>
                  <a:lnTo>
                    <a:pt x="11120" y="145"/>
                  </a:lnTo>
                  <a:lnTo>
                    <a:pt x="11108" y="217"/>
                  </a:lnTo>
                  <a:lnTo>
                    <a:pt x="11225" y="217"/>
                  </a:lnTo>
                  <a:lnTo>
                    <a:pt x="11203" y="338"/>
                  </a:lnTo>
                  <a:lnTo>
                    <a:pt x="11085" y="338"/>
                  </a:lnTo>
                  <a:lnTo>
                    <a:pt x="11072" y="414"/>
                  </a:lnTo>
                  <a:lnTo>
                    <a:pt x="11207" y="414"/>
                  </a:lnTo>
                  <a:lnTo>
                    <a:pt x="11172" y="544"/>
                  </a:lnTo>
                  <a:lnTo>
                    <a:pt x="10902" y="544"/>
                  </a:lnTo>
                  <a:lnTo>
                    <a:pt x="10999" y="16"/>
                  </a:lnTo>
                  <a:close/>
                  <a:moveTo>
                    <a:pt x="10709" y="16"/>
                  </a:moveTo>
                  <a:lnTo>
                    <a:pt x="10854" y="16"/>
                  </a:lnTo>
                  <a:lnTo>
                    <a:pt x="10782" y="414"/>
                  </a:lnTo>
                  <a:lnTo>
                    <a:pt x="10889" y="414"/>
                  </a:lnTo>
                  <a:lnTo>
                    <a:pt x="10854" y="544"/>
                  </a:lnTo>
                  <a:lnTo>
                    <a:pt x="10612" y="544"/>
                  </a:lnTo>
                  <a:lnTo>
                    <a:pt x="10709" y="16"/>
                  </a:lnTo>
                  <a:close/>
                  <a:moveTo>
                    <a:pt x="9005" y="16"/>
                  </a:moveTo>
                  <a:lnTo>
                    <a:pt x="9114" y="16"/>
                  </a:lnTo>
                  <a:lnTo>
                    <a:pt x="9096" y="115"/>
                  </a:lnTo>
                  <a:lnTo>
                    <a:pt x="9046" y="211"/>
                  </a:lnTo>
                  <a:lnTo>
                    <a:pt x="8968" y="211"/>
                  </a:lnTo>
                  <a:lnTo>
                    <a:pt x="9005" y="16"/>
                  </a:lnTo>
                  <a:close/>
                  <a:moveTo>
                    <a:pt x="8644" y="16"/>
                  </a:moveTo>
                  <a:lnTo>
                    <a:pt x="8969" y="16"/>
                  </a:lnTo>
                  <a:lnTo>
                    <a:pt x="8936" y="145"/>
                  </a:lnTo>
                  <a:lnTo>
                    <a:pt x="8856" y="145"/>
                  </a:lnTo>
                  <a:lnTo>
                    <a:pt x="8782" y="544"/>
                  </a:lnTo>
                  <a:lnTo>
                    <a:pt x="8637" y="544"/>
                  </a:lnTo>
                  <a:lnTo>
                    <a:pt x="8710" y="145"/>
                  </a:lnTo>
                  <a:lnTo>
                    <a:pt x="8621" y="145"/>
                  </a:lnTo>
                  <a:lnTo>
                    <a:pt x="8644" y="16"/>
                  </a:lnTo>
                  <a:close/>
                  <a:moveTo>
                    <a:pt x="8345" y="16"/>
                  </a:moveTo>
                  <a:lnTo>
                    <a:pt x="8618" y="16"/>
                  </a:lnTo>
                  <a:lnTo>
                    <a:pt x="8585" y="145"/>
                  </a:lnTo>
                  <a:lnTo>
                    <a:pt x="8466" y="145"/>
                  </a:lnTo>
                  <a:lnTo>
                    <a:pt x="8454" y="217"/>
                  </a:lnTo>
                  <a:lnTo>
                    <a:pt x="8571" y="217"/>
                  </a:lnTo>
                  <a:lnTo>
                    <a:pt x="8549" y="338"/>
                  </a:lnTo>
                  <a:lnTo>
                    <a:pt x="8431" y="338"/>
                  </a:lnTo>
                  <a:lnTo>
                    <a:pt x="8418" y="414"/>
                  </a:lnTo>
                  <a:lnTo>
                    <a:pt x="8553" y="414"/>
                  </a:lnTo>
                  <a:lnTo>
                    <a:pt x="8518" y="544"/>
                  </a:lnTo>
                  <a:lnTo>
                    <a:pt x="8248" y="544"/>
                  </a:lnTo>
                  <a:lnTo>
                    <a:pt x="8345" y="16"/>
                  </a:lnTo>
                  <a:close/>
                  <a:moveTo>
                    <a:pt x="8055" y="16"/>
                  </a:moveTo>
                  <a:lnTo>
                    <a:pt x="8200" y="16"/>
                  </a:lnTo>
                  <a:lnTo>
                    <a:pt x="8128" y="414"/>
                  </a:lnTo>
                  <a:lnTo>
                    <a:pt x="8235" y="414"/>
                  </a:lnTo>
                  <a:lnTo>
                    <a:pt x="8200" y="544"/>
                  </a:lnTo>
                  <a:lnTo>
                    <a:pt x="7958" y="544"/>
                  </a:lnTo>
                  <a:lnTo>
                    <a:pt x="8055" y="16"/>
                  </a:lnTo>
                  <a:close/>
                  <a:moveTo>
                    <a:pt x="6353" y="16"/>
                  </a:moveTo>
                  <a:lnTo>
                    <a:pt x="6462" y="16"/>
                  </a:lnTo>
                  <a:lnTo>
                    <a:pt x="6444" y="115"/>
                  </a:lnTo>
                  <a:lnTo>
                    <a:pt x="6394" y="211"/>
                  </a:lnTo>
                  <a:lnTo>
                    <a:pt x="6316" y="211"/>
                  </a:lnTo>
                  <a:lnTo>
                    <a:pt x="6353" y="16"/>
                  </a:lnTo>
                  <a:close/>
                  <a:moveTo>
                    <a:pt x="5992" y="16"/>
                  </a:moveTo>
                  <a:lnTo>
                    <a:pt x="6317" y="16"/>
                  </a:lnTo>
                  <a:lnTo>
                    <a:pt x="6284" y="145"/>
                  </a:lnTo>
                  <a:lnTo>
                    <a:pt x="6204" y="145"/>
                  </a:lnTo>
                  <a:lnTo>
                    <a:pt x="6130" y="544"/>
                  </a:lnTo>
                  <a:lnTo>
                    <a:pt x="5985" y="544"/>
                  </a:lnTo>
                  <a:lnTo>
                    <a:pt x="6058" y="145"/>
                  </a:lnTo>
                  <a:lnTo>
                    <a:pt x="5969" y="145"/>
                  </a:lnTo>
                  <a:lnTo>
                    <a:pt x="5992" y="16"/>
                  </a:lnTo>
                  <a:close/>
                  <a:moveTo>
                    <a:pt x="5693" y="16"/>
                  </a:moveTo>
                  <a:lnTo>
                    <a:pt x="5966" y="16"/>
                  </a:lnTo>
                  <a:lnTo>
                    <a:pt x="5933" y="145"/>
                  </a:lnTo>
                  <a:lnTo>
                    <a:pt x="5814" y="145"/>
                  </a:lnTo>
                  <a:lnTo>
                    <a:pt x="5802" y="217"/>
                  </a:lnTo>
                  <a:lnTo>
                    <a:pt x="5919" y="217"/>
                  </a:lnTo>
                  <a:lnTo>
                    <a:pt x="5897" y="338"/>
                  </a:lnTo>
                  <a:lnTo>
                    <a:pt x="5779" y="338"/>
                  </a:lnTo>
                  <a:lnTo>
                    <a:pt x="5766" y="414"/>
                  </a:lnTo>
                  <a:lnTo>
                    <a:pt x="5901" y="414"/>
                  </a:lnTo>
                  <a:lnTo>
                    <a:pt x="5866" y="544"/>
                  </a:lnTo>
                  <a:lnTo>
                    <a:pt x="5596" y="544"/>
                  </a:lnTo>
                  <a:lnTo>
                    <a:pt x="5693" y="16"/>
                  </a:lnTo>
                  <a:close/>
                  <a:moveTo>
                    <a:pt x="5403" y="16"/>
                  </a:moveTo>
                  <a:lnTo>
                    <a:pt x="5548" y="16"/>
                  </a:lnTo>
                  <a:lnTo>
                    <a:pt x="5476" y="414"/>
                  </a:lnTo>
                  <a:lnTo>
                    <a:pt x="5583" y="414"/>
                  </a:lnTo>
                  <a:lnTo>
                    <a:pt x="5548" y="544"/>
                  </a:lnTo>
                  <a:lnTo>
                    <a:pt x="5306" y="544"/>
                  </a:lnTo>
                  <a:lnTo>
                    <a:pt x="5403" y="16"/>
                  </a:lnTo>
                  <a:close/>
                  <a:moveTo>
                    <a:pt x="3699" y="16"/>
                  </a:moveTo>
                  <a:lnTo>
                    <a:pt x="3808" y="16"/>
                  </a:lnTo>
                  <a:lnTo>
                    <a:pt x="3790" y="115"/>
                  </a:lnTo>
                  <a:lnTo>
                    <a:pt x="3740" y="211"/>
                  </a:lnTo>
                  <a:lnTo>
                    <a:pt x="3662" y="211"/>
                  </a:lnTo>
                  <a:lnTo>
                    <a:pt x="3699" y="16"/>
                  </a:lnTo>
                  <a:close/>
                  <a:moveTo>
                    <a:pt x="3338" y="16"/>
                  </a:moveTo>
                  <a:lnTo>
                    <a:pt x="3663" y="16"/>
                  </a:lnTo>
                  <a:lnTo>
                    <a:pt x="3630" y="145"/>
                  </a:lnTo>
                  <a:lnTo>
                    <a:pt x="3550" y="145"/>
                  </a:lnTo>
                  <a:lnTo>
                    <a:pt x="3476" y="544"/>
                  </a:lnTo>
                  <a:lnTo>
                    <a:pt x="3331" y="544"/>
                  </a:lnTo>
                  <a:lnTo>
                    <a:pt x="3404" y="145"/>
                  </a:lnTo>
                  <a:lnTo>
                    <a:pt x="3315" y="145"/>
                  </a:lnTo>
                  <a:lnTo>
                    <a:pt x="3338" y="16"/>
                  </a:lnTo>
                  <a:close/>
                  <a:moveTo>
                    <a:pt x="3039" y="16"/>
                  </a:moveTo>
                  <a:lnTo>
                    <a:pt x="3312" y="16"/>
                  </a:lnTo>
                  <a:lnTo>
                    <a:pt x="3279" y="145"/>
                  </a:lnTo>
                  <a:lnTo>
                    <a:pt x="3160" y="145"/>
                  </a:lnTo>
                  <a:lnTo>
                    <a:pt x="3148" y="217"/>
                  </a:lnTo>
                  <a:lnTo>
                    <a:pt x="3265" y="217"/>
                  </a:lnTo>
                  <a:lnTo>
                    <a:pt x="3243" y="338"/>
                  </a:lnTo>
                  <a:lnTo>
                    <a:pt x="3125" y="338"/>
                  </a:lnTo>
                  <a:lnTo>
                    <a:pt x="3112" y="414"/>
                  </a:lnTo>
                  <a:lnTo>
                    <a:pt x="3247" y="414"/>
                  </a:lnTo>
                  <a:lnTo>
                    <a:pt x="3212" y="544"/>
                  </a:lnTo>
                  <a:lnTo>
                    <a:pt x="2942" y="544"/>
                  </a:lnTo>
                  <a:lnTo>
                    <a:pt x="3039" y="16"/>
                  </a:lnTo>
                  <a:close/>
                  <a:moveTo>
                    <a:pt x="2749" y="16"/>
                  </a:moveTo>
                  <a:lnTo>
                    <a:pt x="2894" y="16"/>
                  </a:lnTo>
                  <a:lnTo>
                    <a:pt x="2822" y="414"/>
                  </a:lnTo>
                  <a:lnTo>
                    <a:pt x="2929" y="414"/>
                  </a:lnTo>
                  <a:lnTo>
                    <a:pt x="2894" y="544"/>
                  </a:lnTo>
                  <a:lnTo>
                    <a:pt x="2652" y="544"/>
                  </a:lnTo>
                  <a:lnTo>
                    <a:pt x="2749" y="16"/>
                  </a:lnTo>
                  <a:close/>
                  <a:moveTo>
                    <a:pt x="1047" y="16"/>
                  </a:moveTo>
                  <a:lnTo>
                    <a:pt x="1156" y="16"/>
                  </a:lnTo>
                  <a:lnTo>
                    <a:pt x="1138" y="115"/>
                  </a:lnTo>
                  <a:lnTo>
                    <a:pt x="1088" y="211"/>
                  </a:lnTo>
                  <a:lnTo>
                    <a:pt x="1010" y="211"/>
                  </a:lnTo>
                  <a:lnTo>
                    <a:pt x="1047" y="16"/>
                  </a:lnTo>
                  <a:close/>
                  <a:moveTo>
                    <a:pt x="686" y="16"/>
                  </a:moveTo>
                  <a:lnTo>
                    <a:pt x="1011" y="16"/>
                  </a:lnTo>
                  <a:lnTo>
                    <a:pt x="978" y="145"/>
                  </a:lnTo>
                  <a:lnTo>
                    <a:pt x="898" y="145"/>
                  </a:lnTo>
                  <a:lnTo>
                    <a:pt x="824" y="544"/>
                  </a:lnTo>
                  <a:lnTo>
                    <a:pt x="679" y="544"/>
                  </a:lnTo>
                  <a:lnTo>
                    <a:pt x="752" y="145"/>
                  </a:lnTo>
                  <a:lnTo>
                    <a:pt x="663" y="145"/>
                  </a:lnTo>
                  <a:lnTo>
                    <a:pt x="686" y="16"/>
                  </a:lnTo>
                  <a:close/>
                  <a:moveTo>
                    <a:pt x="387" y="16"/>
                  </a:moveTo>
                  <a:lnTo>
                    <a:pt x="660" y="16"/>
                  </a:lnTo>
                  <a:lnTo>
                    <a:pt x="627" y="145"/>
                  </a:lnTo>
                  <a:lnTo>
                    <a:pt x="508" y="145"/>
                  </a:lnTo>
                  <a:lnTo>
                    <a:pt x="496" y="217"/>
                  </a:lnTo>
                  <a:lnTo>
                    <a:pt x="613" y="217"/>
                  </a:lnTo>
                  <a:lnTo>
                    <a:pt x="591" y="338"/>
                  </a:lnTo>
                  <a:lnTo>
                    <a:pt x="473" y="338"/>
                  </a:lnTo>
                  <a:lnTo>
                    <a:pt x="460" y="414"/>
                  </a:lnTo>
                  <a:lnTo>
                    <a:pt x="595" y="414"/>
                  </a:lnTo>
                  <a:lnTo>
                    <a:pt x="560" y="544"/>
                  </a:lnTo>
                  <a:lnTo>
                    <a:pt x="290" y="544"/>
                  </a:lnTo>
                  <a:lnTo>
                    <a:pt x="387" y="16"/>
                  </a:lnTo>
                  <a:close/>
                  <a:moveTo>
                    <a:pt x="97" y="16"/>
                  </a:moveTo>
                  <a:lnTo>
                    <a:pt x="242" y="16"/>
                  </a:lnTo>
                  <a:lnTo>
                    <a:pt x="170" y="414"/>
                  </a:lnTo>
                  <a:lnTo>
                    <a:pt x="277" y="414"/>
                  </a:lnTo>
                  <a:lnTo>
                    <a:pt x="242" y="544"/>
                  </a:lnTo>
                  <a:lnTo>
                    <a:pt x="0" y="544"/>
                  </a:lnTo>
                  <a:lnTo>
                    <a:pt x="97" y="16"/>
                  </a:lnTo>
                  <a:close/>
                  <a:moveTo>
                    <a:pt x="17265" y="7"/>
                  </a:moveTo>
                  <a:cubicBezTo>
                    <a:pt x="17296" y="7"/>
                    <a:pt x="17321" y="9"/>
                    <a:pt x="17340" y="13"/>
                  </a:cubicBezTo>
                  <a:cubicBezTo>
                    <a:pt x="17360" y="17"/>
                    <a:pt x="17374" y="21"/>
                    <a:pt x="17383" y="25"/>
                  </a:cubicBezTo>
                  <a:lnTo>
                    <a:pt x="17353" y="151"/>
                  </a:lnTo>
                  <a:cubicBezTo>
                    <a:pt x="17341" y="147"/>
                    <a:pt x="17329" y="143"/>
                    <a:pt x="17317" y="141"/>
                  </a:cubicBezTo>
                  <a:cubicBezTo>
                    <a:pt x="17306" y="139"/>
                    <a:pt x="17293" y="138"/>
                    <a:pt x="17280" y="138"/>
                  </a:cubicBezTo>
                  <a:cubicBezTo>
                    <a:pt x="17267" y="138"/>
                    <a:pt x="17257" y="140"/>
                    <a:pt x="17250" y="145"/>
                  </a:cubicBezTo>
                  <a:cubicBezTo>
                    <a:pt x="17243" y="150"/>
                    <a:pt x="17240" y="158"/>
                    <a:pt x="17240" y="169"/>
                  </a:cubicBezTo>
                  <a:cubicBezTo>
                    <a:pt x="17240" y="177"/>
                    <a:pt x="17241" y="186"/>
                    <a:pt x="17244" y="194"/>
                  </a:cubicBezTo>
                  <a:cubicBezTo>
                    <a:pt x="17247" y="203"/>
                    <a:pt x="17252" y="215"/>
                    <a:pt x="17258" y="230"/>
                  </a:cubicBezTo>
                  <a:lnTo>
                    <a:pt x="17284" y="291"/>
                  </a:lnTo>
                  <a:cubicBezTo>
                    <a:pt x="17291" y="306"/>
                    <a:pt x="17297" y="323"/>
                    <a:pt x="17303" y="341"/>
                  </a:cubicBezTo>
                  <a:cubicBezTo>
                    <a:pt x="17308" y="359"/>
                    <a:pt x="17312" y="377"/>
                    <a:pt x="17312" y="396"/>
                  </a:cubicBezTo>
                  <a:cubicBezTo>
                    <a:pt x="17311" y="451"/>
                    <a:pt x="17296" y="491"/>
                    <a:pt x="17267" y="516"/>
                  </a:cubicBezTo>
                  <a:cubicBezTo>
                    <a:pt x="17238" y="542"/>
                    <a:pt x="17201" y="554"/>
                    <a:pt x="17154" y="554"/>
                  </a:cubicBezTo>
                  <a:cubicBezTo>
                    <a:pt x="17121" y="553"/>
                    <a:pt x="17094" y="551"/>
                    <a:pt x="17073" y="547"/>
                  </a:cubicBezTo>
                  <a:cubicBezTo>
                    <a:pt x="17052" y="543"/>
                    <a:pt x="17037" y="539"/>
                    <a:pt x="17028" y="535"/>
                  </a:cubicBezTo>
                  <a:lnTo>
                    <a:pt x="17038" y="402"/>
                  </a:lnTo>
                  <a:cubicBezTo>
                    <a:pt x="17048" y="406"/>
                    <a:pt x="17061" y="410"/>
                    <a:pt x="17080" y="414"/>
                  </a:cubicBezTo>
                  <a:cubicBezTo>
                    <a:pt x="17099" y="418"/>
                    <a:pt x="17120" y="420"/>
                    <a:pt x="17144" y="420"/>
                  </a:cubicBezTo>
                  <a:cubicBezTo>
                    <a:pt x="17147" y="420"/>
                    <a:pt x="17150" y="420"/>
                    <a:pt x="17152" y="420"/>
                  </a:cubicBezTo>
                  <a:cubicBezTo>
                    <a:pt x="17155" y="420"/>
                    <a:pt x="17158" y="420"/>
                    <a:pt x="17161" y="420"/>
                  </a:cubicBezTo>
                  <a:cubicBezTo>
                    <a:pt x="17162" y="416"/>
                    <a:pt x="17163" y="412"/>
                    <a:pt x="17164" y="407"/>
                  </a:cubicBezTo>
                  <a:cubicBezTo>
                    <a:pt x="17165" y="403"/>
                    <a:pt x="17166" y="398"/>
                    <a:pt x="17166" y="393"/>
                  </a:cubicBezTo>
                  <a:cubicBezTo>
                    <a:pt x="17165" y="384"/>
                    <a:pt x="17164" y="375"/>
                    <a:pt x="17160" y="366"/>
                  </a:cubicBezTo>
                  <a:cubicBezTo>
                    <a:pt x="17156" y="358"/>
                    <a:pt x="17152" y="348"/>
                    <a:pt x="17146" y="336"/>
                  </a:cubicBezTo>
                  <a:lnTo>
                    <a:pt x="17119" y="276"/>
                  </a:lnTo>
                  <a:cubicBezTo>
                    <a:pt x="17111" y="259"/>
                    <a:pt x="17105" y="241"/>
                    <a:pt x="17100" y="223"/>
                  </a:cubicBezTo>
                  <a:cubicBezTo>
                    <a:pt x="17095" y="205"/>
                    <a:pt x="17093" y="188"/>
                    <a:pt x="17093" y="171"/>
                  </a:cubicBezTo>
                  <a:cubicBezTo>
                    <a:pt x="17094" y="116"/>
                    <a:pt x="17109" y="75"/>
                    <a:pt x="17140" y="48"/>
                  </a:cubicBezTo>
                  <a:cubicBezTo>
                    <a:pt x="17171" y="20"/>
                    <a:pt x="17213" y="7"/>
                    <a:pt x="17265" y="7"/>
                  </a:cubicBezTo>
                  <a:close/>
                  <a:moveTo>
                    <a:pt x="15462" y="7"/>
                  </a:moveTo>
                  <a:cubicBezTo>
                    <a:pt x="15517" y="7"/>
                    <a:pt x="15554" y="21"/>
                    <a:pt x="15576" y="47"/>
                  </a:cubicBezTo>
                  <a:cubicBezTo>
                    <a:pt x="15597" y="73"/>
                    <a:pt x="15607" y="108"/>
                    <a:pt x="15606" y="151"/>
                  </a:cubicBezTo>
                  <a:cubicBezTo>
                    <a:pt x="15606" y="175"/>
                    <a:pt x="15604" y="200"/>
                    <a:pt x="15600" y="227"/>
                  </a:cubicBezTo>
                  <a:cubicBezTo>
                    <a:pt x="15596" y="253"/>
                    <a:pt x="15590" y="281"/>
                    <a:pt x="15584" y="310"/>
                  </a:cubicBezTo>
                  <a:cubicBezTo>
                    <a:pt x="15568" y="395"/>
                    <a:pt x="15543" y="457"/>
                    <a:pt x="15508" y="496"/>
                  </a:cubicBezTo>
                  <a:cubicBezTo>
                    <a:pt x="15472" y="535"/>
                    <a:pt x="15419" y="554"/>
                    <a:pt x="15349" y="554"/>
                  </a:cubicBezTo>
                  <a:cubicBezTo>
                    <a:pt x="15294" y="553"/>
                    <a:pt x="15257" y="540"/>
                    <a:pt x="15235" y="514"/>
                  </a:cubicBezTo>
                  <a:cubicBezTo>
                    <a:pt x="15214" y="487"/>
                    <a:pt x="15204" y="453"/>
                    <a:pt x="15205" y="409"/>
                  </a:cubicBezTo>
                  <a:cubicBezTo>
                    <a:pt x="15205" y="385"/>
                    <a:pt x="15208" y="360"/>
                    <a:pt x="15212" y="334"/>
                  </a:cubicBezTo>
                  <a:cubicBezTo>
                    <a:pt x="15216" y="307"/>
                    <a:pt x="15221" y="280"/>
                    <a:pt x="15228" y="251"/>
                  </a:cubicBezTo>
                  <a:cubicBezTo>
                    <a:pt x="15239" y="194"/>
                    <a:pt x="15253" y="148"/>
                    <a:pt x="15272" y="112"/>
                  </a:cubicBezTo>
                  <a:cubicBezTo>
                    <a:pt x="15290" y="76"/>
                    <a:pt x="15315" y="49"/>
                    <a:pt x="15345" y="32"/>
                  </a:cubicBezTo>
                  <a:cubicBezTo>
                    <a:pt x="15376" y="15"/>
                    <a:pt x="15415" y="7"/>
                    <a:pt x="15462" y="7"/>
                  </a:cubicBezTo>
                  <a:close/>
                  <a:moveTo>
                    <a:pt x="15073" y="7"/>
                  </a:moveTo>
                  <a:cubicBezTo>
                    <a:pt x="15102" y="7"/>
                    <a:pt x="15130" y="9"/>
                    <a:pt x="15156" y="13"/>
                  </a:cubicBezTo>
                  <a:cubicBezTo>
                    <a:pt x="15182" y="17"/>
                    <a:pt x="15201" y="21"/>
                    <a:pt x="15212" y="26"/>
                  </a:cubicBezTo>
                  <a:lnTo>
                    <a:pt x="15180" y="153"/>
                  </a:lnTo>
                  <a:cubicBezTo>
                    <a:pt x="15167" y="149"/>
                    <a:pt x="15151" y="146"/>
                    <a:pt x="15133" y="143"/>
                  </a:cubicBezTo>
                  <a:cubicBezTo>
                    <a:pt x="15115" y="140"/>
                    <a:pt x="15094" y="138"/>
                    <a:pt x="15071" y="138"/>
                  </a:cubicBezTo>
                  <a:cubicBezTo>
                    <a:pt x="15043" y="137"/>
                    <a:pt x="15024" y="144"/>
                    <a:pt x="15012" y="160"/>
                  </a:cubicBezTo>
                  <a:cubicBezTo>
                    <a:pt x="15001" y="176"/>
                    <a:pt x="14990" y="207"/>
                    <a:pt x="14980" y="252"/>
                  </a:cubicBezTo>
                  <a:cubicBezTo>
                    <a:pt x="14976" y="268"/>
                    <a:pt x="14973" y="288"/>
                    <a:pt x="14969" y="309"/>
                  </a:cubicBezTo>
                  <a:cubicBezTo>
                    <a:pt x="14965" y="331"/>
                    <a:pt x="14962" y="353"/>
                    <a:pt x="14960" y="374"/>
                  </a:cubicBezTo>
                  <a:cubicBezTo>
                    <a:pt x="14958" y="395"/>
                    <a:pt x="14956" y="413"/>
                    <a:pt x="14956" y="428"/>
                  </a:cubicBezTo>
                  <a:cubicBezTo>
                    <a:pt x="14959" y="429"/>
                    <a:pt x="14963" y="429"/>
                    <a:pt x="14966" y="429"/>
                  </a:cubicBezTo>
                  <a:cubicBezTo>
                    <a:pt x="14969" y="429"/>
                    <a:pt x="14972" y="429"/>
                    <a:pt x="14976" y="429"/>
                  </a:cubicBezTo>
                  <a:cubicBezTo>
                    <a:pt x="14985" y="429"/>
                    <a:pt x="14994" y="429"/>
                    <a:pt x="15003" y="428"/>
                  </a:cubicBezTo>
                  <a:cubicBezTo>
                    <a:pt x="15012" y="427"/>
                    <a:pt x="15021" y="426"/>
                    <a:pt x="15029" y="424"/>
                  </a:cubicBezTo>
                  <a:lnTo>
                    <a:pt x="15043" y="346"/>
                  </a:lnTo>
                  <a:lnTo>
                    <a:pt x="15002" y="346"/>
                  </a:lnTo>
                  <a:lnTo>
                    <a:pt x="15022" y="235"/>
                  </a:lnTo>
                  <a:lnTo>
                    <a:pt x="15186" y="235"/>
                  </a:lnTo>
                  <a:lnTo>
                    <a:pt x="15132" y="526"/>
                  </a:lnTo>
                  <a:cubicBezTo>
                    <a:pt x="15114" y="534"/>
                    <a:pt x="15088" y="541"/>
                    <a:pt x="15055" y="546"/>
                  </a:cubicBezTo>
                  <a:cubicBezTo>
                    <a:pt x="15022" y="551"/>
                    <a:pt x="14990" y="554"/>
                    <a:pt x="14957" y="554"/>
                  </a:cubicBezTo>
                  <a:cubicBezTo>
                    <a:pt x="14918" y="554"/>
                    <a:pt x="14888" y="548"/>
                    <a:pt x="14867" y="536"/>
                  </a:cubicBezTo>
                  <a:cubicBezTo>
                    <a:pt x="14846" y="524"/>
                    <a:pt x="14832" y="507"/>
                    <a:pt x="14824" y="485"/>
                  </a:cubicBezTo>
                  <a:cubicBezTo>
                    <a:pt x="14816" y="464"/>
                    <a:pt x="14813" y="439"/>
                    <a:pt x="14813" y="410"/>
                  </a:cubicBezTo>
                  <a:cubicBezTo>
                    <a:pt x="14813" y="386"/>
                    <a:pt x="14815" y="361"/>
                    <a:pt x="14819" y="334"/>
                  </a:cubicBezTo>
                  <a:cubicBezTo>
                    <a:pt x="14824" y="307"/>
                    <a:pt x="14829" y="280"/>
                    <a:pt x="14835" y="251"/>
                  </a:cubicBezTo>
                  <a:cubicBezTo>
                    <a:pt x="14851" y="166"/>
                    <a:pt x="14877" y="104"/>
                    <a:pt x="14913" y="65"/>
                  </a:cubicBezTo>
                  <a:cubicBezTo>
                    <a:pt x="14949" y="26"/>
                    <a:pt x="15003" y="6"/>
                    <a:pt x="15073" y="7"/>
                  </a:cubicBezTo>
                  <a:close/>
                  <a:moveTo>
                    <a:pt x="14611" y="7"/>
                  </a:moveTo>
                  <a:cubicBezTo>
                    <a:pt x="14642" y="7"/>
                    <a:pt x="14667" y="9"/>
                    <a:pt x="14686" y="13"/>
                  </a:cubicBezTo>
                  <a:cubicBezTo>
                    <a:pt x="14706" y="17"/>
                    <a:pt x="14720" y="21"/>
                    <a:pt x="14729" y="25"/>
                  </a:cubicBezTo>
                  <a:lnTo>
                    <a:pt x="14699" y="151"/>
                  </a:lnTo>
                  <a:cubicBezTo>
                    <a:pt x="14687" y="147"/>
                    <a:pt x="14675" y="143"/>
                    <a:pt x="14663" y="141"/>
                  </a:cubicBezTo>
                  <a:cubicBezTo>
                    <a:pt x="14652" y="139"/>
                    <a:pt x="14639" y="138"/>
                    <a:pt x="14626" y="138"/>
                  </a:cubicBezTo>
                  <a:cubicBezTo>
                    <a:pt x="14613" y="138"/>
                    <a:pt x="14603" y="140"/>
                    <a:pt x="14596" y="145"/>
                  </a:cubicBezTo>
                  <a:cubicBezTo>
                    <a:pt x="14589" y="150"/>
                    <a:pt x="14586" y="158"/>
                    <a:pt x="14586" y="169"/>
                  </a:cubicBezTo>
                  <a:cubicBezTo>
                    <a:pt x="14586" y="177"/>
                    <a:pt x="14587" y="186"/>
                    <a:pt x="14590" y="194"/>
                  </a:cubicBezTo>
                  <a:cubicBezTo>
                    <a:pt x="14593" y="203"/>
                    <a:pt x="14598" y="215"/>
                    <a:pt x="14604" y="230"/>
                  </a:cubicBezTo>
                  <a:lnTo>
                    <a:pt x="14630" y="291"/>
                  </a:lnTo>
                  <a:cubicBezTo>
                    <a:pt x="14637" y="306"/>
                    <a:pt x="14643" y="323"/>
                    <a:pt x="14649" y="341"/>
                  </a:cubicBezTo>
                  <a:cubicBezTo>
                    <a:pt x="14654" y="359"/>
                    <a:pt x="14658" y="377"/>
                    <a:pt x="14658" y="396"/>
                  </a:cubicBezTo>
                  <a:cubicBezTo>
                    <a:pt x="14657" y="451"/>
                    <a:pt x="14642" y="491"/>
                    <a:pt x="14613" y="516"/>
                  </a:cubicBezTo>
                  <a:cubicBezTo>
                    <a:pt x="14584" y="542"/>
                    <a:pt x="14547" y="554"/>
                    <a:pt x="14500" y="554"/>
                  </a:cubicBezTo>
                  <a:cubicBezTo>
                    <a:pt x="14467" y="553"/>
                    <a:pt x="14440" y="551"/>
                    <a:pt x="14419" y="547"/>
                  </a:cubicBezTo>
                  <a:cubicBezTo>
                    <a:pt x="14398" y="543"/>
                    <a:pt x="14383" y="539"/>
                    <a:pt x="14374" y="535"/>
                  </a:cubicBezTo>
                  <a:lnTo>
                    <a:pt x="14384" y="402"/>
                  </a:lnTo>
                  <a:cubicBezTo>
                    <a:pt x="14394" y="406"/>
                    <a:pt x="14407" y="410"/>
                    <a:pt x="14426" y="414"/>
                  </a:cubicBezTo>
                  <a:cubicBezTo>
                    <a:pt x="14445" y="418"/>
                    <a:pt x="14466" y="420"/>
                    <a:pt x="14490" y="420"/>
                  </a:cubicBezTo>
                  <a:cubicBezTo>
                    <a:pt x="14493" y="420"/>
                    <a:pt x="14496" y="420"/>
                    <a:pt x="14498" y="420"/>
                  </a:cubicBezTo>
                  <a:cubicBezTo>
                    <a:pt x="14501" y="420"/>
                    <a:pt x="14504" y="420"/>
                    <a:pt x="14507" y="420"/>
                  </a:cubicBezTo>
                  <a:cubicBezTo>
                    <a:pt x="14508" y="416"/>
                    <a:pt x="14509" y="412"/>
                    <a:pt x="14510" y="407"/>
                  </a:cubicBezTo>
                  <a:cubicBezTo>
                    <a:pt x="14511" y="403"/>
                    <a:pt x="14512" y="398"/>
                    <a:pt x="14512" y="393"/>
                  </a:cubicBezTo>
                  <a:cubicBezTo>
                    <a:pt x="14511" y="384"/>
                    <a:pt x="14510" y="375"/>
                    <a:pt x="14506" y="366"/>
                  </a:cubicBezTo>
                  <a:cubicBezTo>
                    <a:pt x="14502" y="358"/>
                    <a:pt x="14498" y="348"/>
                    <a:pt x="14492" y="336"/>
                  </a:cubicBezTo>
                  <a:lnTo>
                    <a:pt x="14465" y="276"/>
                  </a:lnTo>
                  <a:cubicBezTo>
                    <a:pt x="14457" y="259"/>
                    <a:pt x="14451" y="241"/>
                    <a:pt x="14446" y="223"/>
                  </a:cubicBezTo>
                  <a:cubicBezTo>
                    <a:pt x="14441" y="205"/>
                    <a:pt x="14439" y="188"/>
                    <a:pt x="14439" y="171"/>
                  </a:cubicBezTo>
                  <a:cubicBezTo>
                    <a:pt x="14440" y="116"/>
                    <a:pt x="14455" y="75"/>
                    <a:pt x="14486" y="48"/>
                  </a:cubicBezTo>
                  <a:cubicBezTo>
                    <a:pt x="14517" y="20"/>
                    <a:pt x="14559" y="7"/>
                    <a:pt x="14611" y="7"/>
                  </a:cubicBezTo>
                  <a:close/>
                  <a:moveTo>
                    <a:pt x="12810" y="7"/>
                  </a:moveTo>
                  <a:cubicBezTo>
                    <a:pt x="12865" y="7"/>
                    <a:pt x="12902" y="21"/>
                    <a:pt x="12924" y="47"/>
                  </a:cubicBezTo>
                  <a:cubicBezTo>
                    <a:pt x="12945" y="73"/>
                    <a:pt x="12955" y="108"/>
                    <a:pt x="12954" y="151"/>
                  </a:cubicBezTo>
                  <a:cubicBezTo>
                    <a:pt x="12954" y="175"/>
                    <a:pt x="12952" y="200"/>
                    <a:pt x="12948" y="227"/>
                  </a:cubicBezTo>
                  <a:cubicBezTo>
                    <a:pt x="12944" y="253"/>
                    <a:pt x="12938" y="281"/>
                    <a:pt x="12932" y="310"/>
                  </a:cubicBezTo>
                  <a:cubicBezTo>
                    <a:pt x="12916" y="395"/>
                    <a:pt x="12891" y="457"/>
                    <a:pt x="12856" y="496"/>
                  </a:cubicBezTo>
                  <a:cubicBezTo>
                    <a:pt x="12820" y="535"/>
                    <a:pt x="12767" y="554"/>
                    <a:pt x="12697" y="554"/>
                  </a:cubicBezTo>
                  <a:cubicBezTo>
                    <a:pt x="12642" y="553"/>
                    <a:pt x="12605" y="540"/>
                    <a:pt x="12583" y="514"/>
                  </a:cubicBezTo>
                  <a:cubicBezTo>
                    <a:pt x="12562" y="487"/>
                    <a:pt x="12552" y="453"/>
                    <a:pt x="12553" y="409"/>
                  </a:cubicBezTo>
                  <a:cubicBezTo>
                    <a:pt x="12553" y="385"/>
                    <a:pt x="12556" y="360"/>
                    <a:pt x="12560" y="334"/>
                  </a:cubicBezTo>
                  <a:cubicBezTo>
                    <a:pt x="12564" y="307"/>
                    <a:pt x="12569" y="280"/>
                    <a:pt x="12576" y="251"/>
                  </a:cubicBezTo>
                  <a:cubicBezTo>
                    <a:pt x="12587" y="194"/>
                    <a:pt x="12601" y="148"/>
                    <a:pt x="12620" y="112"/>
                  </a:cubicBezTo>
                  <a:cubicBezTo>
                    <a:pt x="12638" y="76"/>
                    <a:pt x="12663" y="49"/>
                    <a:pt x="12693" y="32"/>
                  </a:cubicBezTo>
                  <a:cubicBezTo>
                    <a:pt x="12724" y="15"/>
                    <a:pt x="12763" y="7"/>
                    <a:pt x="12810" y="7"/>
                  </a:cubicBezTo>
                  <a:close/>
                  <a:moveTo>
                    <a:pt x="12421" y="7"/>
                  </a:moveTo>
                  <a:cubicBezTo>
                    <a:pt x="12450" y="7"/>
                    <a:pt x="12478" y="9"/>
                    <a:pt x="12504" y="13"/>
                  </a:cubicBezTo>
                  <a:cubicBezTo>
                    <a:pt x="12530" y="17"/>
                    <a:pt x="12549" y="21"/>
                    <a:pt x="12560" y="26"/>
                  </a:cubicBezTo>
                  <a:lnTo>
                    <a:pt x="12528" y="153"/>
                  </a:lnTo>
                  <a:cubicBezTo>
                    <a:pt x="12515" y="149"/>
                    <a:pt x="12499" y="146"/>
                    <a:pt x="12481" y="143"/>
                  </a:cubicBezTo>
                  <a:cubicBezTo>
                    <a:pt x="12463" y="140"/>
                    <a:pt x="12442" y="138"/>
                    <a:pt x="12419" y="138"/>
                  </a:cubicBezTo>
                  <a:cubicBezTo>
                    <a:pt x="12391" y="137"/>
                    <a:pt x="12372" y="144"/>
                    <a:pt x="12360" y="160"/>
                  </a:cubicBezTo>
                  <a:cubicBezTo>
                    <a:pt x="12349" y="176"/>
                    <a:pt x="12338" y="207"/>
                    <a:pt x="12328" y="252"/>
                  </a:cubicBezTo>
                  <a:cubicBezTo>
                    <a:pt x="12324" y="268"/>
                    <a:pt x="12321" y="288"/>
                    <a:pt x="12317" y="309"/>
                  </a:cubicBezTo>
                  <a:cubicBezTo>
                    <a:pt x="12313" y="331"/>
                    <a:pt x="12310" y="353"/>
                    <a:pt x="12308" y="374"/>
                  </a:cubicBezTo>
                  <a:cubicBezTo>
                    <a:pt x="12306" y="395"/>
                    <a:pt x="12304" y="413"/>
                    <a:pt x="12304" y="428"/>
                  </a:cubicBezTo>
                  <a:cubicBezTo>
                    <a:pt x="12307" y="429"/>
                    <a:pt x="12311" y="429"/>
                    <a:pt x="12314" y="429"/>
                  </a:cubicBezTo>
                  <a:cubicBezTo>
                    <a:pt x="12317" y="429"/>
                    <a:pt x="12320" y="429"/>
                    <a:pt x="12324" y="429"/>
                  </a:cubicBezTo>
                  <a:cubicBezTo>
                    <a:pt x="12333" y="429"/>
                    <a:pt x="12342" y="429"/>
                    <a:pt x="12351" y="428"/>
                  </a:cubicBezTo>
                  <a:cubicBezTo>
                    <a:pt x="12360" y="427"/>
                    <a:pt x="12369" y="426"/>
                    <a:pt x="12377" y="424"/>
                  </a:cubicBezTo>
                  <a:lnTo>
                    <a:pt x="12391" y="346"/>
                  </a:lnTo>
                  <a:lnTo>
                    <a:pt x="12350" y="346"/>
                  </a:lnTo>
                  <a:lnTo>
                    <a:pt x="12370" y="235"/>
                  </a:lnTo>
                  <a:lnTo>
                    <a:pt x="12534" y="235"/>
                  </a:lnTo>
                  <a:lnTo>
                    <a:pt x="12480" y="526"/>
                  </a:lnTo>
                  <a:cubicBezTo>
                    <a:pt x="12462" y="534"/>
                    <a:pt x="12436" y="541"/>
                    <a:pt x="12403" y="546"/>
                  </a:cubicBezTo>
                  <a:cubicBezTo>
                    <a:pt x="12370" y="551"/>
                    <a:pt x="12338" y="554"/>
                    <a:pt x="12305" y="554"/>
                  </a:cubicBezTo>
                  <a:cubicBezTo>
                    <a:pt x="12266" y="554"/>
                    <a:pt x="12236" y="548"/>
                    <a:pt x="12215" y="536"/>
                  </a:cubicBezTo>
                  <a:cubicBezTo>
                    <a:pt x="12194" y="524"/>
                    <a:pt x="12180" y="507"/>
                    <a:pt x="12172" y="485"/>
                  </a:cubicBezTo>
                  <a:cubicBezTo>
                    <a:pt x="12164" y="464"/>
                    <a:pt x="12161" y="439"/>
                    <a:pt x="12161" y="410"/>
                  </a:cubicBezTo>
                  <a:cubicBezTo>
                    <a:pt x="12161" y="386"/>
                    <a:pt x="12163" y="361"/>
                    <a:pt x="12167" y="334"/>
                  </a:cubicBezTo>
                  <a:cubicBezTo>
                    <a:pt x="12172" y="307"/>
                    <a:pt x="12177" y="280"/>
                    <a:pt x="12183" y="251"/>
                  </a:cubicBezTo>
                  <a:cubicBezTo>
                    <a:pt x="12199" y="166"/>
                    <a:pt x="12225" y="104"/>
                    <a:pt x="12261" y="65"/>
                  </a:cubicBezTo>
                  <a:cubicBezTo>
                    <a:pt x="12297" y="26"/>
                    <a:pt x="12351" y="6"/>
                    <a:pt x="12421" y="7"/>
                  </a:cubicBezTo>
                  <a:close/>
                  <a:moveTo>
                    <a:pt x="11959" y="7"/>
                  </a:moveTo>
                  <a:cubicBezTo>
                    <a:pt x="11990" y="7"/>
                    <a:pt x="12015" y="9"/>
                    <a:pt x="12034" y="13"/>
                  </a:cubicBezTo>
                  <a:cubicBezTo>
                    <a:pt x="12054" y="17"/>
                    <a:pt x="12068" y="21"/>
                    <a:pt x="12077" y="25"/>
                  </a:cubicBezTo>
                  <a:lnTo>
                    <a:pt x="12047" y="151"/>
                  </a:lnTo>
                  <a:cubicBezTo>
                    <a:pt x="12035" y="147"/>
                    <a:pt x="12023" y="143"/>
                    <a:pt x="12011" y="141"/>
                  </a:cubicBezTo>
                  <a:cubicBezTo>
                    <a:pt x="12000" y="139"/>
                    <a:pt x="11987" y="138"/>
                    <a:pt x="11974" y="138"/>
                  </a:cubicBezTo>
                  <a:cubicBezTo>
                    <a:pt x="11961" y="138"/>
                    <a:pt x="11951" y="140"/>
                    <a:pt x="11944" y="145"/>
                  </a:cubicBezTo>
                  <a:cubicBezTo>
                    <a:pt x="11937" y="150"/>
                    <a:pt x="11934" y="158"/>
                    <a:pt x="11934" y="169"/>
                  </a:cubicBezTo>
                  <a:cubicBezTo>
                    <a:pt x="11934" y="177"/>
                    <a:pt x="11935" y="186"/>
                    <a:pt x="11938" y="194"/>
                  </a:cubicBezTo>
                  <a:cubicBezTo>
                    <a:pt x="11941" y="203"/>
                    <a:pt x="11946" y="215"/>
                    <a:pt x="11952" y="230"/>
                  </a:cubicBezTo>
                  <a:lnTo>
                    <a:pt x="11978" y="291"/>
                  </a:lnTo>
                  <a:cubicBezTo>
                    <a:pt x="11985" y="306"/>
                    <a:pt x="11991" y="323"/>
                    <a:pt x="11997" y="341"/>
                  </a:cubicBezTo>
                  <a:cubicBezTo>
                    <a:pt x="12002" y="359"/>
                    <a:pt x="12006" y="377"/>
                    <a:pt x="12006" y="396"/>
                  </a:cubicBezTo>
                  <a:cubicBezTo>
                    <a:pt x="12005" y="451"/>
                    <a:pt x="11990" y="491"/>
                    <a:pt x="11961" y="516"/>
                  </a:cubicBezTo>
                  <a:cubicBezTo>
                    <a:pt x="11932" y="542"/>
                    <a:pt x="11895" y="554"/>
                    <a:pt x="11848" y="554"/>
                  </a:cubicBezTo>
                  <a:cubicBezTo>
                    <a:pt x="11815" y="553"/>
                    <a:pt x="11788" y="551"/>
                    <a:pt x="11767" y="547"/>
                  </a:cubicBezTo>
                  <a:cubicBezTo>
                    <a:pt x="11746" y="543"/>
                    <a:pt x="11731" y="539"/>
                    <a:pt x="11722" y="535"/>
                  </a:cubicBezTo>
                  <a:lnTo>
                    <a:pt x="11732" y="402"/>
                  </a:lnTo>
                  <a:cubicBezTo>
                    <a:pt x="11742" y="406"/>
                    <a:pt x="11755" y="410"/>
                    <a:pt x="11774" y="414"/>
                  </a:cubicBezTo>
                  <a:cubicBezTo>
                    <a:pt x="11793" y="418"/>
                    <a:pt x="11814" y="420"/>
                    <a:pt x="11838" y="420"/>
                  </a:cubicBezTo>
                  <a:cubicBezTo>
                    <a:pt x="11841" y="420"/>
                    <a:pt x="11844" y="420"/>
                    <a:pt x="11846" y="420"/>
                  </a:cubicBezTo>
                  <a:cubicBezTo>
                    <a:pt x="11849" y="420"/>
                    <a:pt x="11852" y="420"/>
                    <a:pt x="11855" y="420"/>
                  </a:cubicBezTo>
                  <a:cubicBezTo>
                    <a:pt x="11856" y="416"/>
                    <a:pt x="11857" y="412"/>
                    <a:pt x="11858" y="407"/>
                  </a:cubicBezTo>
                  <a:cubicBezTo>
                    <a:pt x="11859" y="403"/>
                    <a:pt x="11860" y="398"/>
                    <a:pt x="11860" y="393"/>
                  </a:cubicBezTo>
                  <a:cubicBezTo>
                    <a:pt x="11859" y="384"/>
                    <a:pt x="11858" y="375"/>
                    <a:pt x="11854" y="366"/>
                  </a:cubicBezTo>
                  <a:cubicBezTo>
                    <a:pt x="11850" y="358"/>
                    <a:pt x="11846" y="348"/>
                    <a:pt x="11840" y="336"/>
                  </a:cubicBezTo>
                  <a:lnTo>
                    <a:pt x="11813" y="276"/>
                  </a:lnTo>
                  <a:cubicBezTo>
                    <a:pt x="11805" y="259"/>
                    <a:pt x="11799" y="241"/>
                    <a:pt x="11794" y="223"/>
                  </a:cubicBezTo>
                  <a:cubicBezTo>
                    <a:pt x="11789" y="205"/>
                    <a:pt x="11787" y="188"/>
                    <a:pt x="11787" y="171"/>
                  </a:cubicBezTo>
                  <a:cubicBezTo>
                    <a:pt x="11788" y="116"/>
                    <a:pt x="11803" y="75"/>
                    <a:pt x="11834" y="48"/>
                  </a:cubicBezTo>
                  <a:cubicBezTo>
                    <a:pt x="11865" y="20"/>
                    <a:pt x="11907" y="7"/>
                    <a:pt x="11959" y="7"/>
                  </a:cubicBezTo>
                  <a:close/>
                  <a:moveTo>
                    <a:pt x="10156" y="7"/>
                  </a:moveTo>
                  <a:cubicBezTo>
                    <a:pt x="10211" y="7"/>
                    <a:pt x="10248" y="21"/>
                    <a:pt x="10270" y="47"/>
                  </a:cubicBezTo>
                  <a:cubicBezTo>
                    <a:pt x="10291" y="73"/>
                    <a:pt x="10301" y="108"/>
                    <a:pt x="10300" y="151"/>
                  </a:cubicBezTo>
                  <a:cubicBezTo>
                    <a:pt x="10300" y="175"/>
                    <a:pt x="10298" y="200"/>
                    <a:pt x="10294" y="227"/>
                  </a:cubicBezTo>
                  <a:cubicBezTo>
                    <a:pt x="10290" y="253"/>
                    <a:pt x="10284" y="281"/>
                    <a:pt x="10278" y="310"/>
                  </a:cubicBezTo>
                  <a:cubicBezTo>
                    <a:pt x="10262" y="395"/>
                    <a:pt x="10237" y="457"/>
                    <a:pt x="10202" y="496"/>
                  </a:cubicBezTo>
                  <a:cubicBezTo>
                    <a:pt x="10166" y="535"/>
                    <a:pt x="10113" y="554"/>
                    <a:pt x="10043" y="554"/>
                  </a:cubicBezTo>
                  <a:cubicBezTo>
                    <a:pt x="9988" y="553"/>
                    <a:pt x="9951" y="540"/>
                    <a:pt x="9929" y="514"/>
                  </a:cubicBezTo>
                  <a:cubicBezTo>
                    <a:pt x="9908" y="487"/>
                    <a:pt x="9898" y="453"/>
                    <a:pt x="9899" y="409"/>
                  </a:cubicBezTo>
                  <a:cubicBezTo>
                    <a:pt x="9899" y="385"/>
                    <a:pt x="9902" y="360"/>
                    <a:pt x="9906" y="334"/>
                  </a:cubicBezTo>
                  <a:cubicBezTo>
                    <a:pt x="9910" y="307"/>
                    <a:pt x="9915" y="280"/>
                    <a:pt x="9922" y="251"/>
                  </a:cubicBezTo>
                  <a:cubicBezTo>
                    <a:pt x="9933" y="194"/>
                    <a:pt x="9947" y="148"/>
                    <a:pt x="9966" y="112"/>
                  </a:cubicBezTo>
                  <a:cubicBezTo>
                    <a:pt x="9984" y="76"/>
                    <a:pt x="10009" y="49"/>
                    <a:pt x="10039" y="32"/>
                  </a:cubicBezTo>
                  <a:cubicBezTo>
                    <a:pt x="10070" y="15"/>
                    <a:pt x="10109" y="7"/>
                    <a:pt x="10156" y="7"/>
                  </a:cubicBezTo>
                  <a:close/>
                  <a:moveTo>
                    <a:pt x="9767" y="7"/>
                  </a:moveTo>
                  <a:cubicBezTo>
                    <a:pt x="9796" y="7"/>
                    <a:pt x="9824" y="9"/>
                    <a:pt x="9850" y="13"/>
                  </a:cubicBezTo>
                  <a:cubicBezTo>
                    <a:pt x="9876" y="17"/>
                    <a:pt x="9895" y="21"/>
                    <a:pt x="9906" y="26"/>
                  </a:cubicBezTo>
                  <a:lnTo>
                    <a:pt x="9874" y="153"/>
                  </a:lnTo>
                  <a:cubicBezTo>
                    <a:pt x="9861" y="149"/>
                    <a:pt x="9845" y="146"/>
                    <a:pt x="9827" y="143"/>
                  </a:cubicBezTo>
                  <a:cubicBezTo>
                    <a:pt x="9809" y="140"/>
                    <a:pt x="9788" y="138"/>
                    <a:pt x="9765" y="138"/>
                  </a:cubicBezTo>
                  <a:cubicBezTo>
                    <a:pt x="9737" y="137"/>
                    <a:pt x="9718" y="144"/>
                    <a:pt x="9706" y="160"/>
                  </a:cubicBezTo>
                  <a:cubicBezTo>
                    <a:pt x="9695" y="176"/>
                    <a:pt x="9684" y="207"/>
                    <a:pt x="9674" y="252"/>
                  </a:cubicBezTo>
                  <a:cubicBezTo>
                    <a:pt x="9670" y="268"/>
                    <a:pt x="9667" y="288"/>
                    <a:pt x="9663" y="309"/>
                  </a:cubicBezTo>
                  <a:cubicBezTo>
                    <a:pt x="9659" y="331"/>
                    <a:pt x="9656" y="353"/>
                    <a:pt x="9654" y="374"/>
                  </a:cubicBezTo>
                  <a:cubicBezTo>
                    <a:pt x="9652" y="395"/>
                    <a:pt x="9650" y="413"/>
                    <a:pt x="9650" y="428"/>
                  </a:cubicBezTo>
                  <a:cubicBezTo>
                    <a:pt x="9653" y="429"/>
                    <a:pt x="9657" y="429"/>
                    <a:pt x="9660" y="429"/>
                  </a:cubicBezTo>
                  <a:cubicBezTo>
                    <a:pt x="9663" y="429"/>
                    <a:pt x="9666" y="429"/>
                    <a:pt x="9670" y="429"/>
                  </a:cubicBezTo>
                  <a:cubicBezTo>
                    <a:pt x="9679" y="429"/>
                    <a:pt x="9688" y="429"/>
                    <a:pt x="9697" y="428"/>
                  </a:cubicBezTo>
                  <a:cubicBezTo>
                    <a:pt x="9706" y="427"/>
                    <a:pt x="9715" y="426"/>
                    <a:pt x="9723" y="424"/>
                  </a:cubicBezTo>
                  <a:lnTo>
                    <a:pt x="9737" y="346"/>
                  </a:lnTo>
                  <a:lnTo>
                    <a:pt x="9696" y="346"/>
                  </a:lnTo>
                  <a:lnTo>
                    <a:pt x="9716" y="235"/>
                  </a:lnTo>
                  <a:lnTo>
                    <a:pt x="9880" y="235"/>
                  </a:lnTo>
                  <a:lnTo>
                    <a:pt x="9826" y="526"/>
                  </a:lnTo>
                  <a:cubicBezTo>
                    <a:pt x="9808" y="534"/>
                    <a:pt x="9782" y="541"/>
                    <a:pt x="9749" y="546"/>
                  </a:cubicBezTo>
                  <a:cubicBezTo>
                    <a:pt x="9716" y="551"/>
                    <a:pt x="9684" y="554"/>
                    <a:pt x="9651" y="554"/>
                  </a:cubicBezTo>
                  <a:cubicBezTo>
                    <a:pt x="9612" y="554"/>
                    <a:pt x="9582" y="548"/>
                    <a:pt x="9561" y="536"/>
                  </a:cubicBezTo>
                  <a:cubicBezTo>
                    <a:pt x="9540" y="524"/>
                    <a:pt x="9526" y="507"/>
                    <a:pt x="9518" y="485"/>
                  </a:cubicBezTo>
                  <a:cubicBezTo>
                    <a:pt x="9510" y="464"/>
                    <a:pt x="9507" y="439"/>
                    <a:pt x="9507" y="410"/>
                  </a:cubicBezTo>
                  <a:cubicBezTo>
                    <a:pt x="9507" y="386"/>
                    <a:pt x="9509" y="361"/>
                    <a:pt x="9513" y="334"/>
                  </a:cubicBezTo>
                  <a:cubicBezTo>
                    <a:pt x="9518" y="307"/>
                    <a:pt x="9523" y="280"/>
                    <a:pt x="9529" y="251"/>
                  </a:cubicBezTo>
                  <a:cubicBezTo>
                    <a:pt x="9545" y="166"/>
                    <a:pt x="9571" y="104"/>
                    <a:pt x="9607" y="65"/>
                  </a:cubicBezTo>
                  <a:cubicBezTo>
                    <a:pt x="9643" y="26"/>
                    <a:pt x="9697" y="6"/>
                    <a:pt x="9767" y="7"/>
                  </a:cubicBezTo>
                  <a:close/>
                  <a:moveTo>
                    <a:pt x="9305" y="7"/>
                  </a:moveTo>
                  <a:cubicBezTo>
                    <a:pt x="9336" y="7"/>
                    <a:pt x="9361" y="9"/>
                    <a:pt x="9380" y="13"/>
                  </a:cubicBezTo>
                  <a:cubicBezTo>
                    <a:pt x="9400" y="17"/>
                    <a:pt x="9414" y="21"/>
                    <a:pt x="9423" y="25"/>
                  </a:cubicBezTo>
                  <a:lnTo>
                    <a:pt x="9393" y="151"/>
                  </a:lnTo>
                  <a:cubicBezTo>
                    <a:pt x="9381" y="147"/>
                    <a:pt x="9369" y="143"/>
                    <a:pt x="9357" y="141"/>
                  </a:cubicBezTo>
                  <a:cubicBezTo>
                    <a:pt x="9346" y="139"/>
                    <a:pt x="9333" y="138"/>
                    <a:pt x="9320" y="138"/>
                  </a:cubicBezTo>
                  <a:cubicBezTo>
                    <a:pt x="9307" y="138"/>
                    <a:pt x="9297" y="140"/>
                    <a:pt x="9290" y="145"/>
                  </a:cubicBezTo>
                  <a:cubicBezTo>
                    <a:pt x="9283" y="150"/>
                    <a:pt x="9280" y="158"/>
                    <a:pt x="9280" y="169"/>
                  </a:cubicBezTo>
                  <a:cubicBezTo>
                    <a:pt x="9280" y="177"/>
                    <a:pt x="9281" y="186"/>
                    <a:pt x="9284" y="194"/>
                  </a:cubicBezTo>
                  <a:cubicBezTo>
                    <a:pt x="9287" y="203"/>
                    <a:pt x="9292" y="215"/>
                    <a:pt x="9298" y="230"/>
                  </a:cubicBezTo>
                  <a:lnTo>
                    <a:pt x="9324" y="291"/>
                  </a:lnTo>
                  <a:cubicBezTo>
                    <a:pt x="9331" y="306"/>
                    <a:pt x="9337" y="323"/>
                    <a:pt x="9343" y="341"/>
                  </a:cubicBezTo>
                  <a:cubicBezTo>
                    <a:pt x="9348" y="359"/>
                    <a:pt x="9352" y="377"/>
                    <a:pt x="9352" y="396"/>
                  </a:cubicBezTo>
                  <a:cubicBezTo>
                    <a:pt x="9351" y="451"/>
                    <a:pt x="9336" y="491"/>
                    <a:pt x="9307" y="516"/>
                  </a:cubicBezTo>
                  <a:cubicBezTo>
                    <a:pt x="9278" y="542"/>
                    <a:pt x="9241" y="554"/>
                    <a:pt x="9194" y="554"/>
                  </a:cubicBezTo>
                  <a:cubicBezTo>
                    <a:pt x="9161" y="553"/>
                    <a:pt x="9134" y="551"/>
                    <a:pt x="9113" y="547"/>
                  </a:cubicBezTo>
                  <a:cubicBezTo>
                    <a:pt x="9092" y="543"/>
                    <a:pt x="9077" y="539"/>
                    <a:pt x="9068" y="535"/>
                  </a:cubicBezTo>
                  <a:lnTo>
                    <a:pt x="9078" y="402"/>
                  </a:lnTo>
                  <a:cubicBezTo>
                    <a:pt x="9088" y="406"/>
                    <a:pt x="9101" y="410"/>
                    <a:pt x="9120" y="414"/>
                  </a:cubicBezTo>
                  <a:cubicBezTo>
                    <a:pt x="9139" y="418"/>
                    <a:pt x="9160" y="420"/>
                    <a:pt x="9184" y="420"/>
                  </a:cubicBezTo>
                  <a:cubicBezTo>
                    <a:pt x="9187" y="420"/>
                    <a:pt x="9190" y="420"/>
                    <a:pt x="9192" y="420"/>
                  </a:cubicBezTo>
                  <a:cubicBezTo>
                    <a:pt x="9195" y="420"/>
                    <a:pt x="9198" y="420"/>
                    <a:pt x="9201" y="420"/>
                  </a:cubicBezTo>
                  <a:cubicBezTo>
                    <a:pt x="9202" y="416"/>
                    <a:pt x="9203" y="412"/>
                    <a:pt x="9204" y="407"/>
                  </a:cubicBezTo>
                  <a:cubicBezTo>
                    <a:pt x="9205" y="403"/>
                    <a:pt x="9206" y="398"/>
                    <a:pt x="9206" y="393"/>
                  </a:cubicBezTo>
                  <a:cubicBezTo>
                    <a:pt x="9205" y="384"/>
                    <a:pt x="9204" y="375"/>
                    <a:pt x="9200" y="366"/>
                  </a:cubicBezTo>
                  <a:cubicBezTo>
                    <a:pt x="9196" y="358"/>
                    <a:pt x="9192" y="348"/>
                    <a:pt x="9186" y="336"/>
                  </a:cubicBezTo>
                  <a:lnTo>
                    <a:pt x="9159" y="276"/>
                  </a:lnTo>
                  <a:cubicBezTo>
                    <a:pt x="9151" y="259"/>
                    <a:pt x="9145" y="241"/>
                    <a:pt x="9140" y="223"/>
                  </a:cubicBezTo>
                  <a:cubicBezTo>
                    <a:pt x="9135" y="205"/>
                    <a:pt x="9133" y="188"/>
                    <a:pt x="9133" y="171"/>
                  </a:cubicBezTo>
                  <a:cubicBezTo>
                    <a:pt x="9134" y="116"/>
                    <a:pt x="9149" y="75"/>
                    <a:pt x="9180" y="48"/>
                  </a:cubicBezTo>
                  <a:cubicBezTo>
                    <a:pt x="9211" y="20"/>
                    <a:pt x="9253" y="7"/>
                    <a:pt x="9305" y="7"/>
                  </a:cubicBezTo>
                  <a:close/>
                  <a:moveTo>
                    <a:pt x="7504" y="7"/>
                  </a:moveTo>
                  <a:cubicBezTo>
                    <a:pt x="7559" y="7"/>
                    <a:pt x="7596" y="21"/>
                    <a:pt x="7618" y="47"/>
                  </a:cubicBezTo>
                  <a:cubicBezTo>
                    <a:pt x="7639" y="73"/>
                    <a:pt x="7649" y="108"/>
                    <a:pt x="7648" y="151"/>
                  </a:cubicBezTo>
                  <a:cubicBezTo>
                    <a:pt x="7648" y="175"/>
                    <a:pt x="7646" y="200"/>
                    <a:pt x="7642" y="227"/>
                  </a:cubicBezTo>
                  <a:cubicBezTo>
                    <a:pt x="7638" y="253"/>
                    <a:pt x="7632" y="281"/>
                    <a:pt x="7626" y="310"/>
                  </a:cubicBezTo>
                  <a:cubicBezTo>
                    <a:pt x="7610" y="395"/>
                    <a:pt x="7585" y="457"/>
                    <a:pt x="7550" y="496"/>
                  </a:cubicBezTo>
                  <a:cubicBezTo>
                    <a:pt x="7514" y="535"/>
                    <a:pt x="7461" y="554"/>
                    <a:pt x="7391" y="554"/>
                  </a:cubicBezTo>
                  <a:cubicBezTo>
                    <a:pt x="7336" y="553"/>
                    <a:pt x="7299" y="540"/>
                    <a:pt x="7277" y="514"/>
                  </a:cubicBezTo>
                  <a:cubicBezTo>
                    <a:pt x="7256" y="487"/>
                    <a:pt x="7246" y="453"/>
                    <a:pt x="7247" y="409"/>
                  </a:cubicBezTo>
                  <a:cubicBezTo>
                    <a:pt x="7247" y="385"/>
                    <a:pt x="7250" y="360"/>
                    <a:pt x="7254" y="334"/>
                  </a:cubicBezTo>
                  <a:cubicBezTo>
                    <a:pt x="7258" y="307"/>
                    <a:pt x="7263" y="280"/>
                    <a:pt x="7270" y="251"/>
                  </a:cubicBezTo>
                  <a:cubicBezTo>
                    <a:pt x="7281" y="194"/>
                    <a:pt x="7295" y="148"/>
                    <a:pt x="7314" y="112"/>
                  </a:cubicBezTo>
                  <a:cubicBezTo>
                    <a:pt x="7332" y="76"/>
                    <a:pt x="7357" y="49"/>
                    <a:pt x="7387" y="32"/>
                  </a:cubicBezTo>
                  <a:cubicBezTo>
                    <a:pt x="7418" y="15"/>
                    <a:pt x="7457" y="7"/>
                    <a:pt x="7504" y="7"/>
                  </a:cubicBezTo>
                  <a:close/>
                  <a:moveTo>
                    <a:pt x="7115" y="7"/>
                  </a:moveTo>
                  <a:cubicBezTo>
                    <a:pt x="7144" y="7"/>
                    <a:pt x="7172" y="9"/>
                    <a:pt x="7198" y="13"/>
                  </a:cubicBezTo>
                  <a:cubicBezTo>
                    <a:pt x="7224" y="17"/>
                    <a:pt x="7243" y="21"/>
                    <a:pt x="7254" y="26"/>
                  </a:cubicBezTo>
                  <a:lnTo>
                    <a:pt x="7222" y="153"/>
                  </a:lnTo>
                  <a:cubicBezTo>
                    <a:pt x="7209" y="149"/>
                    <a:pt x="7193" y="146"/>
                    <a:pt x="7175" y="143"/>
                  </a:cubicBezTo>
                  <a:cubicBezTo>
                    <a:pt x="7157" y="140"/>
                    <a:pt x="7136" y="138"/>
                    <a:pt x="7113" y="138"/>
                  </a:cubicBezTo>
                  <a:cubicBezTo>
                    <a:pt x="7085" y="137"/>
                    <a:pt x="7066" y="144"/>
                    <a:pt x="7054" y="160"/>
                  </a:cubicBezTo>
                  <a:cubicBezTo>
                    <a:pt x="7043" y="176"/>
                    <a:pt x="7032" y="207"/>
                    <a:pt x="7022" y="252"/>
                  </a:cubicBezTo>
                  <a:cubicBezTo>
                    <a:pt x="7018" y="268"/>
                    <a:pt x="7015" y="288"/>
                    <a:pt x="7011" y="309"/>
                  </a:cubicBezTo>
                  <a:cubicBezTo>
                    <a:pt x="7007" y="331"/>
                    <a:pt x="7004" y="353"/>
                    <a:pt x="7002" y="374"/>
                  </a:cubicBezTo>
                  <a:cubicBezTo>
                    <a:pt x="7000" y="395"/>
                    <a:pt x="6998" y="413"/>
                    <a:pt x="6998" y="428"/>
                  </a:cubicBezTo>
                  <a:cubicBezTo>
                    <a:pt x="7001" y="429"/>
                    <a:pt x="7005" y="429"/>
                    <a:pt x="7008" y="429"/>
                  </a:cubicBezTo>
                  <a:cubicBezTo>
                    <a:pt x="7011" y="429"/>
                    <a:pt x="7014" y="429"/>
                    <a:pt x="7018" y="429"/>
                  </a:cubicBezTo>
                  <a:cubicBezTo>
                    <a:pt x="7027" y="429"/>
                    <a:pt x="7036" y="429"/>
                    <a:pt x="7045" y="428"/>
                  </a:cubicBezTo>
                  <a:cubicBezTo>
                    <a:pt x="7054" y="427"/>
                    <a:pt x="7063" y="426"/>
                    <a:pt x="7071" y="424"/>
                  </a:cubicBezTo>
                  <a:lnTo>
                    <a:pt x="7085" y="346"/>
                  </a:lnTo>
                  <a:lnTo>
                    <a:pt x="7044" y="346"/>
                  </a:lnTo>
                  <a:lnTo>
                    <a:pt x="7064" y="235"/>
                  </a:lnTo>
                  <a:lnTo>
                    <a:pt x="7228" y="235"/>
                  </a:lnTo>
                  <a:lnTo>
                    <a:pt x="7174" y="526"/>
                  </a:lnTo>
                  <a:cubicBezTo>
                    <a:pt x="7156" y="534"/>
                    <a:pt x="7130" y="541"/>
                    <a:pt x="7097" y="546"/>
                  </a:cubicBezTo>
                  <a:cubicBezTo>
                    <a:pt x="7064" y="551"/>
                    <a:pt x="7032" y="554"/>
                    <a:pt x="6999" y="554"/>
                  </a:cubicBezTo>
                  <a:cubicBezTo>
                    <a:pt x="6960" y="554"/>
                    <a:pt x="6930" y="548"/>
                    <a:pt x="6909" y="536"/>
                  </a:cubicBezTo>
                  <a:cubicBezTo>
                    <a:pt x="6888" y="524"/>
                    <a:pt x="6874" y="507"/>
                    <a:pt x="6866" y="485"/>
                  </a:cubicBezTo>
                  <a:cubicBezTo>
                    <a:pt x="6858" y="464"/>
                    <a:pt x="6855" y="439"/>
                    <a:pt x="6855" y="410"/>
                  </a:cubicBezTo>
                  <a:cubicBezTo>
                    <a:pt x="6855" y="386"/>
                    <a:pt x="6857" y="361"/>
                    <a:pt x="6861" y="334"/>
                  </a:cubicBezTo>
                  <a:cubicBezTo>
                    <a:pt x="6866" y="307"/>
                    <a:pt x="6871" y="280"/>
                    <a:pt x="6877" y="251"/>
                  </a:cubicBezTo>
                  <a:cubicBezTo>
                    <a:pt x="6893" y="166"/>
                    <a:pt x="6919" y="104"/>
                    <a:pt x="6955" y="65"/>
                  </a:cubicBezTo>
                  <a:cubicBezTo>
                    <a:pt x="6991" y="26"/>
                    <a:pt x="7045" y="6"/>
                    <a:pt x="7115" y="7"/>
                  </a:cubicBezTo>
                  <a:close/>
                  <a:moveTo>
                    <a:pt x="6653" y="7"/>
                  </a:moveTo>
                  <a:cubicBezTo>
                    <a:pt x="6684" y="7"/>
                    <a:pt x="6709" y="9"/>
                    <a:pt x="6728" y="13"/>
                  </a:cubicBezTo>
                  <a:cubicBezTo>
                    <a:pt x="6748" y="17"/>
                    <a:pt x="6762" y="21"/>
                    <a:pt x="6771" y="25"/>
                  </a:cubicBezTo>
                  <a:lnTo>
                    <a:pt x="6741" y="151"/>
                  </a:lnTo>
                  <a:cubicBezTo>
                    <a:pt x="6729" y="147"/>
                    <a:pt x="6717" y="143"/>
                    <a:pt x="6705" y="141"/>
                  </a:cubicBezTo>
                  <a:cubicBezTo>
                    <a:pt x="6694" y="139"/>
                    <a:pt x="6681" y="138"/>
                    <a:pt x="6668" y="138"/>
                  </a:cubicBezTo>
                  <a:cubicBezTo>
                    <a:pt x="6655" y="138"/>
                    <a:pt x="6645" y="140"/>
                    <a:pt x="6638" y="145"/>
                  </a:cubicBezTo>
                  <a:cubicBezTo>
                    <a:pt x="6631" y="150"/>
                    <a:pt x="6628" y="158"/>
                    <a:pt x="6628" y="169"/>
                  </a:cubicBezTo>
                  <a:cubicBezTo>
                    <a:pt x="6628" y="177"/>
                    <a:pt x="6629" y="186"/>
                    <a:pt x="6632" y="194"/>
                  </a:cubicBezTo>
                  <a:cubicBezTo>
                    <a:pt x="6635" y="203"/>
                    <a:pt x="6640" y="215"/>
                    <a:pt x="6646" y="230"/>
                  </a:cubicBezTo>
                  <a:lnTo>
                    <a:pt x="6672" y="291"/>
                  </a:lnTo>
                  <a:cubicBezTo>
                    <a:pt x="6679" y="306"/>
                    <a:pt x="6685" y="323"/>
                    <a:pt x="6691" y="341"/>
                  </a:cubicBezTo>
                  <a:cubicBezTo>
                    <a:pt x="6696" y="359"/>
                    <a:pt x="6700" y="377"/>
                    <a:pt x="6700" y="396"/>
                  </a:cubicBezTo>
                  <a:cubicBezTo>
                    <a:pt x="6699" y="451"/>
                    <a:pt x="6684" y="491"/>
                    <a:pt x="6655" y="516"/>
                  </a:cubicBezTo>
                  <a:cubicBezTo>
                    <a:pt x="6626" y="542"/>
                    <a:pt x="6589" y="554"/>
                    <a:pt x="6542" y="554"/>
                  </a:cubicBezTo>
                  <a:cubicBezTo>
                    <a:pt x="6509" y="553"/>
                    <a:pt x="6482" y="551"/>
                    <a:pt x="6461" y="547"/>
                  </a:cubicBezTo>
                  <a:cubicBezTo>
                    <a:pt x="6440" y="543"/>
                    <a:pt x="6425" y="539"/>
                    <a:pt x="6416" y="535"/>
                  </a:cubicBezTo>
                  <a:lnTo>
                    <a:pt x="6426" y="402"/>
                  </a:lnTo>
                  <a:cubicBezTo>
                    <a:pt x="6436" y="406"/>
                    <a:pt x="6449" y="410"/>
                    <a:pt x="6468" y="414"/>
                  </a:cubicBezTo>
                  <a:cubicBezTo>
                    <a:pt x="6487" y="418"/>
                    <a:pt x="6508" y="420"/>
                    <a:pt x="6532" y="420"/>
                  </a:cubicBezTo>
                  <a:cubicBezTo>
                    <a:pt x="6535" y="420"/>
                    <a:pt x="6538" y="420"/>
                    <a:pt x="6540" y="420"/>
                  </a:cubicBezTo>
                  <a:cubicBezTo>
                    <a:pt x="6543" y="420"/>
                    <a:pt x="6546" y="420"/>
                    <a:pt x="6549" y="420"/>
                  </a:cubicBezTo>
                  <a:cubicBezTo>
                    <a:pt x="6550" y="416"/>
                    <a:pt x="6551" y="412"/>
                    <a:pt x="6552" y="407"/>
                  </a:cubicBezTo>
                  <a:cubicBezTo>
                    <a:pt x="6553" y="403"/>
                    <a:pt x="6554" y="398"/>
                    <a:pt x="6554" y="393"/>
                  </a:cubicBezTo>
                  <a:cubicBezTo>
                    <a:pt x="6553" y="384"/>
                    <a:pt x="6552" y="375"/>
                    <a:pt x="6548" y="366"/>
                  </a:cubicBezTo>
                  <a:cubicBezTo>
                    <a:pt x="6544" y="358"/>
                    <a:pt x="6540" y="348"/>
                    <a:pt x="6534" y="336"/>
                  </a:cubicBezTo>
                  <a:lnTo>
                    <a:pt x="6507" y="276"/>
                  </a:lnTo>
                  <a:cubicBezTo>
                    <a:pt x="6499" y="259"/>
                    <a:pt x="6493" y="241"/>
                    <a:pt x="6488" y="223"/>
                  </a:cubicBezTo>
                  <a:cubicBezTo>
                    <a:pt x="6483" y="205"/>
                    <a:pt x="6481" y="188"/>
                    <a:pt x="6481" y="171"/>
                  </a:cubicBezTo>
                  <a:cubicBezTo>
                    <a:pt x="6482" y="116"/>
                    <a:pt x="6497" y="75"/>
                    <a:pt x="6528" y="48"/>
                  </a:cubicBezTo>
                  <a:cubicBezTo>
                    <a:pt x="6559" y="20"/>
                    <a:pt x="6601" y="7"/>
                    <a:pt x="6653" y="7"/>
                  </a:cubicBezTo>
                  <a:close/>
                  <a:moveTo>
                    <a:pt x="4850" y="7"/>
                  </a:moveTo>
                  <a:cubicBezTo>
                    <a:pt x="4905" y="7"/>
                    <a:pt x="4942" y="21"/>
                    <a:pt x="4964" y="47"/>
                  </a:cubicBezTo>
                  <a:cubicBezTo>
                    <a:pt x="4985" y="73"/>
                    <a:pt x="4995" y="108"/>
                    <a:pt x="4994" y="151"/>
                  </a:cubicBezTo>
                  <a:cubicBezTo>
                    <a:pt x="4994" y="175"/>
                    <a:pt x="4992" y="200"/>
                    <a:pt x="4988" y="227"/>
                  </a:cubicBezTo>
                  <a:cubicBezTo>
                    <a:pt x="4984" y="253"/>
                    <a:pt x="4978" y="281"/>
                    <a:pt x="4972" y="310"/>
                  </a:cubicBezTo>
                  <a:cubicBezTo>
                    <a:pt x="4956" y="395"/>
                    <a:pt x="4931" y="457"/>
                    <a:pt x="4896" y="496"/>
                  </a:cubicBezTo>
                  <a:cubicBezTo>
                    <a:pt x="4860" y="535"/>
                    <a:pt x="4807" y="554"/>
                    <a:pt x="4737" y="554"/>
                  </a:cubicBezTo>
                  <a:cubicBezTo>
                    <a:pt x="4682" y="553"/>
                    <a:pt x="4645" y="540"/>
                    <a:pt x="4623" y="514"/>
                  </a:cubicBezTo>
                  <a:cubicBezTo>
                    <a:pt x="4602" y="487"/>
                    <a:pt x="4592" y="453"/>
                    <a:pt x="4593" y="409"/>
                  </a:cubicBezTo>
                  <a:cubicBezTo>
                    <a:pt x="4593" y="385"/>
                    <a:pt x="4596" y="360"/>
                    <a:pt x="4600" y="334"/>
                  </a:cubicBezTo>
                  <a:cubicBezTo>
                    <a:pt x="4604" y="307"/>
                    <a:pt x="4609" y="280"/>
                    <a:pt x="4616" y="251"/>
                  </a:cubicBezTo>
                  <a:cubicBezTo>
                    <a:pt x="4627" y="194"/>
                    <a:pt x="4641" y="148"/>
                    <a:pt x="4660" y="112"/>
                  </a:cubicBezTo>
                  <a:cubicBezTo>
                    <a:pt x="4678" y="76"/>
                    <a:pt x="4703" y="49"/>
                    <a:pt x="4733" y="32"/>
                  </a:cubicBezTo>
                  <a:cubicBezTo>
                    <a:pt x="4764" y="15"/>
                    <a:pt x="4803" y="7"/>
                    <a:pt x="4850" y="7"/>
                  </a:cubicBezTo>
                  <a:close/>
                  <a:moveTo>
                    <a:pt x="4461" y="7"/>
                  </a:moveTo>
                  <a:cubicBezTo>
                    <a:pt x="4490" y="7"/>
                    <a:pt x="4518" y="9"/>
                    <a:pt x="4544" y="13"/>
                  </a:cubicBezTo>
                  <a:cubicBezTo>
                    <a:pt x="4570" y="17"/>
                    <a:pt x="4589" y="21"/>
                    <a:pt x="4600" y="26"/>
                  </a:cubicBezTo>
                  <a:lnTo>
                    <a:pt x="4568" y="153"/>
                  </a:lnTo>
                  <a:cubicBezTo>
                    <a:pt x="4555" y="149"/>
                    <a:pt x="4539" y="146"/>
                    <a:pt x="4521" y="143"/>
                  </a:cubicBezTo>
                  <a:cubicBezTo>
                    <a:pt x="4503" y="140"/>
                    <a:pt x="4482" y="138"/>
                    <a:pt x="4459" y="138"/>
                  </a:cubicBezTo>
                  <a:cubicBezTo>
                    <a:pt x="4431" y="137"/>
                    <a:pt x="4412" y="144"/>
                    <a:pt x="4400" y="160"/>
                  </a:cubicBezTo>
                  <a:cubicBezTo>
                    <a:pt x="4389" y="176"/>
                    <a:pt x="4378" y="207"/>
                    <a:pt x="4368" y="252"/>
                  </a:cubicBezTo>
                  <a:cubicBezTo>
                    <a:pt x="4364" y="268"/>
                    <a:pt x="4361" y="288"/>
                    <a:pt x="4357" y="309"/>
                  </a:cubicBezTo>
                  <a:cubicBezTo>
                    <a:pt x="4353" y="331"/>
                    <a:pt x="4350" y="353"/>
                    <a:pt x="4348" y="374"/>
                  </a:cubicBezTo>
                  <a:cubicBezTo>
                    <a:pt x="4346" y="395"/>
                    <a:pt x="4344" y="413"/>
                    <a:pt x="4344" y="428"/>
                  </a:cubicBezTo>
                  <a:cubicBezTo>
                    <a:pt x="4347" y="429"/>
                    <a:pt x="4351" y="429"/>
                    <a:pt x="4354" y="429"/>
                  </a:cubicBezTo>
                  <a:cubicBezTo>
                    <a:pt x="4357" y="429"/>
                    <a:pt x="4360" y="429"/>
                    <a:pt x="4364" y="429"/>
                  </a:cubicBezTo>
                  <a:cubicBezTo>
                    <a:pt x="4373" y="429"/>
                    <a:pt x="4382" y="429"/>
                    <a:pt x="4391" y="428"/>
                  </a:cubicBezTo>
                  <a:cubicBezTo>
                    <a:pt x="4400" y="427"/>
                    <a:pt x="4409" y="426"/>
                    <a:pt x="4417" y="424"/>
                  </a:cubicBezTo>
                  <a:lnTo>
                    <a:pt x="4431" y="346"/>
                  </a:lnTo>
                  <a:lnTo>
                    <a:pt x="4390" y="346"/>
                  </a:lnTo>
                  <a:lnTo>
                    <a:pt x="4410" y="235"/>
                  </a:lnTo>
                  <a:lnTo>
                    <a:pt x="4574" y="235"/>
                  </a:lnTo>
                  <a:lnTo>
                    <a:pt x="4520" y="526"/>
                  </a:lnTo>
                  <a:cubicBezTo>
                    <a:pt x="4502" y="534"/>
                    <a:pt x="4476" y="541"/>
                    <a:pt x="4443" y="546"/>
                  </a:cubicBezTo>
                  <a:cubicBezTo>
                    <a:pt x="4410" y="551"/>
                    <a:pt x="4378" y="554"/>
                    <a:pt x="4345" y="554"/>
                  </a:cubicBezTo>
                  <a:cubicBezTo>
                    <a:pt x="4306" y="554"/>
                    <a:pt x="4276" y="548"/>
                    <a:pt x="4255" y="536"/>
                  </a:cubicBezTo>
                  <a:cubicBezTo>
                    <a:pt x="4234" y="524"/>
                    <a:pt x="4220" y="507"/>
                    <a:pt x="4212" y="485"/>
                  </a:cubicBezTo>
                  <a:cubicBezTo>
                    <a:pt x="4204" y="464"/>
                    <a:pt x="4201" y="439"/>
                    <a:pt x="4201" y="410"/>
                  </a:cubicBezTo>
                  <a:cubicBezTo>
                    <a:pt x="4201" y="386"/>
                    <a:pt x="4203" y="361"/>
                    <a:pt x="4207" y="334"/>
                  </a:cubicBezTo>
                  <a:cubicBezTo>
                    <a:pt x="4212" y="307"/>
                    <a:pt x="4217" y="280"/>
                    <a:pt x="4223" y="251"/>
                  </a:cubicBezTo>
                  <a:cubicBezTo>
                    <a:pt x="4239" y="166"/>
                    <a:pt x="4265" y="104"/>
                    <a:pt x="4301" y="65"/>
                  </a:cubicBezTo>
                  <a:cubicBezTo>
                    <a:pt x="4337" y="26"/>
                    <a:pt x="4391" y="6"/>
                    <a:pt x="4461" y="7"/>
                  </a:cubicBezTo>
                  <a:close/>
                  <a:moveTo>
                    <a:pt x="3999" y="7"/>
                  </a:moveTo>
                  <a:cubicBezTo>
                    <a:pt x="4030" y="7"/>
                    <a:pt x="4055" y="9"/>
                    <a:pt x="4074" y="13"/>
                  </a:cubicBezTo>
                  <a:cubicBezTo>
                    <a:pt x="4094" y="17"/>
                    <a:pt x="4108" y="21"/>
                    <a:pt x="4117" y="25"/>
                  </a:cubicBezTo>
                  <a:lnTo>
                    <a:pt x="4087" y="151"/>
                  </a:lnTo>
                  <a:cubicBezTo>
                    <a:pt x="4075" y="147"/>
                    <a:pt x="4063" y="143"/>
                    <a:pt x="4051" y="141"/>
                  </a:cubicBezTo>
                  <a:cubicBezTo>
                    <a:pt x="4040" y="139"/>
                    <a:pt x="4027" y="138"/>
                    <a:pt x="4014" y="138"/>
                  </a:cubicBezTo>
                  <a:cubicBezTo>
                    <a:pt x="4001" y="138"/>
                    <a:pt x="3991" y="140"/>
                    <a:pt x="3984" y="145"/>
                  </a:cubicBezTo>
                  <a:cubicBezTo>
                    <a:pt x="3977" y="150"/>
                    <a:pt x="3974" y="158"/>
                    <a:pt x="3974" y="169"/>
                  </a:cubicBezTo>
                  <a:cubicBezTo>
                    <a:pt x="3974" y="177"/>
                    <a:pt x="3975" y="186"/>
                    <a:pt x="3978" y="194"/>
                  </a:cubicBezTo>
                  <a:cubicBezTo>
                    <a:pt x="3981" y="203"/>
                    <a:pt x="3986" y="215"/>
                    <a:pt x="3992" y="230"/>
                  </a:cubicBezTo>
                  <a:lnTo>
                    <a:pt x="4018" y="291"/>
                  </a:lnTo>
                  <a:cubicBezTo>
                    <a:pt x="4025" y="306"/>
                    <a:pt x="4031" y="323"/>
                    <a:pt x="4037" y="341"/>
                  </a:cubicBezTo>
                  <a:cubicBezTo>
                    <a:pt x="4042" y="359"/>
                    <a:pt x="4046" y="377"/>
                    <a:pt x="4046" y="396"/>
                  </a:cubicBezTo>
                  <a:cubicBezTo>
                    <a:pt x="4045" y="451"/>
                    <a:pt x="4030" y="491"/>
                    <a:pt x="4001" y="516"/>
                  </a:cubicBezTo>
                  <a:cubicBezTo>
                    <a:pt x="3972" y="542"/>
                    <a:pt x="3935" y="554"/>
                    <a:pt x="3888" y="554"/>
                  </a:cubicBezTo>
                  <a:cubicBezTo>
                    <a:pt x="3855" y="553"/>
                    <a:pt x="3828" y="551"/>
                    <a:pt x="3807" y="547"/>
                  </a:cubicBezTo>
                  <a:cubicBezTo>
                    <a:pt x="3786" y="543"/>
                    <a:pt x="3771" y="539"/>
                    <a:pt x="3762" y="535"/>
                  </a:cubicBezTo>
                  <a:lnTo>
                    <a:pt x="3772" y="402"/>
                  </a:lnTo>
                  <a:cubicBezTo>
                    <a:pt x="3782" y="406"/>
                    <a:pt x="3795" y="410"/>
                    <a:pt x="3814" y="414"/>
                  </a:cubicBezTo>
                  <a:cubicBezTo>
                    <a:pt x="3833" y="418"/>
                    <a:pt x="3854" y="420"/>
                    <a:pt x="3878" y="420"/>
                  </a:cubicBezTo>
                  <a:cubicBezTo>
                    <a:pt x="3881" y="420"/>
                    <a:pt x="3884" y="420"/>
                    <a:pt x="3886" y="420"/>
                  </a:cubicBezTo>
                  <a:cubicBezTo>
                    <a:pt x="3889" y="420"/>
                    <a:pt x="3892" y="420"/>
                    <a:pt x="3895" y="420"/>
                  </a:cubicBezTo>
                  <a:cubicBezTo>
                    <a:pt x="3896" y="416"/>
                    <a:pt x="3897" y="412"/>
                    <a:pt x="3898" y="407"/>
                  </a:cubicBezTo>
                  <a:cubicBezTo>
                    <a:pt x="3899" y="403"/>
                    <a:pt x="3900" y="398"/>
                    <a:pt x="3900" y="393"/>
                  </a:cubicBezTo>
                  <a:cubicBezTo>
                    <a:pt x="3899" y="384"/>
                    <a:pt x="3898" y="375"/>
                    <a:pt x="3894" y="366"/>
                  </a:cubicBezTo>
                  <a:cubicBezTo>
                    <a:pt x="3890" y="358"/>
                    <a:pt x="3886" y="348"/>
                    <a:pt x="3880" y="336"/>
                  </a:cubicBezTo>
                  <a:lnTo>
                    <a:pt x="3853" y="276"/>
                  </a:lnTo>
                  <a:cubicBezTo>
                    <a:pt x="3845" y="259"/>
                    <a:pt x="3839" y="241"/>
                    <a:pt x="3834" y="223"/>
                  </a:cubicBezTo>
                  <a:cubicBezTo>
                    <a:pt x="3829" y="205"/>
                    <a:pt x="3827" y="188"/>
                    <a:pt x="3827" y="171"/>
                  </a:cubicBezTo>
                  <a:cubicBezTo>
                    <a:pt x="3828" y="116"/>
                    <a:pt x="3843" y="75"/>
                    <a:pt x="3874" y="48"/>
                  </a:cubicBezTo>
                  <a:cubicBezTo>
                    <a:pt x="3905" y="20"/>
                    <a:pt x="3947" y="7"/>
                    <a:pt x="3999" y="7"/>
                  </a:cubicBezTo>
                  <a:close/>
                  <a:moveTo>
                    <a:pt x="2198" y="7"/>
                  </a:moveTo>
                  <a:cubicBezTo>
                    <a:pt x="2253" y="7"/>
                    <a:pt x="2290" y="21"/>
                    <a:pt x="2312" y="47"/>
                  </a:cubicBezTo>
                  <a:cubicBezTo>
                    <a:pt x="2333" y="73"/>
                    <a:pt x="2343" y="108"/>
                    <a:pt x="2342" y="151"/>
                  </a:cubicBezTo>
                  <a:cubicBezTo>
                    <a:pt x="2342" y="175"/>
                    <a:pt x="2340" y="200"/>
                    <a:pt x="2336" y="227"/>
                  </a:cubicBezTo>
                  <a:cubicBezTo>
                    <a:pt x="2332" y="253"/>
                    <a:pt x="2326" y="281"/>
                    <a:pt x="2320" y="310"/>
                  </a:cubicBezTo>
                  <a:cubicBezTo>
                    <a:pt x="2304" y="395"/>
                    <a:pt x="2279" y="457"/>
                    <a:pt x="2244" y="496"/>
                  </a:cubicBezTo>
                  <a:cubicBezTo>
                    <a:pt x="2208" y="535"/>
                    <a:pt x="2155" y="554"/>
                    <a:pt x="2085" y="554"/>
                  </a:cubicBezTo>
                  <a:cubicBezTo>
                    <a:pt x="2030" y="553"/>
                    <a:pt x="1993" y="540"/>
                    <a:pt x="1971" y="514"/>
                  </a:cubicBezTo>
                  <a:cubicBezTo>
                    <a:pt x="1950" y="487"/>
                    <a:pt x="1940" y="453"/>
                    <a:pt x="1941" y="409"/>
                  </a:cubicBezTo>
                  <a:cubicBezTo>
                    <a:pt x="1941" y="385"/>
                    <a:pt x="1944" y="360"/>
                    <a:pt x="1948" y="334"/>
                  </a:cubicBezTo>
                  <a:cubicBezTo>
                    <a:pt x="1952" y="307"/>
                    <a:pt x="1957" y="280"/>
                    <a:pt x="1964" y="251"/>
                  </a:cubicBezTo>
                  <a:cubicBezTo>
                    <a:pt x="1975" y="194"/>
                    <a:pt x="1989" y="148"/>
                    <a:pt x="2008" y="112"/>
                  </a:cubicBezTo>
                  <a:cubicBezTo>
                    <a:pt x="2026" y="76"/>
                    <a:pt x="2051" y="49"/>
                    <a:pt x="2081" y="32"/>
                  </a:cubicBezTo>
                  <a:cubicBezTo>
                    <a:pt x="2112" y="15"/>
                    <a:pt x="2151" y="7"/>
                    <a:pt x="2198" y="7"/>
                  </a:cubicBezTo>
                  <a:close/>
                  <a:moveTo>
                    <a:pt x="1809" y="7"/>
                  </a:moveTo>
                  <a:cubicBezTo>
                    <a:pt x="1838" y="7"/>
                    <a:pt x="1866" y="9"/>
                    <a:pt x="1892" y="13"/>
                  </a:cubicBezTo>
                  <a:cubicBezTo>
                    <a:pt x="1918" y="17"/>
                    <a:pt x="1937" y="21"/>
                    <a:pt x="1948" y="26"/>
                  </a:cubicBezTo>
                  <a:lnTo>
                    <a:pt x="1916" y="153"/>
                  </a:lnTo>
                  <a:cubicBezTo>
                    <a:pt x="1903" y="149"/>
                    <a:pt x="1887" y="146"/>
                    <a:pt x="1869" y="143"/>
                  </a:cubicBezTo>
                  <a:cubicBezTo>
                    <a:pt x="1851" y="140"/>
                    <a:pt x="1830" y="138"/>
                    <a:pt x="1807" y="138"/>
                  </a:cubicBezTo>
                  <a:cubicBezTo>
                    <a:pt x="1779" y="137"/>
                    <a:pt x="1760" y="144"/>
                    <a:pt x="1748" y="160"/>
                  </a:cubicBezTo>
                  <a:cubicBezTo>
                    <a:pt x="1737" y="176"/>
                    <a:pt x="1726" y="207"/>
                    <a:pt x="1716" y="252"/>
                  </a:cubicBezTo>
                  <a:cubicBezTo>
                    <a:pt x="1712" y="268"/>
                    <a:pt x="1709" y="288"/>
                    <a:pt x="1705" y="309"/>
                  </a:cubicBezTo>
                  <a:cubicBezTo>
                    <a:pt x="1701" y="331"/>
                    <a:pt x="1698" y="353"/>
                    <a:pt x="1696" y="374"/>
                  </a:cubicBezTo>
                  <a:cubicBezTo>
                    <a:pt x="1694" y="395"/>
                    <a:pt x="1692" y="413"/>
                    <a:pt x="1692" y="428"/>
                  </a:cubicBezTo>
                  <a:cubicBezTo>
                    <a:pt x="1695" y="429"/>
                    <a:pt x="1699" y="429"/>
                    <a:pt x="1702" y="429"/>
                  </a:cubicBezTo>
                  <a:cubicBezTo>
                    <a:pt x="1705" y="429"/>
                    <a:pt x="1708" y="429"/>
                    <a:pt x="1712" y="429"/>
                  </a:cubicBezTo>
                  <a:cubicBezTo>
                    <a:pt x="1721" y="429"/>
                    <a:pt x="1730" y="429"/>
                    <a:pt x="1739" y="428"/>
                  </a:cubicBezTo>
                  <a:cubicBezTo>
                    <a:pt x="1748" y="427"/>
                    <a:pt x="1757" y="426"/>
                    <a:pt x="1765" y="424"/>
                  </a:cubicBezTo>
                  <a:lnTo>
                    <a:pt x="1779" y="346"/>
                  </a:lnTo>
                  <a:lnTo>
                    <a:pt x="1738" y="346"/>
                  </a:lnTo>
                  <a:lnTo>
                    <a:pt x="1758" y="235"/>
                  </a:lnTo>
                  <a:lnTo>
                    <a:pt x="1922" y="235"/>
                  </a:lnTo>
                  <a:lnTo>
                    <a:pt x="1868" y="526"/>
                  </a:lnTo>
                  <a:cubicBezTo>
                    <a:pt x="1850" y="534"/>
                    <a:pt x="1824" y="541"/>
                    <a:pt x="1791" y="546"/>
                  </a:cubicBezTo>
                  <a:cubicBezTo>
                    <a:pt x="1758" y="551"/>
                    <a:pt x="1726" y="554"/>
                    <a:pt x="1693" y="554"/>
                  </a:cubicBezTo>
                  <a:cubicBezTo>
                    <a:pt x="1654" y="554"/>
                    <a:pt x="1624" y="548"/>
                    <a:pt x="1603" y="536"/>
                  </a:cubicBezTo>
                  <a:cubicBezTo>
                    <a:pt x="1582" y="524"/>
                    <a:pt x="1568" y="507"/>
                    <a:pt x="1560" y="485"/>
                  </a:cubicBezTo>
                  <a:cubicBezTo>
                    <a:pt x="1552" y="464"/>
                    <a:pt x="1549" y="439"/>
                    <a:pt x="1549" y="410"/>
                  </a:cubicBezTo>
                  <a:cubicBezTo>
                    <a:pt x="1549" y="386"/>
                    <a:pt x="1551" y="361"/>
                    <a:pt x="1555" y="334"/>
                  </a:cubicBezTo>
                  <a:cubicBezTo>
                    <a:pt x="1560" y="307"/>
                    <a:pt x="1565" y="280"/>
                    <a:pt x="1571" y="251"/>
                  </a:cubicBezTo>
                  <a:cubicBezTo>
                    <a:pt x="1587" y="166"/>
                    <a:pt x="1613" y="104"/>
                    <a:pt x="1649" y="65"/>
                  </a:cubicBezTo>
                  <a:cubicBezTo>
                    <a:pt x="1685" y="26"/>
                    <a:pt x="1739" y="6"/>
                    <a:pt x="1809" y="7"/>
                  </a:cubicBezTo>
                  <a:close/>
                  <a:moveTo>
                    <a:pt x="1347" y="7"/>
                  </a:moveTo>
                  <a:cubicBezTo>
                    <a:pt x="1378" y="7"/>
                    <a:pt x="1403" y="9"/>
                    <a:pt x="1422" y="13"/>
                  </a:cubicBezTo>
                  <a:cubicBezTo>
                    <a:pt x="1442" y="17"/>
                    <a:pt x="1456" y="21"/>
                    <a:pt x="1465" y="25"/>
                  </a:cubicBezTo>
                  <a:lnTo>
                    <a:pt x="1435" y="151"/>
                  </a:lnTo>
                  <a:cubicBezTo>
                    <a:pt x="1423" y="147"/>
                    <a:pt x="1411" y="143"/>
                    <a:pt x="1399" y="141"/>
                  </a:cubicBezTo>
                  <a:cubicBezTo>
                    <a:pt x="1388" y="139"/>
                    <a:pt x="1375" y="138"/>
                    <a:pt x="1362" y="138"/>
                  </a:cubicBezTo>
                  <a:cubicBezTo>
                    <a:pt x="1349" y="138"/>
                    <a:pt x="1339" y="140"/>
                    <a:pt x="1332" y="145"/>
                  </a:cubicBezTo>
                  <a:cubicBezTo>
                    <a:pt x="1325" y="150"/>
                    <a:pt x="1322" y="158"/>
                    <a:pt x="1322" y="169"/>
                  </a:cubicBezTo>
                  <a:cubicBezTo>
                    <a:pt x="1322" y="177"/>
                    <a:pt x="1323" y="186"/>
                    <a:pt x="1326" y="194"/>
                  </a:cubicBezTo>
                  <a:cubicBezTo>
                    <a:pt x="1329" y="203"/>
                    <a:pt x="1334" y="215"/>
                    <a:pt x="1340" y="230"/>
                  </a:cubicBezTo>
                  <a:lnTo>
                    <a:pt x="1366" y="291"/>
                  </a:lnTo>
                  <a:cubicBezTo>
                    <a:pt x="1373" y="306"/>
                    <a:pt x="1379" y="323"/>
                    <a:pt x="1385" y="341"/>
                  </a:cubicBezTo>
                  <a:cubicBezTo>
                    <a:pt x="1390" y="359"/>
                    <a:pt x="1394" y="377"/>
                    <a:pt x="1394" y="396"/>
                  </a:cubicBezTo>
                  <a:cubicBezTo>
                    <a:pt x="1393" y="451"/>
                    <a:pt x="1378" y="491"/>
                    <a:pt x="1349" y="516"/>
                  </a:cubicBezTo>
                  <a:cubicBezTo>
                    <a:pt x="1320" y="542"/>
                    <a:pt x="1283" y="554"/>
                    <a:pt x="1236" y="554"/>
                  </a:cubicBezTo>
                  <a:cubicBezTo>
                    <a:pt x="1203" y="553"/>
                    <a:pt x="1176" y="551"/>
                    <a:pt x="1155" y="547"/>
                  </a:cubicBezTo>
                  <a:cubicBezTo>
                    <a:pt x="1134" y="543"/>
                    <a:pt x="1119" y="539"/>
                    <a:pt x="1110" y="535"/>
                  </a:cubicBezTo>
                  <a:lnTo>
                    <a:pt x="1120" y="402"/>
                  </a:lnTo>
                  <a:cubicBezTo>
                    <a:pt x="1130" y="406"/>
                    <a:pt x="1143" y="410"/>
                    <a:pt x="1162" y="414"/>
                  </a:cubicBezTo>
                  <a:cubicBezTo>
                    <a:pt x="1181" y="418"/>
                    <a:pt x="1202" y="420"/>
                    <a:pt x="1226" y="420"/>
                  </a:cubicBezTo>
                  <a:cubicBezTo>
                    <a:pt x="1229" y="420"/>
                    <a:pt x="1232" y="420"/>
                    <a:pt x="1234" y="420"/>
                  </a:cubicBezTo>
                  <a:cubicBezTo>
                    <a:pt x="1237" y="420"/>
                    <a:pt x="1240" y="420"/>
                    <a:pt x="1243" y="420"/>
                  </a:cubicBezTo>
                  <a:cubicBezTo>
                    <a:pt x="1244" y="416"/>
                    <a:pt x="1245" y="412"/>
                    <a:pt x="1246" y="407"/>
                  </a:cubicBezTo>
                  <a:cubicBezTo>
                    <a:pt x="1247" y="403"/>
                    <a:pt x="1248" y="398"/>
                    <a:pt x="1248" y="393"/>
                  </a:cubicBezTo>
                  <a:cubicBezTo>
                    <a:pt x="1247" y="384"/>
                    <a:pt x="1246" y="375"/>
                    <a:pt x="1242" y="366"/>
                  </a:cubicBezTo>
                  <a:cubicBezTo>
                    <a:pt x="1238" y="358"/>
                    <a:pt x="1234" y="348"/>
                    <a:pt x="1228" y="336"/>
                  </a:cubicBezTo>
                  <a:lnTo>
                    <a:pt x="1201" y="276"/>
                  </a:lnTo>
                  <a:cubicBezTo>
                    <a:pt x="1193" y="259"/>
                    <a:pt x="1187" y="241"/>
                    <a:pt x="1182" y="223"/>
                  </a:cubicBezTo>
                  <a:cubicBezTo>
                    <a:pt x="1177" y="205"/>
                    <a:pt x="1175" y="188"/>
                    <a:pt x="1175" y="171"/>
                  </a:cubicBezTo>
                  <a:cubicBezTo>
                    <a:pt x="1176" y="116"/>
                    <a:pt x="1191" y="75"/>
                    <a:pt x="1222" y="48"/>
                  </a:cubicBezTo>
                  <a:cubicBezTo>
                    <a:pt x="1253" y="20"/>
                    <a:pt x="1295" y="7"/>
                    <a:pt x="1347" y="7"/>
                  </a:cubicBezTo>
                  <a:close/>
                  <a:moveTo>
                    <a:pt x="15848" y="0"/>
                  </a:moveTo>
                  <a:lnTo>
                    <a:pt x="15758" y="374"/>
                  </a:lnTo>
                  <a:lnTo>
                    <a:pt x="15639" y="374"/>
                  </a:lnTo>
                  <a:lnTo>
                    <a:pt x="15691" y="16"/>
                  </a:lnTo>
                  <a:lnTo>
                    <a:pt x="15848" y="0"/>
                  </a:lnTo>
                  <a:close/>
                  <a:moveTo>
                    <a:pt x="13196" y="0"/>
                  </a:moveTo>
                  <a:lnTo>
                    <a:pt x="13106" y="374"/>
                  </a:lnTo>
                  <a:lnTo>
                    <a:pt x="12987" y="374"/>
                  </a:lnTo>
                  <a:lnTo>
                    <a:pt x="13039" y="16"/>
                  </a:lnTo>
                  <a:lnTo>
                    <a:pt x="13196" y="0"/>
                  </a:lnTo>
                  <a:close/>
                  <a:moveTo>
                    <a:pt x="10542" y="0"/>
                  </a:moveTo>
                  <a:lnTo>
                    <a:pt x="10452" y="374"/>
                  </a:lnTo>
                  <a:lnTo>
                    <a:pt x="10333" y="374"/>
                  </a:lnTo>
                  <a:lnTo>
                    <a:pt x="10385" y="16"/>
                  </a:lnTo>
                  <a:lnTo>
                    <a:pt x="10542" y="0"/>
                  </a:lnTo>
                  <a:close/>
                  <a:moveTo>
                    <a:pt x="7890" y="0"/>
                  </a:moveTo>
                  <a:lnTo>
                    <a:pt x="7800" y="374"/>
                  </a:lnTo>
                  <a:lnTo>
                    <a:pt x="7681" y="374"/>
                  </a:lnTo>
                  <a:lnTo>
                    <a:pt x="7733" y="16"/>
                  </a:lnTo>
                  <a:lnTo>
                    <a:pt x="7890" y="0"/>
                  </a:lnTo>
                  <a:close/>
                  <a:moveTo>
                    <a:pt x="5236" y="0"/>
                  </a:moveTo>
                  <a:lnTo>
                    <a:pt x="5146" y="374"/>
                  </a:lnTo>
                  <a:lnTo>
                    <a:pt x="5027" y="374"/>
                  </a:lnTo>
                  <a:lnTo>
                    <a:pt x="5079" y="16"/>
                  </a:lnTo>
                  <a:lnTo>
                    <a:pt x="5236" y="0"/>
                  </a:lnTo>
                  <a:close/>
                  <a:moveTo>
                    <a:pt x="2584" y="0"/>
                  </a:moveTo>
                  <a:lnTo>
                    <a:pt x="2494" y="374"/>
                  </a:lnTo>
                  <a:lnTo>
                    <a:pt x="2375" y="374"/>
                  </a:lnTo>
                  <a:lnTo>
                    <a:pt x="2427" y="16"/>
                  </a:lnTo>
                  <a:lnTo>
                    <a:pt x="2584" y="0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704AB9E2-E6E8-6867-99EB-F82EE95F3A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086" y="6415428"/>
              <a:ext cx="12484683" cy="408031"/>
            </a:xfrm>
            <a:custGeom>
              <a:avLst/>
              <a:gdLst>
                <a:gd name="T0" fmla="*/ 11398 w 16953"/>
                <a:gd name="T1" fmla="*/ 544 h 554"/>
                <a:gd name="T2" fmla="*/ 3575 w 16953"/>
                <a:gd name="T3" fmla="*/ 544 h 554"/>
                <a:gd name="T4" fmla="*/ 16472 w 16953"/>
                <a:gd name="T5" fmla="*/ 428 h 554"/>
                <a:gd name="T6" fmla="*/ 13860 w 16953"/>
                <a:gd name="T7" fmla="*/ 403 h 554"/>
                <a:gd name="T8" fmla="*/ 11237 w 16953"/>
                <a:gd name="T9" fmla="*/ 309 h 554"/>
                <a:gd name="T10" fmla="*/ 8600 w 16953"/>
                <a:gd name="T11" fmla="*/ 224 h 554"/>
                <a:gd name="T12" fmla="*/ 5958 w 16953"/>
                <a:gd name="T13" fmla="*/ 132 h 554"/>
                <a:gd name="T14" fmla="*/ 3294 w 16953"/>
                <a:gd name="T15" fmla="*/ 132 h 554"/>
                <a:gd name="T16" fmla="*/ 631 w 16953"/>
                <a:gd name="T17" fmla="*/ 131 h 554"/>
                <a:gd name="T18" fmla="*/ 15032 w 16953"/>
                <a:gd name="T19" fmla="*/ 145 h 554"/>
                <a:gd name="T20" fmla="*/ 14756 w 16953"/>
                <a:gd name="T21" fmla="*/ 16 h 554"/>
                <a:gd name="T22" fmla="*/ 12401 w 16953"/>
                <a:gd name="T23" fmla="*/ 16 h 554"/>
                <a:gd name="T24" fmla="*/ 12328 w 16953"/>
                <a:gd name="T25" fmla="*/ 217 h 554"/>
                <a:gd name="T26" fmla="*/ 11812 w 16953"/>
                <a:gd name="T27" fmla="*/ 16 h 554"/>
                <a:gd name="T28" fmla="*/ 9726 w 16953"/>
                <a:gd name="T29" fmla="*/ 145 h 554"/>
                <a:gd name="T30" fmla="*/ 9450 w 16953"/>
                <a:gd name="T31" fmla="*/ 16 h 554"/>
                <a:gd name="T32" fmla="*/ 7095 w 16953"/>
                <a:gd name="T33" fmla="*/ 16 h 554"/>
                <a:gd name="T34" fmla="*/ 7022 w 16953"/>
                <a:gd name="T35" fmla="*/ 217 h 554"/>
                <a:gd name="T36" fmla="*/ 6506 w 16953"/>
                <a:gd name="T37" fmla="*/ 16 h 554"/>
                <a:gd name="T38" fmla="*/ 4420 w 16953"/>
                <a:gd name="T39" fmla="*/ 145 h 554"/>
                <a:gd name="T40" fmla="*/ 4144 w 16953"/>
                <a:gd name="T41" fmla="*/ 16 h 554"/>
                <a:gd name="T42" fmla="*/ 1791 w 16953"/>
                <a:gd name="T43" fmla="*/ 16 h 554"/>
                <a:gd name="T44" fmla="*/ 1718 w 16953"/>
                <a:gd name="T45" fmla="*/ 217 h 554"/>
                <a:gd name="T46" fmla="*/ 1202 w 16953"/>
                <a:gd name="T47" fmla="*/ 16 h 554"/>
                <a:gd name="T48" fmla="*/ 16567 w 16953"/>
                <a:gd name="T49" fmla="*/ 7 h 554"/>
                <a:gd name="T50" fmla="*/ 16108 w 16953"/>
                <a:gd name="T51" fmla="*/ 428 h 554"/>
                <a:gd name="T52" fmla="*/ 16018 w 16953"/>
                <a:gd name="T53" fmla="*/ 65 h 554"/>
                <a:gd name="T54" fmla="*/ 15763 w 16953"/>
                <a:gd name="T55" fmla="*/ 396 h 554"/>
                <a:gd name="T56" fmla="*/ 15570 w 16953"/>
                <a:gd name="T57" fmla="*/ 276 h 554"/>
                <a:gd name="T58" fmla="*/ 13663 w 16953"/>
                <a:gd name="T59" fmla="*/ 334 h 554"/>
                <a:gd name="T60" fmla="*/ 13411 w 16953"/>
                <a:gd name="T61" fmla="*/ 374 h 554"/>
                <a:gd name="T62" fmla="*/ 13275 w 16953"/>
                <a:gd name="T63" fmla="*/ 485 h 554"/>
                <a:gd name="T64" fmla="*/ 13041 w 16953"/>
                <a:gd name="T65" fmla="*/ 194 h 554"/>
                <a:gd name="T66" fmla="*/ 12961 w 16953"/>
                <a:gd name="T67" fmla="*/ 407 h 554"/>
                <a:gd name="T68" fmla="*/ 11307 w 16953"/>
                <a:gd name="T69" fmla="*/ 496 h 554"/>
                <a:gd name="T70" fmla="*/ 10870 w 16953"/>
                <a:gd name="T71" fmla="*/ 138 h 554"/>
                <a:gd name="T72" fmla="*/ 10931 w 16953"/>
                <a:gd name="T73" fmla="*/ 526 h 554"/>
                <a:gd name="T74" fmla="*/ 10462 w 16953"/>
                <a:gd name="T75" fmla="*/ 141 h 554"/>
                <a:gd name="T76" fmla="*/ 10225 w 16953"/>
                <a:gd name="T77" fmla="*/ 414 h 554"/>
                <a:gd name="T78" fmla="*/ 8721 w 16953"/>
                <a:gd name="T79" fmla="*/ 47 h 554"/>
                <a:gd name="T80" fmla="*/ 8301 w 16953"/>
                <a:gd name="T81" fmla="*/ 13 h 554"/>
                <a:gd name="T82" fmla="*/ 8188 w 16953"/>
                <a:gd name="T83" fmla="*/ 346 h 554"/>
                <a:gd name="T84" fmla="*/ 7756 w 16953"/>
                <a:gd name="T85" fmla="*/ 7 h 554"/>
                <a:gd name="T86" fmla="*/ 7645 w 16953"/>
                <a:gd name="T87" fmla="*/ 554 h 554"/>
                <a:gd name="T88" fmla="*/ 7584 w 16953"/>
                <a:gd name="T89" fmla="*/ 171 h 554"/>
                <a:gd name="T90" fmla="*/ 5765 w 16953"/>
                <a:gd name="T91" fmla="*/ 112 h 554"/>
                <a:gd name="T92" fmla="*/ 5459 w 16953"/>
                <a:gd name="T93" fmla="*/ 429 h 554"/>
                <a:gd name="T94" fmla="*/ 5312 w 16953"/>
                <a:gd name="T95" fmla="*/ 334 h 554"/>
                <a:gd name="T96" fmla="*/ 5123 w 16953"/>
                <a:gd name="T97" fmla="*/ 291 h 554"/>
                <a:gd name="T98" fmla="*/ 4999 w 16953"/>
                <a:gd name="T99" fmla="*/ 366 h 554"/>
                <a:gd name="T100" fmla="*/ 3074 w 16953"/>
                <a:gd name="T101" fmla="*/ 514 h 554"/>
                <a:gd name="T102" fmla="*/ 2819 w 16953"/>
                <a:gd name="T103" fmla="*/ 252 h 554"/>
                <a:gd name="T104" fmla="*/ 2796 w 16953"/>
                <a:gd name="T105" fmla="*/ 554 h 554"/>
                <a:gd name="T106" fmla="*/ 2437 w 16953"/>
                <a:gd name="T107" fmla="*/ 145 h 554"/>
                <a:gd name="T108" fmla="*/ 2339 w 16953"/>
                <a:gd name="T109" fmla="*/ 420 h 554"/>
                <a:gd name="T110" fmla="*/ 787 w 16953"/>
                <a:gd name="T111" fmla="*/ 227 h 554"/>
                <a:gd name="T112" fmla="*/ 367 w 16953"/>
                <a:gd name="T113" fmla="*/ 153 h 554"/>
                <a:gd name="T114" fmla="*/ 209 w 16953"/>
                <a:gd name="T115" fmla="*/ 235 h 554"/>
                <a:gd name="T116" fmla="*/ 16744 w 16953"/>
                <a:gd name="T117" fmla="*/ 374 h 554"/>
                <a:gd name="T118" fmla="*/ 8903 w 16953"/>
                <a:gd name="T119" fmla="*/ 374 h 554"/>
                <a:gd name="T120" fmla="*/ 1035 w 16953"/>
                <a:gd name="T12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953" h="554">
                  <a:moveTo>
                    <a:pt x="16728" y="419"/>
                  </a:moveTo>
                  <a:lnTo>
                    <a:pt x="16864" y="419"/>
                  </a:lnTo>
                  <a:lnTo>
                    <a:pt x="16841" y="544"/>
                  </a:lnTo>
                  <a:lnTo>
                    <a:pt x="16704" y="544"/>
                  </a:lnTo>
                  <a:lnTo>
                    <a:pt x="16728" y="419"/>
                  </a:lnTo>
                  <a:close/>
                  <a:moveTo>
                    <a:pt x="14074" y="419"/>
                  </a:moveTo>
                  <a:lnTo>
                    <a:pt x="14210" y="419"/>
                  </a:lnTo>
                  <a:lnTo>
                    <a:pt x="14187" y="544"/>
                  </a:lnTo>
                  <a:lnTo>
                    <a:pt x="14050" y="544"/>
                  </a:lnTo>
                  <a:lnTo>
                    <a:pt x="14074" y="419"/>
                  </a:lnTo>
                  <a:close/>
                  <a:moveTo>
                    <a:pt x="11422" y="419"/>
                  </a:moveTo>
                  <a:lnTo>
                    <a:pt x="11558" y="419"/>
                  </a:lnTo>
                  <a:lnTo>
                    <a:pt x="11535" y="544"/>
                  </a:lnTo>
                  <a:lnTo>
                    <a:pt x="11398" y="544"/>
                  </a:lnTo>
                  <a:lnTo>
                    <a:pt x="11422" y="419"/>
                  </a:lnTo>
                  <a:close/>
                  <a:moveTo>
                    <a:pt x="8768" y="419"/>
                  </a:moveTo>
                  <a:lnTo>
                    <a:pt x="8904" y="419"/>
                  </a:lnTo>
                  <a:lnTo>
                    <a:pt x="8881" y="544"/>
                  </a:lnTo>
                  <a:lnTo>
                    <a:pt x="8744" y="544"/>
                  </a:lnTo>
                  <a:lnTo>
                    <a:pt x="8768" y="419"/>
                  </a:lnTo>
                  <a:close/>
                  <a:moveTo>
                    <a:pt x="6116" y="419"/>
                  </a:moveTo>
                  <a:lnTo>
                    <a:pt x="6252" y="419"/>
                  </a:lnTo>
                  <a:lnTo>
                    <a:pt x="6229" y="544"/>
                  </a:lnTo>
                  <a:lnTo>
                    <a:pt x="6092" y="544"/>
                  </a:lnTo>
                  <a:lnTo>
                    <a:pt x="6116" y="419"/>
                  </a:lnTo>
                  <a:close/>
                  <a:moveTo>
                    <a:pt x="3462" y="419"/>
                  </a:moveTo>
                  <a:lnTo>
                    <a:pt x="3598" y="419"/>
                  </a:lnTo>
                  <a:lnTo>
                    <a:pt x="3575" y="544"/>
                  </a:lnTo>
                  <a:lnTo>
                    <a:pt x="3438" y="544"/>
                  </a:lnTo>
                  <a:lnTo>
                    <a:pt x="3462" y="419"/>
                  </a:lnTo>
                  <a:close/>
                  <a:moveTo>
                    <a:pt x="810" y="419"/>
                  </a:moveTo>
                  <a:lnTo>
                    <a:pt x="946" y="419"/>
                  </a:lnTo>
                  <a:lnTo>
                    <a:pt x="923" y="544"/>
                  </a:lnTo>
                  <a:lnTo>
                    <a:pt x="786" y="544"/>
                  </a:lnTo>
                  <a:lnTo>
                    <a:pt x="810" y="419"/>
                  </a:lnTo>
                  <a:close/>
                  <a:moveTo>
                    <a:pt x="16549" y="131"/>
                  </a:moveTo>
                  <a:cubicBezTo>
                    <a:pt x="16531" y="131"/>
                    <a:pt x="16517" y="139"/>
                    <a:pt x="16507" y="157"/>
                  </a:cubicBezTo>
                  <a:cubicBezTo>
                    <a:pt x="16498" y="175"/>
                    <a:pt x="16488" y="206"/>
                    <a:pt x="16478" y="251"/>
                  </a:cubicBezTo>
                  <a:cubicBezTo>
                    <a:pt x="16472" y="277"/>
                    <a:pt x="16466" y="305"/>
                    <a:pt x="16461" y="336"/>
                  </a:cubicBezTo>
                  <a:cubicBezTo>
                    <a:pt x="16455" y="367"/>
                    <a:pt x="16452" y="398"/>
                    <a:pt x="16450" y="428"/>
                  </a:cubicBezTo>
                  <a:cubicBezTo>
                    <a:pt x="16454" y="428"/>
                    <a:pt x="16457" y="428"/>
                    <a:pt x="16461" y="428"/>
                  </a:cubicBezTo>
                  <a:cubicBezTo>
                    <a:pt x="16465" y="428"/>
                    <a:pt x="16468" y="428"/>
                    <a:pt x="16472" y="428"/>
                  </a:cubicBezTo>
                  <a:cubicBezTo>
                    <a:pt x="16490" y="429"/>
                    <a:pt x="16505" y="421"/>
                    <a:pt x="16514" y="403"/>
                  </a:cubicBezTo>
                  <a:cubicBezTo>
                    <a:pt x="16523" y="386"/>
                    <a:pt x="16533" y="354"/>
                    <a:pt x="16543" y="309"/>
                  </a:cubicBezTo>
                  <a:cubicBezTo>
                    <a:pt x="16549" y="284"/>
                    <a:pt x="16555" y="255"/>
                    <a:pt x="16560" y="224"/>
                  </a:cubicBezTo>
                  <a:cubicBezTo>
                    <a:pt x="16565" y="193"/>
                    <a:pt x="16568" y="162"/>
                    <a:pt x="16570" y="132"/>
                  </a:cubicBezTo>
                  <a:cubicBezTo>
                    <a:pt x="16567" y="132"/>
                    <a:pt x="16564" y="132"/>
                    <a:pt x="16560" y="132"/>
                  </a:cubicBezTo>
                  <a:cubicBezTo>
                    <a:pt x="16557" y="131"/>
                    <a:pt x="16553" y="131"/>
                    <a:pt x="16549" y="131"/>
                  </a:cubicBezTo>
                  <a:close/>
                  <a:moveTo>
                    <a:pt x="13895" y="131"/>
                  </a:moveTo>
                  <a:cubicBezTo>
                    <a:pt x="13877" y="131"/>
                    <a:pt x="13863" y="139"/>
                    <a:pt x="13853" y="157"/>
                  </a:cubicBezTo>
                  <a:cubicBezTo>
                    <a:pt x="13844" y="175"/>
                    <a:pt x="13834" y="206"/>
                    <a:pt x="13824" y="251"/>
                  </a:cubicBezTo>
                  <a:cubicBezTo>
                    <a:pt x="13818" y="277"/>
                    <a:pt x="13812" y="305"/>
                    <a:pt x="13807" y="336"/>
                  </a:cubicBezTo>
                  <a:cubicBezTo>
                    <a:pt x="13801" y="367"/>
                    <a:pt x="13798" y="398"/>
                    <a:pt x="13796" y="428"/>
                  </a:cubicBezTo>
                  <a:cubicBezTo>
                    <a:pt x="13800" y="428"/>
                    <a:pt x="13803" y="428"/>
                    <a:pt x="13807" y="428"/>
                  </a:cubicBezTo>
                  <a:cubicBezTo>
                    <a:pt x="13811" y="428"/>
                    <a:pt x="13814" y="428"/>
                    <a:pt x="13818" y="428"/>
                  </a:cubicBezTo>
                  <a:cubicBezTo>
                    <a:pt x="13836" y="429"/>
                    <a:pt x="13851" y="421"/>
                    <a:pt x="13860" y="403"/>
                  </a:cubicBezTo>
                  <a:cubicBezTo>
                    <a:pt x="13869" y="386"/>
                    <a:pt x="13879" y="354"/>
                    <a:pt x="13889" y="309"/>
                  </a:cubicBezTo>
                  <a:cubicBezTo>
                    <a:pt x="13895" y="284"/>
                    <a:pt x="13901" y="255"/>
                    <a:pt x="13906" y="224"/>
                  </a:cubicBezTo>
                  <a:cubicBezTo>
                    <a:pt x="13911" y="193"/>
                    <a:pt x="13914" y="162"/>
                    <a:pt x="13916" y="132"/>
                  </a:cubicBezTo>
                  <a:cubicBezTo>
                    <a:pt x="13913" y="132"/>
                    <a:pt x="13910" y="132"/>
                    <a:pt x="13906" y="132"/>
                  </a:cubicBezTo>
                  <a:cubicBezTo>
                    <a:pt x="13903" y="131"/>
                    <a:pt x="13899" y="131"/>
                    <a:pt x="13895" y="131"/>
                  </a:cubicBezTo>
                  <a:close/>
                  <a:moveTo>
                    <a:pt x="11243" y="131"/>
                  </a:moveTo>
                  <a:cubicBezTo>
                    <a:pt x="11225" y="131"/>
                    <a:pt x="11211" y="139"/>
                    <a:pt x="11201" y="157"/>
                  </a:cubicBezTo>
                  <a:cubicBezTo>
                    <a:pt x="11192" y="175"/>
                    <a:pt x="11182" y="206"/>
                    <a:pt x="11172" y="251"/>
                  </a:cubicBezTo>
                  <a:cubicBezTo>
                    <a:pt x="11166" y="277"/>
                    <a:pt x="11160" y="305"/>
                    <a:pt x="11155" y="336"/>
                  </a:cubicBezTo>
                  <a:cubicBezTo>
                    <a:pt x="11149" y="367"/>
                    <a:pt x="11146" y="398"/>
                    <a:pt x="11144" y="428"/>
                  </a:cubicBezTo>
                  <a:cubicBezTo>
                    <a:pt x="11148" y="428"/>
                    <a:pt x="11151" y="428"/>
                    <a:pt x="11155" y="428"/>
                  </a:cubicBezTo>
                  <a:cubicBezTo>
                    <a:pt x="11159" y="428"/>
                    <a:pt x="11162" y="428"/>
                    <a:pt x="11166" y="428"/>
                  </a:cubicBezTo>
                  <a:cubicBezTo>
                    <a:pt x="11184" y="429"/>
                    <a:pt x="11199" y="421"/>
                    <a:pt x="11208" y="403"/>
                  </a:cubicBezTo>
                  <a:cubicBezTo>
                    <a:pt x="11217" y="386"/>
                    <a:pt x="11227" y="354"/>
                    <a:pt x="11237" y="309"/>
                  </a:cubicBezTo>
                  <a:cubicBezTo>
                    <a:pt x="11243" y="284"/>
                    <a:pt x="11249" y="255"/>
                    <a:pt x="11254" y="224"/>
                  </a:cubicBezTo>
                  <a:cubicBezTo>
                    <a:pt x="11259" y="193"/>
                    <a:pt x="11262" y="162"/>
                    <a:pt x="11264" y="132"/>
                  </a:cubicBezTo>
                  <a:cubicBezTo>
                    <a:pt x="11261" y="132"/>
                    <a:pt x="11258" y="132"/>
                    <a:pt x="11254" y="132"/>
                  </a:cubicBezTo>
                  <a:cubicBezTo>
                    <a:pt x="11251" y="131"/>
                    <a:pt x="11247" y="131"/>
                    <a:pt x="11243" y="131"/>
                  </a:cubicBezTo>
                  <a:close/>
                  <a:moveTo>
                    <a:pt x="8589" y="131"/>
                  </a:moveTo>
                  <a:cubicBezTo>
                    <a:pt x="8571" y="131"/>
                    <a:pt x="8557" y="139"/>
                    <a:pt x="8547" y="157"/>
                  </a:cubicBezTo>
                  <a:cubicBezTo>
                    <a:pt x="8538" y="175"/>
                    <a:pt x="8528" y="206"/>
                    <a:pt x="8518" y="251"/>
                  </a:cubicBezTo>
                  <a:cubicBezTo>
                    <a:pt x="8512" y="277"/>
                    <a:pt x="8506" y="305"/>
                    <a:pt x="8501" y="336"/>
                  </a:cubicBezTo>
                  <a:cubicBezTo>
                    <a:pt x="8495" y="367"/>
                    <a:pt x="8492" y="398"/>
                    <a:pt x="8490" y="428"/>
                  </a:cubicBezTo>
                  <a:cubicBezTo>
                    <a:pt x="8494" y="428"/>
                    <a:pt x="8497" y="428"/>
                    <a:pt x="8501" y="428"/>
                  </a:cubicBezTo>
                  <a:cubicBezTo>
                    <a:pt x="8505" y="428"/>
                    <a:pt x="8508" y="428"/>
                    <a:pt x="8512" y="428"/>
                  </a:cubicBezTo>
                  <a:cubicBezTo>
                    <a:pt x="8530" y="429"/>
                    <a:pt x="8545" y="421"/>
                    <a:pt x="8554" y="403"/>
                  </a:cubicBezTo>
                  <a:cubicBezTo>
                    <a:pt x="8563" y="386"/>
                    <a:pt x="8573" y="354"/>
                    <a:pt x="8583" y="309"/>
                  </a:cubicBezTo>
                  <a:cubicBezTo>
                    <a:pt x="8589" y="284"/>
                    <a:pt x="8595" y="255"/>
                    <a:pt x="8600" y="224"/>
                  </a:cubicBezTo>
                  <a:cubicBezTo>
                    <a:pt x="8605" y="193"/>
                    <a:pt x="8608" y="162"/>
                    <a:pt x="8610" y="132"/>
                  </a:cubicBezTo>
                  <a:cubicBezTo>
                    <a:pt x="8607" y="132"/>
                    <a:pt x="8604" y="132"/>
                    <a:pt x="8600" y="132"/>
                  </a:cubicBezTo>
                  <a:cubicBezTo>
                    <a:pt x="8597" y="131"/>
                    <a:pt x="8593" y="131"/>
                    <a:pt x="8589" y="131"/>
                  </a:cubicBezTo>
                  <a:close/>
                  <a:moveTo>
                    <a:pt x="5937" y="131"/>
                  </a:moveTo>
                  <a:cubicBezTo>
                    <a:pt x="5919" y="131"/>
                    <a:pt x="5905" y="139"/>
                    <a:pt x="5895" y="157"/>
                  </a:cubicBezTo>
                  <a:cubicBezTo>
                    <a:pt x="5886" y="175"/>
                    <a:pt x="5876" y="206"/>
                    <a:pt x="5866" y="251"/>
                  </a:cubicBezTo>
                  <a:cubicBezTo>
                    <a:pt x="5860" y="277"/>
                    <a:pt x="5854" y="305"/>
                    <a:pt x="5849" y="336"/>
                  </a:cubicBezTo>
                  <a:cubicBezTo>
                    <a:pt x="5843" y="367"/>
                    <a:pt x="5840" y="398"/>
                    <a:pt x="5838" y="428"/>
                  </a:cubicBezTo>
                  <a:cubicBezTo>
                    <a:pt x="5842" y="428"/>
                    <a:pt x="5845" y="428"/>
                    <a:pt x="5849" y="428"/>
                  </a:cubicBezTo>
                  <a:cubicBezTo>
                    <a:pt x="5853" y="428"/>
                    <a:pt x="5856" y="428"/>
                    <a:pt x="5860" y="428"/>
                  </a:cubicBezTo>
                  <a:cubicBezTo>
                    <a:pt x="5878" y="429"/>
                    <a:pt x="5893" y="421"/>
                    <a:pt x="5902" y="403"/>
                  </a:cubicBezTo>
                  <a:cubicBezTo>
                    <a:pt x="5911" y="386"/>
                    <a:pt x="5921" y="354"/>
                    <a:pt x="5931" y="309"/>
                  </a:cubicBezTo>
                  <a:cubicBezTo>
                    <a:pt x="5937" y="284"/>
                    <a:pt x="5943" y="255"/>
                    <a:pt x="5948" y="224"/>
                  </a:cubicBezTo>
                  <a:cubicBezTo>
                    <a:pt x="5953" y="193"/>
                    <a:pt x="5956" y="162"/>
                    <a:pt x="5958" y="132"/>
                  </a:cubicBezTo>
                  <a:cubicBezTo>
                    <a:pt x="5955" y="132"/>
                    <a:pt x="5952" y="132"/>
                    <a:pt x="5948" y="132"/>
                  </a:cubicBezTo>
                  <a:cubicBezTo>
                    <a:pt x="5945" y="131"/>
                    <a:pt x="5941" y="131"/>
                    <a:pt x="5937" y="131"/>
                  </a:cubicBezTo>
                  <a:close/>
                  <a:moveTo>
                    <a:pt x="3283" y="131"/>
                  </a:moveTo>
                  <a:cubicBezTo>
                    <a:pt x="3265" y="131"/>
                    <a:pt x="3251" y="139"/>
                    <a:pt x="3241" y="157"/>
                  </a:cubicBezTo>
                  <a:cubicBezTo>
                    <a:pt x="3232" y="175"/>
                    <a:pt x="3222" y="206"/>
                    <a:pt x="3212" y="251"/>
                  </a:cubicBezTo>
                  <a:cubicBezTo>
                    <a:pt x="3206" y="277"/>
                    <a:pt x="3200" y="305"/>
                    <a:pt x="3195" y="336"/>
                  </a:cubicBezTo>
                  <a:cubicBezTo>
                    <a:pt x="3189" y="367"/>
                    <a:pt x="3186" y="398"/>
                    <a:pt x="3184" y="428"/>
                  </a:cubicBezTo>
                  <a:cubicBezTo>
                    <a:pt x="3188" y="428"/>
                    <a:pt x="3191" y="428"/>
                    <a:pt x="3195" y="428"/>
                  </a:cubicBezTo>
                  <a:cubicBezTo>
                    <a:pt x="3199" y="428"/>
                    <a:pt x="3202" y="428"/>
                    <a:pt x="3206" y="428"/>
                  </a:cubicBezTo>
                  <a:cubicBezTo>
                    <a:pt x="3224" y="429"/>
                    <a:pt x="3239" y="421"/>
                    <a:pt x="3248" y="403"/>
                  </a:cubicBezTo>
                  <a:cubicBezTo>
                    <a:pt x="3257" y="386"/>
                    <a:pt x="3267" y="354"/>
                    <a:pt x="3277" y="309"/>
                  </a:cubicBezTo>
                  <a:cubicBezTo>
                    <a:pt x="3283" y="284"/>
                    <a:pt x="3289" y="255"/>
                    <a:pt x="3294" y="224"/>
                  </a:cubicBezTo>
                  <a:cubicBezTo>
                    <a:pt x="3299" y="193"/>
                    <a:pt x="3302" y="162"/>
                    <a:pt x="3304" y="132"/>
                  </a:cubicBezTo>
                  <a:cubicBezTo>
                    <a:pt x="3301" y="132"/>
                    <a:pt x="3298" y="132"/>
                    <a:pt x="3294" y="132"/>
                  </a:cubicBezTo>
                  <a:cubicBezTo>
                    <a:pt x="3291" y="131"/>
                    <a:pt x="3287" y="131"/>
                    <a:pt x="3283" y="131"/>
                  </a:cubicBezTo>
                  <a:close/>
                  <a:moveTo>
                    <a:pt x="631" y="131"/>
                  </a:moveTo>
                  <a:cubicBezTo>
                    <a:pt x="613" y="131"/>
                    <a:pt x="599" y="139"/>
                    <a:pt x="589" y="157"/>
                  </a:cubicBezTo>
                  <a:cubicBezTo>
                    <a:pt x="580" y="175"/>
                    <a:pt x="570" y="206"/>
                    <a:pt x="560" y="251"/>
                  </a:cubicBezTo>
                  <a:cubicBezTo>
                    <a:pt x="554" y="277"/>
                    <a:pt x="548" y="305"/>
                    <a:pt x="543" y="336"/>
                  </a:cubicBezTo>
                  <a:cubicBezTo>
                    <a:pt x="537" y="367"/>
                    <a:pt x="534" y="398"/>
                    <a:pt x="532" y="428"/>
                  </a:cubicBezTo>
                  <a:cubicBezTo>
                    <a:pt x="536" y="428"/>
                    <a:pt x="539" y="428"/>
                    <a:pt x="543" y="428"/>
                  </a:cubicBezTo>
                  <a:cubicBezTo>
                    <a:pt x="547" y="428"/>
                    <a:pt x="550" y="428"/>
                    <a:pt x="554" y="428"/>
                  </a:cubicBezTo>
                  <a:cubicBezTo>
                    <a:pt x="572" y="429"/>
                    <a:pt x="587" y="421"/>
                    <a:pt x="596" y="403"/>
                  </a:cubicBezTo>
                  <a:cubicBezTo>
                    <a:pt x="605" y="386"/>
                    <a:pt x="615" y="354"/>
                    <a:pt x="625" y="309"/>
                  </a:cubicBezTo>
                  <a:cubicBezTo>
                    <a:pt x="631" y="284"/>
                    <a:pt x="637" y="255"/>
                    <a:pt x="642" y="224"/>
                  </a:cubicBezTo>
                  <a:cubicBezTo>
                    <a:pt x="647" y="193"/>
                    <a:pt x="650" y="162"/>
                    <a:pt x="652" y="132"/>
                  </a:cubicBezTo>
                  <a:cubicBezTo>
                    <a:pt x="649" y="132"/>
                    <a:pt x="646" y="132"/>
                    <a:pt x="642" y="132"/>
                  </a:cubicBezTo>
                  <a:cubicBezTo>
                    <a:pt x="639" y="131"/>
                    <a:pt x="635" y="131"/>
                    <a:pt x="631" y="131"/>
                  </a:cubicBezTo>
                  <a:close/>
                  <a:moveTo>
                    <a:pt x="15416" y="16"/>
                  </a:moveTo>
                  <a:lnTo>
                    <a:pt x="15525" y="16"/>
                  </a:lnTo>
                  <a:lnTo>
                    <a:pt x="15507" y="115"/>
                  </a:lnTo>
                  <a:lnTo>
                    <a:pt x="15457" y="211"/>
                  </a:lnTo>
                  <a:lnTo>
                    <a:pt x="15379" y="211"/>
                  </a:lnTo>
                  <a:lnTo>
                    <a:pt x="15416" y="16"/>
                  </a:lnTo>
                  <a:close/>
                  <a:moveTo>
                    <a:pt x="15055" y="16"/>
                  </a:moveTo>
                  <a:lnTo>
                    <a:pt x="15380" y="16"/>
                  </a:lnTo>
                  <a:lnTo>
                    <a:pt x="15347" y="145"/>
                  </a:lnTo>
                  <a:lnTo>
                    <a:pt x="15267" y="145"/>
                  </a:lnTo>
                  <a:lnTo>
                    <a:pt x="15193" y="544"/>
                  </a:lnTo>
                  <a:lnTo>
                    <a:pt x="15048" y="544"/>
                  </a:lnTo>
                  <a:lnTo>
                    <a:pt x="15121" y="145"/>
                  </a:lnTo>
                  <a:lnTo>
                    <a:pt x="15032" y="145"/>
                  </a:lnTo>
                  <a:lnTo>
                    <a:pt x="15055" y="16"/>
                  </a:lnTo>
                  <a:close/>
                  <a:moveTo>
                    <a:pt x="14756" y="16"/>
                  </a:moveTo>
                  <a:lnTo>
                    <a:pt x="15029" y="16"/>
                  </a:lnTo>
                  <a:lnTo>
                    <a:pt x="14996" y="145"/>
                  </a:lnTo>
                  <a:lnTo>
                    <a:pt x="14877" y="145"/>
                  </a:lnTo>
                  <a:lnTo>
                    <a:pt x="14865" y="217"/>
                  </a:lnTo>
                  <a:lnTo>
                    <a:pt x="14982" y="217"/>
                  </a:lnTo>
                  <a:lnTo>
                    <a:pt x="14960" y="338"/>
                  </a:lnTo>
                  <a:lnTo>
                    <a:pt x="14842" y="338"/>
                  </a:lnTo>
                  <a:lnTo>
                    <a:pt x="14829" y="414"/>
                  </a:lnTo>
                  <a:lnTo>
                    <a:pt x="14964" y="414"/>
                  </a:lnTo>
                  <a:lnTo>
                    <a:pt x="14929" y="544"/>
                  </a:lnTo>
                  <a:lnTo>
                    <a:pt x="14659" y="544"/>
                  </a:lnTo>
                  <a:lnTo>
                    <a:pt x="14756" y="16"/>
                  </a:lnTo>
                  <a:close/>
                  <a:moveTo>
                    <a:pt x="14466" y="16"/>
                  </a:moveTo>
                  <a:lnTo>
                    <a:pt x="14611" y="16"/>
                  </a:lnTo>
                  <a:lnTo>
                    <a:pt x="14539" y="414"/>
                  </a:lnTo>
                  <a:lnTo>
                    <a:pt x="14646" y="414"/>
                  </a:lnTo>
                  <a:lnTo>
                    <a:pt x="14611" y="544"/>
                  </a:lnTo>
                  <a:lnTo>
                    <a:pt x="14369" y="544"/>
                  </a:lnTo>
                  <a:lnTo>
                    <a:pt x="14466" y="16"/>
                  </a:lnTo>
                  <a:close/>
                  <a:moveTo>
                    <a:pt x="12762" y="16"/>
                  </a:moveTo>
                  <a:lnTo>
                    <a:pt x="12871" y="16"/>
                  </a:lnTo>
                  <a:lnTo>
                    <a:pt x="12853" y="115"/>
                  </a:lnTo>
                  <a:lnTo>
                    <a:pt x="12803" y="211"/>
                  </a:lnTo>
                  <a:lnTo>
                    <a:pt x="12725" y="211"/>
                  </a:lnTo>
                  <a:lnTo>
                    <a:pt x="12762" y="16"/>
                  </a:lnTo>
                  <a:close/>
                  <a:moveTo>
                    <a:pt x="12401" y="16"/>
                  </a:moveTo>
                  <a:lnTo>
                    <a:pt x="12726" y="16"/>
                  </a:lnTo>
                  <a:lnTo>
                    <a:pt x="12693" y="145"/>
                  </a:lnTo>
                  <a:lnTo>
                    <a:pt x="12613" y="145"/>
                  </a:lnTo>
                  <a:lnTo>
                    <a:pt x="12539" y="544"/>
                  </a:lnTo>
                  <a:lnTo>
                    <a:pt x="12394" y="544"/>
                  </a:lnTo>
                  <a:lnTo>
                    <a:pt x="12467" y="145"/>
                  </a:lnTo>
                  <a:lnTo>
                    <a:pt x="12378" y="145"/>
                  </a:lnTo>
                  <a:lnTo>
                    <a:pt x="12401" y="16"/>
                  </a:lnTo>
                  <a:close/>
                  <a:moveTo>
                    <a:pt x="12102" y="16"/>
                  </a:moveTo>
                  <a:lnTo>
                    <a:pt x="12375" y="16"/>
                  </a:lnTo>
                  <a:lnTo>
                    <a:pt x="12342" y="145"/>
                  </a:lnTo>
                  <a:lnTo>
                    <a:pt x="12223" y="145"/>
                  </a:lnTo>
                  <a:lnTo>
                    <a:pt x="12211" y="217"/>
                  </a:lnTo>
                  <a:lnTo>
                    <a:pt x="12328" y="217"/>
                  </a:lnTo>
                  <a:lnTo>
                    <a:pt x="12306" y="338"/>
                  </a:lnTo>
                  <a:lnTo>
                    <a:pt x="12188" y="338"/>
                  </a:lnTo>
                  <a:lnTo>
                    <a:pt x="12175" y="414"/>
                  </a:lnTo>
                  <a:lnTo>
                    <a:pt x="12310" y="414"/>
                  </a:lnTo>
                  <a:lnTo>
                    <a:pt x="12275" y="544"/>
                  </a:lnTo>
                  <a:lnTo>
                    <a:pt x="12005" y="544"/>
                  </a:lnTo>
                  <a:lnTo>
                    <a:pt x="12102" y="16"/>
                  </a:lnTo>
                  <a:close/>
                  <a:moveTo>
                    <a:pt x="11812" y="16"/>
                  </a:moveTo>
                  <a:lnTo>
                    <a:pt x="11957" y="16"/>
                  </a:lnTo>
                  <a:lnTo>
                    <a:pt x="11885" y="414"/>
                  </a:lnTo>
                  <a:lnTo>
                    <a:pt x="11992" y="414"/>
                  </a:lnTo>
                  <a:lnTo>
                    <a:pt x="11957" y="544"/>
                  </a:lnTo>
                  <a:lnTo>
                    <a:pt x="11715" y="544"/>
                  </a:lnTo>
                  <a:lnTo>
                    <a:pt x="11812" y="16"/>
                  </a:lnTo>
                  <a:close/>
                  <a:moveTo>
                    <a:pt x="10110" y="16"/>
                  </a:moveTo>
                  <a:lnTo>
                    <a:pt x="10219" y="16"/>
                  </a:lnTo>
                  <a:lnTo>
                    <a:pt x="10201" y="115"/>
                  </a:lnTo>
                  <a:lnTo>
                    <a:pt x="10151" y="211"/>
                  </a:lnTo>
                  <a:lnTo>
                    <a:pt x="10073" y="211"/>
                  </a:lnTo>
                  <a:lnTo>
                    <a:pt x="10110" y="16"/>
                  </a:lnTo>
                  <a:close/>
                  <a:moveTo>
                    <a:pt x="9749" y="16"/>
                  </a:moveTo>
                  <a:lnTo>
                    <a:pt x="10074" y="16"/>
                  </a:lnTo>
                  <a:lnTo>
                    <a:pt x="10041" y="145"/>
                  </a:lnTo>
                  <a:lnTo>
                    <a:pt x="9961" y="145"/>
                  </a:lnTo>
                  <a:lnTo>
                    <a:pt x="9887" y="544"/>
                  </a:lnTo>
                  <a:lnTo>
                    <a:pt x="9742" y="544"/>
                  </a:lnTo>
                  <a:lnTo>
                    <a:pt x="9815" y="145"/>
                  </a:lnTo>
                  <a:lnTo>
                    <a:pt x="9726" y="145"/>
                  </a:lnTo>
                  <a:lnTo>
                    <a:pt x="9749" y="16"/>
                  </a:lnTo>
                  <a:close/>
                  <a:moveTo>
                    <a:pt x="9450" y="16"/>
                  </a:moveTo>
                  <a:lnTo>
                    <a:pt x="9723" y="16"/>
                  </a:lnTo>
                  <a:lnTo>
                    <a:pt x="9690" y="145"/>
                  </a:lnTo>
                  <a:lnTo>
                    <a:pt x="9571" y="145"/>
                  </a:lnTo>
                  <a:lnTo>
                    <a:pt x="9559" y="217"/>
                  </a:lnTo>
                  <a:lnTo>
                    <a:pt x="9676" y="217"/>
                  </a:lnTo>
                  <a:lnTo>
                    <a:pt x="9654" y="338"/>
                  </a:lnTo>
                  <a:lnTo>
                    <a:pt x="9536" y="338"/>
                  </a:lnTo>
                  <a:lnTo>
                    <a:pt x="9523" y="414"/>
                  </a:lnTo>
                  <a:lnTo>
                    <a:pt x="9658" y="414"/>
                  </a:lnTo>
                  <a:lnTo>
                    <a:pt x="9623" y="544"/>
                  </a:lnTo>
                  <a:lnTo>
                    <a:pt x="9353" y="544"/>
                  </a:lnTo>
                  <a:lnTo>
                    <a:pt x="9450" y="16"/>
                  </a:lnTo>
                  <a:close/>
                  <a:moveTo>
                    <a:pt x="9160" y="16"/>
                  </a:moveTo>
                  <a:lnTo>
                    <a:pt x="9305" y="16"/>
                  </a:lnTo>
                  <a:lnTo>
                    <a:pt x="9233" y="414"/>
                  </a:lnTo>
                  <a:lnTo>
                    <a:pt x="9340" y="414"/>
                  </a:lnTo>
                  <a:lnTo>
                    <a:pt x="9305" y="544"/>
                  </a:lnTo>
                  <a:lnTo>
                    <a:pt x="9063" y="544"/>
                  </a:lnTo>
                  <a:lnTo>
                    <a:pt x="9160" y="16"/>
                  </a:lnTo>
                  <a:close/>
                  <a:moveTo>
                    <a:pt x="7456" y="16"/>
                  </a:moveTo>
                  <a:lnTo>
                    <a:pt x="7565" y="16"/>
                  </a:lnTo>
                  <a:lnTo>
                    <a:pt x="7547" y="115"/>
                  </a:lnTo>
                  <a:lnTo>
                    <a:pt x="7497" y="211"/>
                  </a:lnTo>
                  <a:lnTo>
                    <a:pt x="7419" y="211"/>
                  </a:lnTo>
                  <a:lnTo>
                    <a:pt x="7456" y="16"/>
                  </a:lnTo>
                  <a:close/>
                  <a:moveTo>
                    <a:pt x="7095" y="16"/>
                  </a:moveTo>
                  <a:lnTo>
                    <a:pt x="7420" y="16"/>
                  </a:lnTo>
                  <a:lnTo>
                    <a:pt x="7387" y="145"/>
                  </a:lnTo>
                  <a:lnTo>
                    <a:pt x="7307" y="145"/>
                  </a:lnTo>
                  <a:lnTo>
                    <a:pt x="7233" y="544"/>
                  </a:lnTo>
                  <a:lnTo>
                    <a:pt x="7088" y="544"/>
                  </a:lnTo>
                  <a:lnTo>
                    <a:pt x="7161" y="145"/>
                  </a:lnTo>
                  <a:lnTo>
                    <a:pt x="7072" y="145"/>
                  </a:lnTo>
                  <a:lnTo>
                    <a:pt x="7095" y="16"/>
                  </a:lnTo>
                  <a:close/>
                  <a:moveTo>
                    <a:pt x="6796" y="16"/>
                  </a:moveTo>
                  <a:lnTo>
                    <a:pt x="7069" y="16"/>
                  </a:lnTo>
                  <a:lnTo>
                    <a:pt x="7036" y="145"/>
                  </a:lnTo>
                  <a:lnTo>
                    <a:pt x="6917" y="145"/>
                  </a:lnTo>
                  <a:lnTo>
                    <a:pt x="6905" y="217"/>
                  </a:lnTo>
                  <a:lnTo>
                    <a:pt x="7022" y="217"/>
                  </a:lnTo>
                  <a:lnTo>
                    <a:pt x="7000" y="338"/>
                  </a:lnTo>
                  <a:lnTo>
                    <a:pt x="6882" y="338"/>
                  </a:lnTo>
                  <a:lnTo>
                    <a:pt x="6869" y="414"/>
                  </a:lnTo>
                  <a:lnTo>
                    <a:pt x="7004" y="414"/>
                  </a:lnTo>
                  <a:lnTo>
                    <a:pt x="6969" y="544"/>
                  </a:lnTo>
                  <a:lnTo>
                    <a:pt x="6699" y="544"/>
                  </a:lnTo>
                  <a:lnTo>
                    <a:pt x="6796" y="16"/>
                  </a:lnTo>
                  <a:close/>
                  <a:moveTo>
                    <a:pt x="6506" y="16"/>
                  </a:moveTo>
                  <a:lnTo>
                    <a:pt x="6651" y="16"/>
                  </a:lnTo>
                  <a:lnTo>
                    <a:pt x="6579" y="414"/>
                  </a:lnTo>
                  <a:lnTo>
                    <a:pt x="6686" y="414"/>
                  </a:lnTo>
                  <a:lnTo>
                    <a:pt x="6651" y="544"/>
                  </a:lnTo>
                  <a:lnTo>
                    <a:pt x="6409" y="544"/>
                  </a:lnTo>
                  <a:lnTo>
                    <a:pt x="6506" y="16"/>
                  </a:lnTo>
                  <a:close/>
                  <a:moveTo>
                    <a:pt x="4804" y="16"/>
                  </a:moveTo>
                  <a:lnTo>
                    <a:pt x="4913" y="16"/>
                  </a:lnTo>
                  <a:lnTo>
                    <a:pt x="4895" y="115"/>
                  </a:lnTo>
                  <a:lnTo>
                    <a:pt x="4845" y="211"/>
                  </a:lnTo>
                  <a:lnTo>
                    <a:pt x="4767" y="211"/>
                  </a:lnTo>
                  <a:lnTo>
                    <a:pt x="4804" y="16"/>
                  </a:lnTo>
                  <a:close/>
                  <a:moveTo>
                    <a:pt x="4443" y="16"/>
                  </a:moveTo>
                  <a:lnTo>
                    <a:pt x="4768" y="16"/>
                  </a:lnTo>
                  <a:lnTo>
                    <a:pt x="4735" y="145"/>
                  </a:lnTo>
                  <a:lnTo>
                    <a:pt x="4655" y="145"/>
                  </a:lnTo>
                  <a:lnTo>
                    <a:pt x="4581" y="544"/>
                  </a:lnTo>
                  <a:lnTo>
                    <a:pt x="4436" y="544"/>
                  </a:lnTo>
                  <a:lnTo>
                    <a:pt x="4509" y="145"/>
                  </a:lnTo>
                  <a:lnTo>
                    <a:pt x="4420" y="145"/>
                  </a:lnTo>
                  <a:lnTo>
                    <a:pt x="4443" y="16"/>
                  </a:lnTo>
                  <a:close/>
                  <a:moveTo>
                    <a:pt x="4144" y="16"/>
                  </a:moveTo>
                  <a:lnTo>
                    <a:pt x="4417" y="16"/>
                  </a:lnTo>
                  <a:lnTo>
                    <a:pt x="4384" y="145"/>
                  </a:lnTo>
                  <a:lnTo>
                    <a:pt x="4265" y="145"/>
                  </a:lnTo>
                  <a:lnTo>
                    <a:pt x="4253" y="217"/>
                  </a:lnTo>
                  <a:lnTo>
                    <a:pt x="4370" y="217"/>
                  </a:lnTo>
                  <a:lnTo>
                    <a:pt x="4348" y="338"/>
                  </a:lnTo>
                  <a:lnTo>
                    <a:pt x="4230" y="338"/>
                  </a:lnTo>
                  <a:lnTo>
                    <a:pt x="4217" y="414"/>
                  </a:lnTo>
                  <a:lnTo>
                    <a:pt x="4352" y="414"/>
                  </a:lnTo>
                  <a:lnTo>
                    <a:pt x="4317" y="544"/>
                  </a:lnTo>
                  <a:lnTo>
                    <a:pt x="4047" y="544"/>
                  </a:lnTo>
                  <a:lnTo>
                    <a:pt x="4144" y="16"/>
                  </a:lnTo>
                  <a:close/>
                  <a:moveTo>
                    <a:pt x="3854" y="16"/>
                  </a:moveTo>
                  <a:lnTo>
                    <a:pt x="3999" y="16"/>
                  </a:lnTo>
                  <a:lnTo>
                    <a:pt x="3927" y="414"/>
                  </a:lnTo>
                  <a:lnTo>
                    <a:pt x="4034" y="414"/>
                  </a:lnTo>
                  <a:lnTo>
                    <a:pt x="3999" y="544"/>
                  </a:lnTo>
                  <a:lnTo>
                    <a:pt x="3757" y="544"/>
                  </a:lnTo>
                  <a:lnTo>
                    <a:pt x="3854" y="16"/>
                  </a:lnTo>
                  <a:close/>
                  <a:moveTo>
                    <a:pt x="2152" y="16"/>
                  </a:moveTo>
                  <a:lnTo>
                    <a:pt x="2261" y="16"/>
                  </a:lnTo>
                  <a:lnTo>
                    <a:pt x="2243" y="115"/>
                  </a:lnTo>
                  <a:lnTo>
                    <a:pt x="2193" y="211"/>
                  </a:lnTo>
                  <a:lnTo>
                    <a:pt x="2115" y="211"/>
                  </a:lnTo>
                  <a:lnTo>
                    <a:pt x="2152" y="16"/>
                  </a:lnTo>
                  <a:close/>
                  <a:moveTo>
                    <a:pt x="1791" y="16"/>
                  </a:moveTo>
                  <a:lnTo>
                    <a:pt x="2116" y="16"/>
                  </a:lnTo>
                  <a:lnTo>
                    <a:pt x="2083" y="145"/>
                  </a:lnTo>
                  <a:lnTo>
                    <a:pt x="2003" y="145"/>
                  </a:lnTo>
                  <a:lnTo>
                    <a:pt x="1929" y="544"/>
                  </a:lnTo>
                  <a:lnTo>
                    <a:pt x="1784" y="544"/>
                  </a:lnTo>
                  <a:lnTo>
                    <a:pt x="1857" y="145"/>
                  </a:lnTo>
                  <a:lnTo>
                    <a:pt x="1768" y="145"/>
                  </a:lnTo>
                  <a:lnTo>
                    <a:pt x="1791" y="16"/>
                  </a:lnTo>
                  <a:close/>
                  <a:moveTo>
                    <a:pt x="1492" y="16"/>
                  </a:moveTo>
                  <a:lnTo>
                    <a:pt x="1765" y="16"/>
                  </a:lnTo>
                  <a:lnTo>
                    <a:pt x="1732" y="145"/>
                  </a:lnTo>
                  <a:lnTo>
                    <a:pt x="1613" y="145"/>
                  </a:lnTo>
                  <a:lnTo>
                    <a:pt x="1601" y="217"/>
                  </a:lnTo>
                  <a:lnTo>
                    <a:pt x="1718" y="217"/>
                  </a:lnTo>
                  <a:lnTo>
                    <a:pt x="1696" y="338"/>
                  </a:lnTo>
                  <a:lnTo>
                    <a:pt x="1578" y="338"/>
                  </a:lnTo>
                  <a:lnTo>
                    <a:pt x="1565" y="414"/>
                  </a:lnTo>
                  <a:lnTo>
                    <a:pt x="1700" y="414"/>
                  </a:lnTo>
                  <a:lnTo>
                    <a:pt x="1665" y="544"/>
                  </a:lnTo>
                  <a:lnTo>
                    <a:pt x="1395" y="544"/>
                  </a:lnTo>
                  <a:lnTo>
                    <a:pt x="1492" y="16"/>
                  </a:lnTo>
                  <a:close/>
                  <a:moveTo>
                    <a:pt x="1202" y="16"/>
                  </a:moveTo>
                  <a:lnTo>
                    <a:pt x="1347" y="16"/>
                  </a:lnTo>
                  <a:lnTo>
                    <a:pt x="1275" y="414"/>
                  </a:lnTo>
                  <a:lnTo>
                    <a:pt x="1382" y="414"/>
                  </a:lnTo>
                  <a:lnTo>
                    <a:pt x="1347" y="544"/>
                  </a:lnTo>
                  <a:lnTo>
                    <a:pt x="1105" y="544"/>
                  </a:lnTo>
                  <a:lnTo>
                    <a:pt x="1202" y="16"/>
                  </a:lnTo>
                  <a:close/>
                  <a:moveTo>
                    <a:pt x="16567" y="7"/>
                  </a:moveTo>
                  <a:cubicBezTo>
                    <a:pt x="16622" y="7"/>
                    <a:pt x="16659" y="21"/>
                    <a:pt x="16681" y="47"/>
                  </a:cubicBezTo>
                  <a:cubicBezTo>
                    <a:pt x="16702" y="73"/>
                    <a:pt x="16712" y="108"/>
                    <a:pt x="16711" y="151"/>
                  </a:cubicBezTo>
                  <a:cubicBezTo>
                    <a:pt x="16711" y="175"/>
                    <a:pt x="16709" y="200"/>
                    <a:pt x="16705" y="227"/>
                  </a:cubicBezTo>
                  <a:cubicBezTo>
                    <a:pt x="16701" y="253"/>
                    <a:pt x="16695" y="281"/>
                    <a:pt x="16689" y="310"/>
                  </a:cubicBezTo>
                  <a:cubicBezTo>
                    <a:pt x="16673" y="395"/>
                    <a:pt x="16648" y="457"/>
                    <a:pt x="16613" y="496"/>
                  </a:cubicBezTo>
                  <a:cubicBezTo>
                    <a:pt x="16577" y="535"/>
                    <a:pt x="16524" y="554"/>
                    <a:pt x="16454" y="554"/>
                  </a:cubicBezTo>
                  <a:cubicBezTo>
                    <a:pt x="16399" y="553"/>
                    <a:pt x="16362" y="540"/>
                    <a:pt x="16340" y="514"/>
                  </a:cubicBezTo>
                  <a:cubicBezTo>
                    <a:pt x="16319" y="487"/>
                    <a:pt x="16309" y="453"/>
                    <a:pt x="16310" y="409"/>
                  </a:cubicBezTo>
                  <a:cubicBezTo>
                    <a:pt x="16310" y="385"/>
                    <a:pt x="16313" y="360"/>
                    <a:pt x="16317" y="334"/>
                  </a:cubicBezTo>
                  <a:cubicBezTo>
                    <a:pt x="16321" y="307"/>
                    <a:pt x="16326" y="280"/>
                    <a:pt x="16333" y="251"/>
                  </a:cubicBezTo>
                  <a:cubicBezTo>
                    <a:pt x="16344" y="194"/>
                    <a:pt x="16358" y="148"/>
                    <a:pt x="16377" y="112"/>
                  </a:cubicBezTo>
                  <a:cubicBezTo>
                    <a:pt x="16395" y="76"/>
                    <a:pt x="16420" y="49"/>
                    <a:pt x="16450" y="32"/>
                  </a:cubicBezTo>
                  <a:cubicBezTo>
                    <a:pt x="16481" y="15"/>
                    <a:pt x="16520" y="7"/>
                    <a:pt x="16567" y="7"/>
                  </a:cubicBezTo>
                  <a:close/>
                  <a:moveTo>
                    <a:pt x="16178" y="7"/>
                  </a:moveTo>
                  <a:cubicBezTo>
                    <a:pt x="16207" y="7"/>
                    <a:pt x="16235" y="9"/>
                    <a:pt x="16261" y="13"/>
                  </a:cubicBezTo>
                  <a:cubicBezTo>
                    <a:pt x="16287" y="17"/>
                    <a:pt x="16306" y="21"/>
                    <a:pt x="16317" y="26"/>
                  </a:cubicBezTo>
                  <a:lnTo>
                    <a:pt x="16285" y="153"/>
                  </a:lnTo>
                  <a:cubicBezTo>
                    <a:pt x="16272" y="149"/>
                    <a:pt x="16256" y="146"/>
                    <a:pt x="16238" y="143"/>
                  </a:cubicBezTo>
                  <a:cubicBezTo>
                    <a:pt x="16220" y="140"/>
                    <a:pt x="16199" y="138"/>
                    <a:pt x="16176" y="138"/>
                  </a:cubicBezTo>
                  <a:cubicBezTo>
                    <a:pt x="16148" y="137"/>
                    <a:pt x="16129" y="144"/>
                    <a:pt x="16117" y="160"/>
                  </a:cubicBezTo>
                  <a:cubicBezTo>
                    <a:pt x="16106" y="176"/>
                    <a:pt x="16095" y="207"/>
                    <a:pt x="16085" y="252"/>
                  </a:cubicBezTo>
                  <a:cubicBezTo>
                    <a:pt x="16081" y="268"/>
                    <a:pt x="16078" y="288"/>
                    <a:pt x="16074" y="309"/>
                  </a:cubicBezTo>
                  <a:cubicBezTo>
                    <a:pt x="16070" y="331"/>
                    <a:pt x="16067" y="353"/>
                    <a:pt x="16065" y="374"/>
                  </a:cubicBezTo>
                  <a:cubicBezTo>
                    <a:pt x="16063" y="395"/>
                    <a:pt x="16061" y="413"/>
                    <a:pt x="16061" y="428"/>
                  </a:cubicBezTo>
                  <a:cubicBezTo>
                    <a:pt x="16064" y="429"/>
                    <a:pt x="16068" y="429"/>
                    <a:pt x="16071" y="429"/>
                  </a:cubicBezTo>
                  <a:cubicBezTo>
                    <a:pt x="16074" y="429"/>
                    <a:pt x="16077" y="429"/>
                    <a:pt x="16081" y="429"/>
                  </a:cubicBezTo>
                  <a:cubicBezTo>
                    <a:pt x="16090" y="429"/>
                    <a:pt x="16099" y="429"/>
                    <a:pt x="16108" y="428"/>
                  </a:cubicBezTo>
                  <a:cubicBezTo>
                    <a:pt x="16117" y="427"/>
                    <a:pt x="16126" y="426"/>
                    <a:pt x="16134" y="424"/>
                  </a:cubicBezTo>
                  <a:lnTo>
                    <a:pt x="16148" y="346"/>
                  </a:lnTo>
                  <a:lnTo>
                    <a:pt x="16107" y="346"/>
                  </a:lnTo>
                  <a:lnTo>
                    <a:pt x="16127" y="235"/>
                  </a:lnTo>
                  <a:lnTo>
                    <a:pt x="16291" y="235"/>
                  </a:lnTo>
                  <a:lnTo>
                    <a:pt x="16237" y="526"/>
                  </a:lnTo>
                  <a:cubicBezTo>
                    <a:pt x="16219" y="534"/>
                    <a:pt x="16193" y="541"/>
                    <a:pt x="16160" y="546"/>
                  </a:cubicBezTo>
                  <a:cubicBezTo>
                    <a:pt x="16127" y="551"/>
                    <a:pt x="16095" y="554"/>
                    <a:pt x="16062" y="554"/>
                  </a:cubicBezTo>
                  <a:cubicBezTo>
                    <a:pt x="16023" y="554"/>
                    <a:pt x="15993" y="548"/>
                    <a:pt x="15972" y="536"/>
                  </a:cubicBezTo>
                  <a:cubicBezTo>
                    <a:pt x="15951" y="524"/>
                    <a:pt x="15937" y="507"/>
                    <a:pt x="15929" y="485"/>
                  </a:cubicBezTo>
                  <a:cubicBezTo>
                    <a:pt x="15921" y="464"/>
                    <a:pt x="15918" y="439"/>
                    <a:pt x="15918" y="410"/>
                  </a:cubicBezTo>
                  <a:cubicBezTo>
                    <a:pt x="15918" y="386"/>
                    <a:pt x="15920" y="361"/>
                    <a:pt x="15924" y="334"/>
                  </a:cubicBezTo>
                  <a:cubicBezTo>
                    <a:pt x="15929" y="307"/>
                    <a:pt x="15934" y="280"/>
                    <a:pt x="15940" y="251"/>
                  </a:cubicBezTo>
                  <a:cubicBezTo>
                    <a:pt x="15956" y="166"/>
                    <a:pt x="15982" y="104"/>
                    <a:pt x="16018" y="65"/>
                  </a:cubicBezTo>
                  <a:cubicBezTo>
                    <a:pt x="16054" y="26"/>
                    <a:pt x="16108" y="6"/>
                    <a:pt x="16178" y="7"/>
                  </a:cubicBezTo>
                  <a:close/>
                  <a:moveTo>
                    <a:pt x="15716" y="7"/>
                  </a:moveTo>
                  <a:cubicBezTo>
                    <a:pt x="15747" y="7"/>
                    <a:pt x="15772" y="9"/>
                    <a:pt x="15791" y="13"/>
                  </a:cubicBezTo>
                  <a:cubicBezTo>
                    <a:pt x="15811" y="17"/>
                    <a:pt x="15825" y="21"/>
                    <a:pt x="15834" y="25"/>
                  </a:cubicBezTo>
                  <a:lnTo>
                    <a:pt x="15804" y="151"/>
                  </a:lnTo>
                  <a:cubicBezTo>
                    <a:pt x="15792" y="147"/>
                    <a:pt x="15780" y="143"/>
                    <a:pt x="15768" y="141"/>
                  </a:cubicBezTo>
                  <a:cubicBezTo>
                    <a:pt x="15757" y="139"/>
                    <a:pt x="15744" y="138"/>
                    <a:pt x="15731" y="138"/>
                  </a:cubicBezTo>
                  <a:cubicBezTo>
                    <a:pt x="15718" y="138"/>
                    <a:pt x="15708" y="140"/>
                    <a:pt x="15701" y="145"/>
                  </a:cubicBezTo>
                  <a:cubicBezTo>
                    <a:pt x="15694" y="150"/>
                    <a:pt x="15691" y="158"/>
                    <a:pt x="15691" y="169"/>
                  </a:cubicBezTo>
                  <a:cubicBezTo>
                    <a:pt x="15691" y="177"/>
                    <a:pt x="15692" y="186"/>
                    <a:pt x="15695" y="194"/>
                  </a:cubicBezTo>
                  <a:cubicBezTo>
                    <a:pt x="15698" y="203"/>
                    <a:pt x="15703" y="215"/>
                    <a:pt x="15709" y="230"/>
                  </a:cubicBezTo>
                  <a:lnTo>
                    <a:pt x="15735" y="291"/>
                  </a:lnTo>
                  <a:cubicBezTo>
                    <a:pt x="15742" y="306"/>
                    <a:pt x="15748" y="323"/>
                    <a:pt x="15754" y="341"/>
                  </a:cubicBezTo>
                  <a:cubicBezTo>
                    <a:pt x="15759" y="359"/>
                    <a:pt x="15763" y="377"/>
                    <a:pt x="15763" y="396"/>
                  </a:cubicBezTo>
                  <a:cubicBezTo>
                    <a:pt x="15762" y="451"/>
                    <a:pt x="15747" y="491"/>
                    <a:pt x="15718" y="516"/>
                  </a:cubicBezTo>
                  <a:cubicBezTo>
                    <a:pt x="15689" y="542"/>
                    <a:pt x="15652" y="554"/>
                    <a:pt x="15605" y="554"/>
                  </a:cubicBezTo>
                  <a:cubicBezTo>
                    <a:pt x="15572" y="553"/>
                    <a:pt x="15545" y="551"/>
                    <a:pt x="15524" y="547"/>
                  </a:cubicBezTo>
                  <a:cubicBezTo>
                    <a:pt x="15503" y="543"/>
                    <a:pt x="15488" y="539"/>
                    <a:pt x="15479" y="535"/>
                  </a:cubicBezTo>
                  <a:lnTo>
                    <a:pt x="15489" y="402"/>
                  </a:lnTo>
                  <a:cubicBezTo>
                    <a:pt x="15499" y="406"/>
                    <a:pt x="15512" y="410"/>
                    <a:pt x="15531" y="414"/>
                  </a:cubicBezTo>
                  <a:cubicBezTo>
                    <a:pt x="15550" y="418"/>
                    <a:pt x="15571" y="420"/>
                    <a:pt x="15595" y="420"/>
                  </a:cubicBezTo>
                  <a:cubicBezTo>
                    <a:pt x="15598" y="420"/>
                    <a:pt x="15601" y="420"/>
                    <a:pt x="15603" y="420"/>
                  </a:cubicBezTo>
                  <a:cubicBezTo>
                    <a:pt x="15606" y="420"/>
                    <a:pt x="15609" y="420"/>
                    <a:pt x="15612" y="420"/>
                  </a:cubicBezTo>
                  <a:cubicBezTo>
                    <a:pt x="15613" y="416"/>
                    <a:pt x="15614" y="412"/>
                    <a:pt x="15615" y="407"/>
                  </a:cubicBezTo>
                  <a:cubicBezTo>
                    <a:pt x="15616" y="403"/>
                    <a:pt x="15617" y="398"/>
                    <a:pt x="15617" y="393"/>
                  </a:cubicBezTo>
                  <a:cubicBezTo>
                    <a:pt x="15616" y="384"/>
                    <a:pt x="15615" y="375"/>
                    <a:pt x="15611" y="366"/>
                  </a:cubicBezTo>
                  <a:cubicBezTo>
                    <a:pt x="15607" y="358"/>
                    <a:pt x="15603" y="348"/>
                    <a:pt x="15597" y="336"/>
                  </a:cubicBezTo>
                  <a:lnTo>
                    <a:pt x="15570" y="276"/>
                  </a:lnTo>
                  <a:cubicBezTo>
                    <a:pt x="15562" y="259"/>
                    <a:pt x="15556" y="241"/>
                    <a:pt x="15551" y="223"/>
                  </a:cubicBezTo>
                  <a:cubicBezTo>
                    <a:pt x="15546" y="205"/>
                    <a:pt x="15544" y="188"/>
                    <a:pt x="15544" y="171"/>
                  </a:cubicBezTo>
                  <a:cubicBezTo>
                    <a:pt x="15545" y="116"/>
                    <a:pt x="15560" y="75"/>
                    <a:pt x="15591" y="48"/>
                  </a:cubicBezTo>
                  <a:cubicBezTo>
                    <a:pt x="15622" y="20"/>
                    <a:pt x="15664" y="7"/>
                    <a:pt x="15716" y="7"/>
                  </a:cubicBezTo>
                  <a:close/>
                  <a:moveTo>
                    <a:pt x="13913" y="7"/>
                  </a:moveTo>
                  <a:cubicBezTo>
                    <a:pt x="13968" y="7"/>
                    <a:pt x="14005" y="21"/>
                    <a:pt x="14027" y="47"/>
                  </a:cubicBezTo>
                  <a:cubicBezTo>
                    <a:pt x="14048" y="73"/>
                    <a:pt x="14058" y="108"/>
                    <a:pt x="14057" y="151"/>
                  </a:cubicBezTo>
                  <a:cubicBezTo>
                    <a:pt x="14057" y="175"/>
                    <a:pt x="14055" y="200"/>
                    <a:pt x="14051" y="227"/>
                  </a:cubicBezTo>
                  <a:cubicBezTo>
                    <a:pt x="14047" y="253"/>
                    <a:pt x="14041" y="281"/>
                    <a:pt x="14035" y="310"/>
                  </a:cubicBezTo>
                  <a:cubicBezTo>
                    <a:pt x="14019" y="395"/>
                    <a:pt x="13994" y="457"/>
                    <a:pt x="13959" y="496"/>
                  </a:cubicBezTo>
                  <a:cubicBezTo>
                    <a:pt x="13923" y="535"/>
                    <a:pt x="13870" y="554"/>
                    <a:pt x="13800" y="554"/>
                  </a:cubicBezTo>
                  <a:cubicBezTo>
                    <a:pt x="13745" y="553"/>
                    <a:pt x="13708" y="540"/>
                    <a:pt x="13686" y="514"/>
                  </a:cubicBezTo>
                  <a:cubicBezTo>
                    <a:pt x="13665" y="487"/>
                    <a:pt x="13655" y="453"/>
                    <a:pt x="13656" y="409"/>
                  </a:cubicBezTo>
                  <a:cubicBezTo>
                    <a:pt x="13656" y="385"/>
                    <a:pt x="13659" y="360"/>
                    <a:pt x="13663" y="334"/>
                  </a:cubicBezTo>
                  <a:cubicBezTo>
                    <a:pt x="13667" y="307"/>
                    <a:pt x="13672" y="280"/>
                    <a:pt x="13679" y="251"/>
                  </a:cubicBezTo>
                  <a:cubicBezTo>
                    <a:pt x="13690" y="194"/>
                    <a:pt x="13704" y="148"/>
                    <a:pt x="13723" y="112"/>
                  </a:cubicBezTo>
                  <a:cubicBezTo>
                    <a:pt x="13741" y="76"/>
                    <a:pt x="13766" y="49"/>
                    <a:pt x="13796" y="32"/>
                  </a:cubicBezTo>
                  <a:cubicBezTo>
                    <a:pt x="13827" y="15"/>
                    <a:pt x="13866" y="7"/>
                    <a:pt x="13913" y="7"/>
                  </a:cubicBezTo>
                  <a:close/>
                  <a:moveTo>
                    <a:pt x="13524" y="7"/>
                  </a:moveTo>
                  <a:cubicBezTo>
                    <a:pt x="13553" y="7"/>
                    <a:pt x="13581" y="9"/>
                    <a:pt x="13607" y="13"/>
                  </a:cubicBezTo>
                  <a:cubicBezTo>
                    <a:pt x="13633" y="17"/>
                    <a:pt x="13652" y="21"/>
                    <a:pt x="13663" y="26"/>
                  </a:cubicBezTo>
                  <a:lnTo>
                    <a:pt x="13631" y="153"/>
                  </a:lnTo>
                  <a:cubicBezTo>
                    <a:pt x="13618" y="149"/>
                    <a:pt x="13602" y="146"/>
                    <a:pt x="13584" y="143"/>
                  </a:cubicBezTo>
                  <a:cubicBezTo>
                    <a:pt x="13566" y="140"/>
                    <a:pt x="13545" y="138"/>
                    <a:pt x="13522" y="138"/>
                  </a:cubicBezTo>
                  <a:cubicBezTo>
                    <a:pt x="13494" y="137"/>
                    <a:pt x="13475" y="144"/>
                    <a:pt x="13463" y="160"/>
                  </a:cubicBezTo>
                  <a:cubicBezTo>
                    <a:pt x="13452" y="176"/>
                    <a:pt x="13441" y="207"/>
                    <a:pt x="13431" y="252"/>
                  </a:cubicBezTo>
                  <a:cubicBezTo>
                    <a:pt x="13427" y="268"/>
                    <a:pt x="13424" y="288"/>
                    <a:pt x="13420" y="309"/>
                  </a:cubicBezTo>
                  <a:cubicBezTo>
                    <a:pt x="13416" y="331"/>
                    <a:pt x="13413" y="353"/>
                    <a:pt x="13411" y="374"/>
                  </a:cubicBezTo>
                  <a:cubicBezTo>
                    <a:pt x="13409" y="395"/>
                    <a:pt x="13407" y="413"/>
                    <a:pt x="13407" y="428"/>
                  </a:cubicBezTo>
                  <a:cubicBezTo>
                    <a:pt x="13410" y="429"/>
                    <a:pt x="13414" y="429"/>
                    <a:pt x="13417" y="429"/>
                  </a:cubicBezTo>
                  <a:cubicBezTo>
                    <a:pt x="13420" y="429"/>
                    <a:pt x="13423" y="429"/>
                    <a:pt x="13427" y="429"/>
                  </a:cubicBezTo>
                  <a:cubicBezTo>
                    <a:pt x="13436" y="429"/>
                    <a:pt x="13445" y="429"/>
                    <a:pt x="13454" y="428"/>
                  </a:cubicBezTo>
                  <a:cubicBezTo>
                    <a:pt x="13463" y="427"/>
                    <a:pt x="13472" y="426"/>
                    <a:pt x="13480" y="424"/>
                  </a:cubicBezTo>
                  <a:lnTo>
                    <a:pt x="13494" y="346"/>
                  </a:lnTo>
                  <a:lnTo>
                    <a:pt x="13453" y="346"/>
                  </a:lnTo>
                  <a:lnTo>
                    <a:pt x="13473" y="235"/>
                  </a:lnTo>
                  <a:lnTo>
                    <a:pt x="13637" y="235"/>
                  </a:lnTo>
                  <a:lnTo>
                    <a:pt x="13583" y="526"/>
                  </a:lnTo>
                  <a:cubicBezTo>
                    <a:pt x="13565" y="534"/>
                    <a:pt x="13539" y="541"/>
                    <a:pt x="13506" y="546"/>
                  </a:cubicBezTo>
                  <a:cubicBezTo>
                    <a:pt x="13473" y="551"/>
                    <a:pt x="13441" y="554"/>
                    <a:pt x="13408" y="554"/>
                  </a:cubicBezTo>
                  <a:cubicBezTo>
                    <a:pt x="13369" y="554"/>
                    <a:pt x="13339" y="548"/>
                    <a:pt x="13318" y="536"/>
                  </a:cubicBezTo>
                  <a:cubicBezTo>
                    <a:pt x="13297" y="524"/>
                    <a:pt x="13283" y="507"/>
                    <a:pt x="13275" y="485"/>
                  </a:cubicBezTo>
                  <a:cubicBezTo>
                    <a:pt x="13267" y="464"/>
                    <a:pt x="13264" y="439"/>
                    <a:pt x="13264" y="410"/>
                  </a:cubicBezTo>
                  <a:cubicBezTo>
                    <a:pt x="13264" y="386"/>
                    <a:pt x="13266" y="361"/>
                    <a:pt x="13270" y="334"/>
                  </a:cubicBezTo>
                  <a:cubicBezTo>
                    <a:pt x="13275" y="307"/>
                    <a:pt x="13280" y="280"/>
                    <a:pt x="13286" y="251"/>
                  </a:cubicBezTo>
                  <a:cubicBezTo>
                    <a:pt x="13302" y="166"/>
                    <a:pt x="13328" y="104"/>
                    <a:pt x="13364" y="65"/>
                  </a:cubicBezTo>
                  <a:cubicBezTo>
                    <a:pt x="13400" y="26"/>
                    <a:pt x="13454" y="6"/>
                    <a:pt x="13524" y="7"/>
                  </a:cubicBezTo>
                  <a:close/>
                  <a:moveTo>
                    <a:pt x="13062" y="7"/>
                  </a:moveTo>
                  <a:cubicBezTo>
                    <a:pt x="13093" y="7"/>
                    <a:pt x="13118" y="9"/>
                    <a:pt x="13137" y="13"/>
                  </a:cubicBezTo>
                  <a:cubicBezTo>
                    <a:pt x="13157" y="17"/>
                    <a:pt x="13171" y="21"/>
                    <a:pt x="13180" y="25"/>
                  </a:cubicBezTo>
                  <a:lnTo>
                    <a:pt x="13150" y="151"/>
                  </a:lnTo>
                  <a:cubicBezTo>
                    <a:pt x="13138" y="147"/>
                    <a:pt x="13126" y="143"/>
                    <a:pt x="13114" y="141"/>
                  </a:cubicBezTo>
                  <a:cubicBezTo>
                    <a:pt x="13103" y="139"/>
                    <a:pt x="13090" y="138"/>
                    <a:pt x="13077" y="138"/>
                  </a:cubicBezTo>
                  <a:cubicBezTo>
                    <a:pt x="13064" y="138"/>
                    <a:pt x="13054" y="140"/>
                    <a:pt x="13047" y="145"/>
                  </a:cubicBezTo>
                  <a:cubicBezTo>
                    <a:pt x="13040" y="150"/>
                    <a:pt x="13037" y="158"/>
                    <a:pt x="13037" y="169"/>
                  </a:cubicBezTo>
                  <a:cubicBezTo>
                    <a:pt x="13037" y="177"/>
                    <a:pt x="13038" y="186"/>
                    <a:pt x="13041" y="194"/>
                  </a:cubicBezTo>
                  <a:cubicBezTo>
                    <a:pt x="13044" y="203"/>
                    <a:pt x="13049" y="215"/>
                    <a:pt x="13055" y="230"/>
                  </a:cubicBezTo>
                  <a:lnTo>
                    <a:pt x="13081" y="291"/>
                  </a:lnTo>
                  <a:cubicBezTo>
                    <a:pt x="13088" y="306"/>
                    <a:pt x="13094" y="323"/>
                    <a:pt x="13100" y="341"/>
                  </a:cubicBezTo>
                  <a:cubicBezTo>
                    <a:pt x="13105" y="359"/>
                    <a:pt x="13109" y="377"/>
                    <a:pt x="13109" y="396"/>
                  </a:cubicBezTo>
                  <a:cubicBezTo>
                    <a:pt x="13108" y="451"/>
                    <a:pt x="13093" y="491"/>
                    <a:pt x="13064" y="516"/>
                  </a:cubicBezTo>
                  <a:cubicBezTo>
                    <a:pt x="13035" y="542"/>
                    <a:pt x="12998" y="554"/>
                    <a:pt x="12951" y="554"/>
                  </a:cubicBezTo>
                  <a:cubicBezTo>
                    <a:pt x="12918" y="553"/>
                    <a:pt x="12891" y="551"/>
                    <a:pt x="12870" y="547"/>
                  </a:cubicBezTo>
                  <a:cubicBezTo>
                    <a:pt x="12849" y="543"/>
                    <a:pt x="12834" y="539"/>
                    <a:pt x="12825" y="535"/>
                  </a:cubicBezTo>
                  <a:lnTo>
                    <a:pt x="12835" y="402"/>
                  </a:lnTo>
                  <a:cubicBezTo>
                    <a:pt x="12845" y="406"/>
                    <a:pt x="12858" y="410"/>
                    <a:pt x="12877" y="414"/>
                  </a:cubicBezTo>
                  <a:cubicBezTo>
                    <a:pt x="12896" y="418"/>
                    <a:pt x="12917" y="420"/>
                    <a:pt x="12941" y="420"/>
                  </a:cubicBezTo>
                  <a:cubicBezTo>
                    <a:pt x="12944" y="420"/>
                    <a:pt x="12947" y="420"/>
                    <a:pt x="12949" y="420"/>
                  </a:cubicBezTo>
                  <a:cubicBezTo>
                    <a:pt x="12952" y="420"/>
                    <a:pt x="12955" y="420"/>
                    <a:pt x="12958" y="420"/>
                  </a:cubicBezTo>
                  <a:cubicBezTo>
                    <a:pt x="12959" y="416"/>
                    <a:pt x="12960" y="412"/>
                    <a:pt x="12961" y="407"/>
                  </a:cubicBezTo>
                  <a:cubicBezTo>
                    <a:pt x="12962" y="403"/>
                    <a:pt x="12963" y="398"/>
                    <a:pt x="12963" y="393"/>
                  </a:cubicBezTo>
                  <a:cubicBezTo>
                    <a:pt x="12962" y="384"/>
                    <a:pt x="12961" y="375"/>
                    <a:pt x="12957" y="366"/>
                  </a:cubicBezTo>
                  <a:cubicBezTo>
                    <a:pt x="12953" y="358"/>
                    <a:pt x="12949" y="348"/>
                    <a:pt x="12943" y="336"/>
                  </a:cubicBezTo>
                  <a:lnTo>
                    <a:pt x="12916" y="276"/>
                  </a:lnTo>
                  <a:cubicBezTo>
                    <a:pt x="12908" y="259"/>
                    <a:pt x="12902" y="241"/>
                    <a:pt x="12897" y="223"/>
                  </a:cubicBezTo>
                  <a:cubicBezTo>
                    <a:pt x="12892" y="205"/>
                    <a:pt x="12890" y="188"/>
                    <a:pt x="12890" y="171"/>
                  </a:cubicBezTo>
                  <a:cubicBezTo>
                    <a:pt x="12891" y="116"/>
                    <a:pt x="12906" y="75"/>
                    <a:pt x="12937" y="48"/>
                  </a:cubicBezTo>
                  <a:cubicBezTo>
                    <a:pt x="12968" y="20"/>
                    <a:pt x="13010" y="7"/>
                    <a:pt x="13062" y="7"/>
                  </a:cubicBezTo>
                  <a:close/>
                  <a:moveTo>
                    <a:pt x="11261" y="7"/>
                  </a:moveTo>
                  <a:cubicBezTo>
                    <a:pt x="11316" y="7"/>
                    <a:pt x="11353" y="21"/>
                    <a:pt x="11375" y="47"/>
                  </a:cubicBezTo>
                  <a:cubicBezTo>
                    <a:pt x="11396" y="73"/>
                    <a:pt x="11406" y="108"/>
                    <a:pt x="11405" y="151"/>
                  </a:cubicBezTo>
                  <a:cubicBezTo>
                    <a:pt x="11405" y="175"/>
                    <a:pt x="11403" y="200"/>
                    <a:pt x="11399" y="227"/>
                  </a:cubicBezTo>
                  <a:cubicBezTo>
                    <a:pt x="11395" y="253"/>
                    <a:pt x="11389" y="281"/>
                    <a:pt x="11383" y="310"/>
                  </a:cubicBezTo>
                  <a:cubicBezTo>
                    <a:pt x="11367" y="395"/>
                    <a:pt x="11342" y="457"/>
                    <a:pt x="11307" y="496"/>
                  </a:cubicBezTo>
                  <a:cubicBezTo>
                    <a:pt x="11271" y="535"/>
                    <a:pt x="11218" y="554"/>
                    <a:pt x="11148" y="554"/>
                  </a:cubicBezTo>
                  <a:cubicBezTo>
                    <a:pt x="11093" y="553"/>
                    <a:pt x="11056" y="540"/>
                    <a:pt x="11034" y="514"/>
                  </a:cubicBezTo>
                  <a:cubicBezTo>
                    <a:pt x="11013" y="487"/>
                    <a:pt x="11003" y="453"/>
                    <a:pt x="11004" y="409"/>
                  </a:cubicBezTo>
                  <a:cubicBezTo>
                    <a:pt x="11004" y="385"/>
                    <a:pt x="11007" y="360"/>
                    <a:pt x="11011" y="334"/>
                  </a:cubicBezTo>
                  <a:cubicBezTo>
                    <a:pt x="11015" y="307"/>
                    <a:pt x="11020" y="280"/>
                    <a:pt x="11027" y="251"/>
                  </a:cubicBezTo>
                  <a:cubicBezTo>
                    <a:pt x="11038" y="194"/>
                    <a:pt x="11052" y="148"/>
                    <a:pt x="11071" y="112"/>
                  </a:cubicBezTo>
                  <a:cubicBezTo>
                    <a:pt x="11089" y="76"/>
                    <a:pt x="11114" y="49"/>
                    <a:pt x="11144" y="32"/>
                  </a:cubicBezTo>
                  <a:cubicBezTo>
                    <a:pt x="11175" y="15"/>
                    <a:pt x="11214" y="7"/>
                    <a:pt x="11261" y="7"/>
                  </a:cubicBezTo>
                  <a:close/>
                  <a:moveTo>
                    <a:pt x="10872" y="7"/>
                  </a:moveTo>
                  <a:cubicBezTo>
                    <a:pt x="10901" y="7"/>
                    <a:pt x="10929" y="9"/>
                    <a:pt x="10955" y="13"/>
                  </a:cubicBezTo>
                  <a:cubicBezTo>
                    <a:pt x="10981" y="17"/>
                    <a:pt x="11000" y="21"/>
                    <a:pt x="11011" y="26"/>
                  </a:cubicBezTo>
                  <a:lnTo>
                    <a:pt x="10979" y="153"/>
                  </a:lnTo>
                  <a:cubicBezTo>
                    <a:pt x="10966" y="149"/>
                    <a:pt x="10950" y="146"/>
                    <a:pt x="10932" y="143"/>
                  </a:cubicBezTo>
                  <a:cubicBezTo>
                    <a:pt x="10914" y="140"/>
                    <a:pt x="10893" y="138"/>
                    <a:pt x="10870" y="138"/>
                  </a:cubicBezTo>
                  <a:cubicBezTo>
                    <a:pt x="10842" y="137"/>
                    <a:pt x="10823" y="144"/>
                    <a:pt x="10811" y="160"/>
                  </a:cubicBezTo>
                  <a:cubicBezTo>
                    <a:pt x="10800" y="176"/>
                    <a:pt x="10789" y="207"/>
                    <a:pt x="10779" y="252"/>
                  </a:cubicBezTo>
                  <a:cubicBezTo>
                    <a:pt x="10775" y="268"/>
                    <a:pt x="10772" y="288"/>
                    <a:pt x="10768" y="309"/>
                  </a:cubicBezTo>
                  <a:cubicBezTo>
                    <a:pt x="10764" y="331"/>
                    <a:pt x="10761" y="353"/>
                    <a:pt x="10759" y="374"/>
                  </a:cubicBezTo>
                  <a:cubicBezTo>
                    <a:pt x="10757" y="395"/>
                    <a:pt x="10755" y="413"/>
                    <a:pt x="10755" y="428"/>
                  </a:cubicBezTo>
                  <a:cubicBezTo>
                    <a:pt x="10758" y="429"/>
                    <a:pt x="10762" y="429"/>
                    <a:pt x="10765" y="429"/>
                  </a:cubicBezTo>
                  <a:cubicBezTo>
                    <a:pt x="10768" y="429"/>
                    <a:pt x="10771" y="429"/>
                    <a:pt x="10775" y="429"/>
                  </a:cubicBezTo>
                  <a:cubicBezTo>
                    <a:pt x="10784" y="429"/>
                    <a:pt x="10793" y="429"/>
                    <a:pt x="10802" y="428"/>
                  </a:cubicBezTo>
                  <a:cubicBezTo>
                    <a:pt x="10811" y="427"/>
                    <a:pt x="10820" y="426"/>
                    <a:pt x="10828" y="424"/>
                  </a:cubicBezTo>
                  <a:lnTo>
                    <a:pt x="10842" y="346"/>
                  </a:lnTo>
                  <a:lnTo>
                    <a:pt x="10801" y="346"/>
                  </a:lnTo>
                  <a:lnTo>
                    <a:pt x="10821" y="235"/>
                  </a:lnTo>
                  <a:lnTo>
                    <a:pt x="10985" y="235"/>
                  </a:lnTo>
                  <a:lnTo>
                    <a:pt x="10931" y="526"/>
                  </a:lnTo>
                  <a:cubicBezTo>
                    <a:pt x="10913" y="534"/>
                    <a:pt x="10887" y="541"/>
                    <a:pt x="10854" y="546"/>
                  </a:cubicBezTo>
                  <a:cubicBezTo>
                    <a:pt x="10821" y="551"/>
                    <a:pt x="10789" y="554"/>
                    <a:pt x="10756" y="554"/>
                  </a:cubicBezTo>
                  <a:cubicBezTo>
                    <a:pt x="10717" y="554"/>
                    <a:pt x="10687" y="548"/>
                    <a:pt x="10666" y="536"/>
                  </a:cubicBezTo>
                  <a:cubicBezTo>
                    <a:pt x="10645" y="524"/>
                    <a:pt x="10631" y="507"/>
                    <a:pt x="10623" y="485"/>
                  </a:cubicBezTo>
                  <a:cubicBezTo>
                    <a:pt x="10615" y="464"/>
                    <a:pt x="10612" y="439"/>
                    <a:pt x="10612" y="410"/>
                  </a:cubicBezTo>
                  <a:cubicBezTo>
                    <a:pt x="10612" y="386"/>
                    <a:pt x="10614" y="361"/>
                    <a:pt x="10618" y="334"/>
                  </a:cubicBezTo>
                  <a:cubicBezTo>
                    <a:pt x="10623" y="307"/>
                    <a:pt x="10628" y="280"/>
                    <a:pt x="10634" y="251"/>
                  </a:cubicBezTo>
                  <a:cubicBezTo>
                    <a:pt x="10650" y="166"/>
                    <a:pt x="10676" y="104"/>
                    <a:pt x="10712" y="65"/>
                  </a:cubicBezTo>
                  <a:cubicBezTo>
                    <a:pt x="10748" y="26"/>
                    <a:pt x="10802" y="6"/>
                    <a:pt x="10872" y="7"/>
                  </a:cubicBezTo>
                  <a:close/>
                  <a:moveTo>
                    <a:pt x="10410" y="7"/>
                  </a:moveTo>
                  <a:cubicBezTo>
                    <a:pt x="10441" y="7"/>
                    <a:pt x="10466" y="9"/>
                    <a:pt x="10485" y="13"/>
                  </a:cubicBezTo>
                  <a:cubicBezTo>
                    <a:pt x="10505" y="17"/>
                    <a:pt x="10519" y="21"/>
                    <a:pt x="10528" y="25"/>
                  </a:cubicBezTo>
                  <a:lnTo>
                    <a:pt x="10498" y="151"/>
                  </a:lnTo>
                  <a:cubicBezTo>
                    <a:pt x="10486" y="147"/>
                    <a:pt x="10474" y="143"/>
                    <a:pt x="10462" y="141"/>
                  </a:cubicBezTo>
                  <a:cubicBezTo>
                    <a:pt x="10451" y="139"/>
                    <a:pt x="10438" y="138"/>
                    <a:pt x="10425" y="138"/>
                  </a:cubicBezTo>
                  <a:cubicBezTo>
                    <a:pt x="10412" y="138"/>
                    <a:pt x="10402" y="140"/>
                    <a:pt x="10395" y="145"/>
                  </a:cubicBezTo>
                  <a:cubicBezTo>
                    <a:pt x="10388" y="150"/>
                    <a:pt x="10385" y="158"/>
                    <a:pt x="10385" y="169"/>
                  </a:cubicBezTo>
                  <a:cubicBezTo>
                    <a:pt x="10385" y="177"/>
                    <a:pt x="10386" y="186"/>
                    <a:pt x="10389" y="194"/>
                  </a:cubicBezTo>
                  <a:cubicBezTo>
                    <a:pt x="10392" y="203"/>
                    <a:pt x="10397" y="215"/>
                    <a:pt x="10403" y="230"/>
                  </a:cubicBezTo>
                  <a:lnTo>
                    <a:pt x="10429" y="291"/>
                  </a:lnTo>
                  <a:cubicBezTo>
                    <a:pt x="10436" y="306"/>
                    <a:pt x="10442" y="323"/>
                    <a:pt x="10448" y="341"/>
                  </a:cubicBezTo>
                  <a:cubicBezTo>
                    <a:pt x="10453" y="359"/>
                    <a:pt x="10457" y="377"/>
                    <a:pt x="10457" y="396"/>
                  </a:cubicBezTo>
                  <a:cubicBezTo>
                    <a:pt x="10456" y="451"/>
                    <a:pt x="10441" y="491"/>
                    <a:pt x="10412" y="516"/>
                  </a:cubicBezTo>
                  <a:cubicBezTo>
                    <a:pt x="10383" y="542"/>
                    <a:pt x="10346" y="554"/>
                    <a:pt x="10299" y="554"/>
                  </a:cubicBezTo>
                  <a:cubicBezTo>
                    <a:pt x="10266" y="553"/>
                    <a:pt x="10239" y="551"/>
                    <a:pt x="10218" y="547"/>
                  </a:cubicBezTo>
                  <a:cubicBezTo>
                    <a:pt x="10197" y="543"/>
                    <a:pt x="10182" y="539"/>
                    <a:pt x="10173" y="535"/>
                  </a:cubicBezTo>
                  <a:lnTo>
                    <a:pt x="10183" y="402"/>
                  </a:lnTo>
                  <a:cubicBezTo>
                    <a:pt x="10193" y="406"/>
                    <a:pt x="10206" y="410"/>
                    <a:pt x="10225" y="414"/>
                  </a:cubicBezTo>
                  <a:cubicBezTo>
                    <a:pt x="10244" y="418"/>
                    <a:pt x="10265" y="420"/>
                    <a:pt x="10289" y="420"/>
                  </a:cubicBezTo>
                  <a:cubicBezTo>
                    <a:pt x="10292" y="420"/>
                    <a:pt x="10295" y="420"/>
                    <a:pt x="10297" y="420"/>
                  </a:cubicBezTo>
                  <a:cubicBezTo>
                    <a:pt x="10300" y="420"/>
                    <a:pt x="10303" y="420"/>
                    <a:pt x="10306" y="420"/>
                  </a:cubicBezTo>
                  <a:cubicBezTo>
                    <a:pt x="10307" y="416"/>
                    <a:pt x="10308" y="412"/>
                    <a:pt x="10309" y="407"/>
                  </a:cubicBezTo>
                  <a:cubicBezTo>
                    <a:pt x="10310" y="403"/>
                    <a:pt x="10311" y="398"/>
                    <a:pt x="10311" y="393"/>
                  </a:cubicBezTo>
                  <a:cubicBezTo>
                    <a:pt x="10310" y="384"/>
                    <a:pt x="10309" y="375"/>
                    <a:pt x="10305" y="366"/>
                  </a:cubicBezTo>
                  <a:cubicBezTo>
                    <a:pt x="10301" y="358"/>
                    <a:pt x="10297" y="348"/>
                    <a:pt x="10291" y="336"/>
                  </a:cubicBezTo>
                  <a:lnTo>
                    <a:pt x="10264" y="276"/>
                  </a:lnTo>
                  <a:cubicBezTo>
                    <a:pt x="10256" y="259"/>
                    <a:pt x="10250" y="241"/>
                    <a:pt x="10245" y="223"/>
                  </a:cubicBezTo>
                  <a:cubicBezTo>
                    <a:pt x="10240" y="205"/>
                    <a:pt x="10238" y="188"/>
                    <a:pt x="10238" y="171"/>
                  </a:cubicBezTo>
                  <a:cubicBezTo>
                    <a:pt x="10239" y="116"/>
                    <a:pt x="10254" y="75"/>
                    <a:pt x="10285" y="48"/>
                  </a:cubicBezTo>
                  <a:cubicBezTo>
                    <a:pt x="10316" y="20"/>
                    <a:pt x="10358" y="7"/>
                    <a:pt x="10410" y="7"/>
                  </a:cubicBezTo>
                  <a:close/>
                  <a:moveTo>
                    <a:pt x="8607" y="7"/>
                  </a:moveTo>
                  <a:cubicBezTo>
                    <a:pt x="8662" y="7"/>
                    <a:pt x="8699" y="21"/>
                    <a:pt x="8721" y="47"/>
                  </a:cubicBezTo>
                  <a:cubicBezTo>
                    <a:pt x="8742" y="73"/>
                    <a:pt x="8752" y="108"/>
                    <a:pt x="8751" y="151"/>
                  </a:cubicBezTo>
                  <a:cubicBezTo>
                    <a:pt x="8751" y="175"/>
                    <a:pt x="8749" y="200"/>
                    <a:pt x="8745" y="227"/>
                  </a:cubicBezTo>
                  <a:cubicBezTo>
                    <a:pt x="8741" y="253"/>
                    <a:pt x="8735" y="281"/>
                    <a:pt x="8729" y="310"/>
                  </a:cubicBezTo>
                  <a:cubicBezTo>
                    <a:pt x="8713" y="395"/>
                    <a:pt x="8688" y="457"/>
                    <a:pt x="8653" y="496"/>
                  </a:cubicBezTo>
                  <a:cubicBezTo>
                    <a:pt x="8617" y="535"/>
                    <a:pt x="8564" y="554"/>
                    <a:pt x="8494" y="554"/>
                  </a:cubicBezTo>
                  <a:cubicBezTo>
                    <a:pt x="8439" y="553"/>
                    <a:pt x="8402" y="540"/>
                    <a:pt x="8380" y="514"/>
                  </a:cubicBezTo>
                  <a:cubicBezTo>
                    <a:pt x="8359" y="487"/>
                    <a:pt x="8349" y="453"/>
                    <a:pt x="8350" y="409"/>
                  </a:cubicBezTo>
                  <a:cubicBezTo>
                    <a:pt x="8350" y="385"/>
                    <a:pt x="8353" y="360"/>
                    <a:pt x="8357" y="334"/>
                  </a:cubicBezTo>
                  <a:cubicBezTo>
                    <a:pt x="8361" y="307"/>
                    <a:pt x="8366" y="280"/>
                    <a:pt x="8373" y="251"/>
                  </a:cubicBezTo>
                  <a:cubicBezTo>
                    <a:pt x="8384" y="194"/>
                    <a:pt x="8398" y="148"/>
                    <a:pt x="8417" y="112"/>
                  </a:cubicBezTo>
                  <a:cubicBezTo>
                    <a:pt x="8435" y="76"/>
                    <a:pt x="8460" y="49"/>
                    <a:pt x="8490" y="32"/>
                  </a:cubicBezTo>
                  <a:cubicBezTo>
                    <a:pt x="8521" y="15"/>
                    <a:pt x="8560" y="7"/>
                    <a:pt x="8607" y="7"/>
                  </a:cubicBezTo>
                  <a:close/>
                  <a:moveTo>
                    <a:pt x="8218" y="7"/>
                  </a:moveTo>
                  <a:cubicBezTo>
                    <a:pt x="8247" y="7"/>
                    <a:pt x="8275" y="9"/>
                    <a:pt x="8301" y="13"/>
                  </a:cubicBezTo>
                  <a:cubicBezTo>
                    <a:pt x="8327" y="17"/>
                    <a:pt x="8346" y="21"/>
                    <a:pt x="8357" y="26"/>
                  </a:cubicBezTo>
                  <a:lnTo>
                    <a:pt x="8325" y="153"/>
                  </a:lnTo>
                  <a:cubicBezTo>
                    <a:pt x="8312" y="149"/>
                    <a:pt x="8296" y="146"/>
                    <a:pt x="8278" y="143"/>
                  </a:cubicBezTo>
                  <a:cubicBezTo>
                    <a:pt x="8260" y="140"/>
                    <a:pt x="8239" y="138"/>
                    <a:pt x="8216" y="138"/>
                  </a:cubicBezTo>
                  <a:cubicBezTo>
                    <a:pt x="8188" y="137"/>
                    <a:pt x="8169" y="144"/>
                    <a:pt x="8157" y="160"/>
                  </a:cubicBezTo>
                  <a:cubicBezTo>
                    <a:pt x="8146" y="176"/>
                    <a:pt x="8135" y="207"/>
                    <a:pt x="8125" y="252"/>
                  </a:cubicBezTo>
                  <a:cubicBezTo>
                    <a:pt x="8121" y="268"/>
                    <a:pt x="8118" y="288"/>
                    <a:pt x="8114" y="309"/>
                  </a:cubicBezTo>
                  <a:cubicBezTo>
                    <a:pt x="8110" y="331"/>
                    <a:pt x="8107" y="353"/>
                    <a:pt x="8105" y="374"/>
                  </a:cubicBezTo>
                  <a:cubicBezTo>
                    <a:pt x="8103" y="395"/>
                    <a:pt x="8101" y="413"/>
                    <a:pt x="8101" y="428"/>
                  </a:cubicBezTo>
                  <a:cubicBezTo>
                    <a:pt x="8104" y="429"/>
                    <a:pt x="8108" y="429"/>
                    <a:pt x="8111" y="429"/>
                  </a:cubicBezTo>
                  <a:cubicBezTo>
                    <a:pt x="8114" y="429"/>
                    <a:pt x="8117" y="429"/>
                    <a:pt x="8121" y="429"/>
                  </a:cubicBezTo>
                  <a:cubicBezTo>
                    <a:pt x="8130" y="429"/>
                    <a:pt x="8139" y="429"/>
                    <a:pt x="8148" y="428"/>
                  </a:cubicBezTo>
                  <a:cubicBezTo>
                    <a:pt x="8157" y="427"/>
                    <a:pt x="8166" y="426"/>
                    <a:pt x="8174" y="424"/>
                  </a:cubicBezTo>
                  <a:lnTo>
                    <a:pt x="8188" y="346"/>
                  </a:lnTo>
                  <a:lnTo>
                    <a:pt x="8147" y="346"/>
                  </a:lnTo>
                  <a:lnTo>
                    <a:pt x="8167" y="235"/>
                  </a:lnTo>
                  <a:lnTo>
                    <a:pt x="8331" y="235"/>
                  </a:lnTo>
                  <a:lnTo>
                    <a:pt x="8277" y="526"/>
                  </a:lnTo>
                  <a:cubicBezTo>
                    <a:pt x="8259" y="534"/>
                    <a:pt x="8233" y="541"/>
                    <a:pt x="8200" y="546"/>
                  </a:cubicBezTo>
                  <a:cubicBezTo>
                    <a:pt x="8167" y="551"/>
                    <a:pt x="8135" y="554"/>
                    <a:pt x="8102" y="554"/>
                  </a:cubicBezTo>
                  <a:cubicBezTo>
                    <a:pt x="8063" y="554"/>
                    <a:pt x="8033" y="548"/>
                    <a:pt x="8012" y="536"/>
                  </a:cubicBezTo>
                  <a:cubicBezTo>
                    <a:pt x="7991" y="524"/>
                    <a:pt x="7977" y="507"/>
                    <a:pt x="7969" y="485"/>
                  </a:cubicBezTo>
                  <a:cubicBezTo>
                    <a:pt x="7961" y="464"/>
                    <a:pt x="7958" y="439"/>
                    <a:pt x="7958" y="410"/>
                  </a:cubicBezTo>
                  <a:cubicBezTo>
                    <a:pt x="7958" y="386"/>
                    <a:pt x="7960" y="361"/>
                    <a:pt x="7964" y="334"/>
                  </a:cubicBezTo>
                  <a:cubicBezTo>
                    <a:pt x="7969" y="307"/>
                    <a:pt x="7974" y="280"/>
                    <a:pt x="7980" y="251"/>
                  </a:cubicBezTo>
                  <a:cubicBezTo>
                    <a:pt x="7996" y="166"/>
                    <a:pt x="8022" y="104"/>
                    <a:pt x="8058" y="65"/>
                  </a:cubicBezTo>
                  <a:cubicBezTo>
                    <a:pt x="8094" y="26"/>
                    <a:pt x="8148" y="6"/>
                    <a:pt x="8218" y="7"/>
                  </a:cubicBezTo>
                  <a:close/>
                  <a:moveTo>
                    <a:pt x="7756" y="7"/>
                  </a:moveTo>
                  <a:cubicBezTo>
                    <a:pt x="7787" y="7"/>
                    <a:pt x="7812" y="9"/>
                    <a:pt x="7831" y="13"/>
                  </a:cubicBezTo>
                  <a:cubicBezTo>
                    <a:pt x="7851" y="17"/>
                    <a:pt x="7865" y="21"/>
                    <a:pt x="7874" y="25"/>
                  </a:cubicBezTo>
                  <a:lnTo>
                    <a:pt x="7844" y="151"/>
                  </a:lnTo>
                  <a:cubicBezTo>
                    <a:pt x="7832" y="147"/>
                    <a:pt x="7820" y="143"/>
                    <a:pt x="7808" y="141"/>
                  </a:cubicBezTo>
                  <a:cubicBezTo>
                    <a:pt x="7797" y="139"/>
                    <a:pt x="7784" y="138"/>
                    <a:pt x="7771" y="138"/>
                  </a:cubicBezTo>
                  <a:cubicBezTo>
                    <a:pt x="7758" y="138"/>
                    <a:pt x="7748" y="140"/>
                    <a:pt x="7741" y="145"/>
                  </a:cubicBezTo>
                  <a:cubicBezTo>
                    <a:pt x="7734" y="150"/>
                    <a:pt x="7731" y="158"/>
                    <a:pt x="7731" y="169"/>
                  </a:cubicBezTo>
                  <a:cubicBezTo>
                    <a:pt x="7731" y="177"/>
                    <a:pt x="7732" y="186"/>
                    <a:pt x="7735" y="194"/>
                  </a:cubicBezTo>
                  <a:cubicBezTo>
                    <a:pt x="7738" y="203"/>
                    <a:pt x="7743" y="215"/>
                    <a:pt x="7749" y="230"/>
                  </a:cubicBezTo>
                  <a:lnTo>
                    <a:pt x="7775" y="291"/>
                  </a:lnTo>
                  <a:cubicBezTo>
                    <a:pt x="7782" y="306"/>
                    <a:pt x="7788" y="323"/>
                    <a:pt x="7794" y="341"/>
                  </a:cubicBezTo>
                  <a:cubicBezTo>
                    <a:pt x="7799" y="359"/>
                    <a:pt x="7803" y="377"/>
                    <a:pt x="7803" y="396"/>
                  </a:cubicBezTo>
                  <a:cubicBezTo>
                    <a:pt x="7802" y="451"/>
                    <a:pt x="7787" y="491"/>
                    <a:pt x="7758" y="516"/>
                  </a:cubicBezTo>
                  <a:cubicBezTo>
                    <a:pt x="7729" y="542"/>
                    <a:pt x="7692" y="554"/>
                    <a:pt x="7645" y="554"/>
                  </a:cubicBezTo>
                  <a:cubicBezTo>
                    <a:pt x="7612" y="553"/>
                    <a:pt x="7585" y="551"/>
                    <a:pt x="7564" y="547"/>
                  </a:cubicBezTo>
                  <a:cubicBezTo>
                    <a:pt x="7543" y="543"/>
                    <a:pt x="7528" y="539"/>
                    <a:pt x="7519" y="535"/>
                  </a:cubicBezTo>
                  <a:lnTo>
                    <a:pt x="7529" y="402"/>
                  </a:lnTo>
                  <a:cubicBezTo>
                    <a:pt x="7539" y="406"/>
                    <a:pt x="7552" y="410"/>
                    <a:pt x="7571" y="414"/>
                  </a:cubicBezTo>
                  <a:cubicBezTo>
                    <a:pt x="7590" y="418"/>
                    <a:pt x="7611" y="420"/>
                    <a:pt x="7635" y="420"/>
                  </a:cubicBezTo>
                  <a:cubicBezTo>
                    <a:pt x="7638" y="420"/>
                    <a:pt x="7641" y="420"/>
                    <a:pt x="7643" y="420"/>
                  </a:cubicBezTo>
                  <a:cubicBezTo>
                    <a:pt x="7646" y="420"/>
                    <a:pt x="7649" y="420"/>
                    <a:pt x="7652" y="420"/>
                  </a:cubicBezTo>
                  <a:cubicBezTo>
                    <a:pt x="7653" y="416"/>
                    <a:pt x="7654" y="412"/>
                    <a:pt x="7655" y="407"/>
                  </a:cubicBezTo>
                  <a:cubicBezTo>
                    <a:pt x="7656" y="403"/>
                    <a:pt x="7657" y="398"/>
                    <a:pt x="7657" y="393"/>
                  </a:cubicBezTo>
                  <a:cubicBezTo>
                    <a:pt x="7656" y="384"/>
                    <a:pt x="7655" y="375"/>
                    <a:pt x="7651" y="366"/>
                  </a:cubicBezTo>
                  <a:cubicBezTo>
                    <a:pt x="7647" y="358"/>
                    <a:pt x="7643" y="348"/>
                    <a:pt x="7637" y="336"/>
                  </a:cubicBezTo>
                  <a:lnTo>
                    <a:pt x="7610" y="276"/>
                  </a:lnTo>
                  <a:cubicBezTo>
                    <a:pt x="7602" y="259"/>
                    <a:pt x="7596" y="241"/>
                    <a:pt x="7591" y="223"/>
                  </a:cubicBezTo>
                  <a:cubicBezTo>
                    <a:pt x="7586" y="205"/>
                    <a:pt x="7584" y="188"/>
                    <a:pt x="7584" y="171"/>
                  </a:cubicBezTo>
                  <a:cubicBezTo>
                    <a:pt x="7585" y="116"/>
                    <a:pt x="7600" y="75"/>
                    <a:pt x="7631" y="48"/>
                  </a:cubicBezTo>
                  <a:cubicBezTo>
                    <a:pt x="7662" y="20"/>
                    <a:pt x="7704" y="7"/>
                    <a:pt x="7756" y="7"/>
                  </a:cubicBezTo>
                  <a:close/>
                  <a:moveTo>
                    <a:pt x="5955" y="7"/>
                  </a:moveTo>
                  <a:cubicBezTo>
                    <a:pt x="6010" y="7"/>
                    <a:pt x="6047" y="21"/>
                    <a:pt x="6069" y="47"/>
                  </a:cubicBezTo>
                  <a:cubicBezTo>
                    <a:pt x="6090" y="73"/>
                    <a:pt x="6100" y="108"/>
                    <a:pt x="6099" y="151"/>
                  </a:cubicBezTo>
                  <a:cubicBezTo>
                    <a:pt x="6099" y="175"/>
                    <a:pt x="6097" y="200"/>
                    <a:pt x="6093" y="227"/>
                  </a:cubicBezTo>
                  <a:cubicBezTo>
                    <a:pt x="6089" y="253"/>
                    <a:pt x="6083" y="281"/>
                    <a:pt x="6077" y="310"/>
                  </a:cubicBezTo>
                  <a:cubicBezTo>
                    <a:pt x="6061" y="395"/>
                    <a:pt x="6036" y="457"/>
                    <a:pt x="6001" y="496"/>
                  </a:cubicBezTo>
                  <a:cubicBezTo>
                    <a:pt x="5965" y="535"/>
                    <a:pt x="5912" y="554"/>
                    <a:pt x="5842" y="554"/>
                  </a:cubicBezTo>
                  <a:cubicBezTo>
                    <a:pt x="5787" y="553"/>
                    <a:pt x="5750" y="540"/>
                    <a:pt x="5728" y="514"/>
                  </a:cubicBezTo>
                  <a:cubicBezTo>
                    <a:pt x="5707" y="487"/>
                    <a:pt x="5697" y="453"/>
                    <a:pt x="5698" y="409"/>
                  </a:cubicBezTo>
                  <a:cubicBezTo>
                    <a:pt x="5698" y="385"/>
                    <a:pt x="5701" y="360"/>
                    <a:pt x="5705" y="334"/>
                  </a:cubicBezTo>
                  <a:cubicBezTo>
                    <a:pt x="5709" y="307"/>
                    <a:pt x="5714" y="280"/>
                    <a:pt x="5721" y="251"/>
                  </a:cubicBezTo>
                  <a:cubicBezTo>
                    <a:pt x="5732" y="194"/>
                    <a:pt x="5746" y="148"/>
                    <a:pt x="5765" y="112"/>
                  </a:cubicBezTo>
                  <a:cubicBezTo>
                    <a:pt x="5783" y="76"/>
                    <a:pt x="5808" y="49"/>
                    <a:pt x="5838" y="32"/>
                  </a:cubicBezTo>
                  <a:cubicBezTo>
                    <a:pt x="5869" y="15"/>
                    <a:pt x="5908" y="7"/>
                    <a:pt x="5955" y="7"/>
                  </a:cubicBezTo>
                  <a:close/>
                  <a:moveTo>
                    <a:pt x="5566" y="7"/>
                  </a:moveTo>
                  <a:cubicBezTo>
                    <a:pt x="5595" y="7"/>
                    <a:pt x="5623" y="9"/>
                    <a:pt x="5649" y="13"/>
                  </a:cubicBezTo>
                  <a:cubicBezTo>
                    <a:pt x="5675" y="17"/>
                    <a:pt x="5694" y="21"/>
                    <a:pt x="5705" y="26"/>
                  </a:cubicBezTo>
                  <a:lnTo>
                    <a:pt x="5673" y="153"/>
                  </a:lnTo>
                  <a:cubicBezTo>
                    <a:pt x="5660" y="149"/>
                    <a:pt x="5644" y="146"/>
                    <a:pt x="5626" y="143"/>
                  </a:cubicBezTo>
                  <a:cubicBezTo>
                    <a:pt x="5608" y="140"/>
                    <a:pt x="5587" y="138"/>
                    <a:pt x="5564" y="138"/>
                  </a:cubicBezTo>
                  <a:cubicBezTo>
                    <a:pt x="5536" y="137"/>
                    <a:pt x="5517" y="144"/>
                    <a:pt x="5505" y="160"/>
                  </a:cubicBezTo>
                  <a:cubicBezTo>
                    <a:pt x="5494" y="176"/>
                    <a:pt x="5483" y="207"/>
                    <a:pt x="5473" y="252"/>
                  </a:cubicBezTo>
                  <a:cubicBezTo>
                    <a:pt x="5469" y="268"/>
                    <a:pt x="5466" y="288"/>
                    <a:pt x="5462" y="309"/>
                  </a:cubicBezTo>
                  <a:cubicBezTo>
                    <a:pt x="5458" y="331"/>
                    <a:pt x="5455" y="353"/>
                    <a:pt x="5453" y="374"/>
                  </a:cubicBezTo>
                  <a:cubicBezTo>
                    <a:pt x="5451" y="395"/>
                    <a:pt x="5449" y="413"/>
                    <a:pt x="5449" y="428"/>
                  </a:cubicBezTo>
                  <a:cubicBezTo>
                    <a:pt x="5452" y="429"/>
                    <a:pt x="5456" y="429"/>
                    <a:pt x="5459" y="429"/>
                  </a:cubicBezTo>
                  <a:cubicBezTo>
                    <a:pt x="5462" y="429"/>
                    <a:pt x="5465" y="429"/>
                    <a:pt x="5469" y="429"/>
                  </a:cubicBezTo>
                  <a:cubicBezTo>
                    <a:pt x="5478" y="429"/>
                    <a:pt x="5487" y="429"/>
                    <a:pt x="5496" y="428"/>
                  </a:cubicBezTo>
                  <a:cubicBezTo>
                    <a:pt x="5505" y="427"/>
                    <a:pt x="5514" y="426"/>
                    <a:pt x="5522" y="424"/>
                  </a:cubicBezTo>
                  <a:lnTo>
                    <a:pt x="5536" y="346"/>
                  </a:lnTo>
                  <a:lnTo>
                    <a:pt x="5495" y="346"/>
                  </a:lnTo>
                  <a:lnTo>
                    <a:pt x="5515" y="235"/>
                  </a:lnTo>
                  <a:lnTo>
                    <a:pt x="5679" y="235"/>
                  </a:lnTo>
                  <a:lnTo>
                    <a:pt x="5625" y="526"/>
                  </a:lnTo>
                  <a:cubicBezTo>
                    <a:pt x="5607" y="534"/>
                    <a:pt x="5581" y="541"/>
                    <a:pt x="5548" y="546"/>
                  </a:cubicBezTo>
                  <a:cubicBezTo>
                    <a:pt x="5515" y="551"/>
                    <a:pt x="5483" y="554"/>
                    <a:pt x="5450" y="554"/>
                  </a:cubicBezTo>
                  <a:cubicBezTo>
                    <a:pt x="5411" y="554"/>
                    <a:pt x="5381" y="548"/>
                    <a:pt x="5360" y="536"/>
                  </a:cubicBezTo>
                  <a:cubicBezTo>
                    <a:pt x="5339" y="524"/>
                    <a:pt x="5325" y="507"/>
                    <a:pt x="5317" y="485"/>
                  </a:cubicBezTo>
                  <a:cubicBezTo>
                    <a:pt x="5309" y="464"/>
                    <a:pt x="5306" y="439"/>
                    <a:pt x="5306" y="410"/>
                  </a:cubicBezTo>
                  <a:cubicBezTo>
                    <a:pt x="5306" y="386"/>
                    <a:pt x="5308" y="361"/>
                    <a:pt x="5312" y="334"/>
                  </a:cubicBezTo>
                  <a:cubicBezTo>
                    <a:pt x="5317" y="307"/>
                    <a:pt x="5322" y="280"/>
                    <a:pt x="5328" y="251"/>
                  </a:cubicBezTo>
                  <a:cubicBezTo>
                    <a:pt x="5344" y="166"/>
                    <a:pt x="5370" y="104"/>
                    <a:pt x="5406" y="65"/>
                  </a:cubicBezTo>
                  <a:cubicBezTo>
                    <a:pt x="5442" y="26"/>
                    <a:pt x="5496" y="6"/>
                    <a:pt x="5566" y="7"/>
                  </a:cubicBezTo>
                  <a:close/>
                  <a:moveTo>
                    <a:pt x="5104" y="7"/>
                  </a:moveTo>
                  <a:cubicBezTo>
                    <a:pt x="5135" y="7"/>
                    <a:pt x="5160" y="9"/>
                    <a:pt x="5179" y="13"/>
                  </a:cubicBezTo>
                  <a:cubicBezTo>
                    <a:pt x="5199" y="17"/>
                    <a:pt x="5213" y="21"/>
                    <a:pt x="5222" y="25"/>
                  </a:cubicBezTo>
                  <a:lnTo>
                    <a:pt x="5192" y="151"/>
                  </a:lnTo>
                  <a:cubicBezTo>
                    <a:pt x="5180" y="147"/>
                    <a:pt x="5168" y="143"/>
                    <a:pt x="5156" y="141"/>
                  </a:cubicBezTo>
                  <a:cubicBezTo>
                    <a:pt x="5145" y="139"/>
                    <a:pt x="5132" y="138"/>
                    <a:pt x="5119" y="138"/>
                  </a:cubicBezTo>
                  <a:cubicBezTo>
                    <a:pt x="5106" y="138"/>
                    <a:pt x="5096" y="140"/>
                    <a:pt x="5089" y="145"/>
                  </a:cubicBezTo>
                  <a:cubicBezTo>
                    <a:pt x="5082" y="150"/>
                    <a:pt x="5079" y="158"/>
                    <a:pt x="5079" y="169"/>
                  </a:cubicBezTo>
                  <a:cubicBezTo>
                    <a:pt x="5079" y="177"/>
                    <a:pt x="5080" y="186"/>
                    <a:pt x="5083" y="194"/>
                  </a:cubicBezTo>
                  <a:cubicBezTo>
                    <a:pt x="5086" y="203"/>
                    <a:pt x="5091" y="215"/>
                    <a:pt x="5097" y="230"/>
                  </a:cubicBezTo>
                  <a:lnTo>
                    <a:pt x="5123" y="291"/>
                  </a:lnTo>
                  <a:cubicBezTo>
                    <a:pt x="5130" y="306"/>
                    <a:pt x="5136" y="323"/>
                    <a:pt x="5142" y="341"/>
                  </a:cubicBezTo>
                  <a:cubicBezTo>
                    <a:pt x="5147" y="359"/>
                    <a:pt x="5151" y="377"/>
                    <a:pt x="5151" y="396"/>
                  </a:cubicBezTo>
                  <a:cubicBezTo>
                    <a:pt x="5150" y="451"/>
                    <a:pt x="5135" y="491"/>
                    <a:pt x="5106" y="516"/>
                  </a:cubicBezTo>
                  <a:cubicBezTo>
                    <a:pt x="5077" y="542"/>
                    <a:pt x="5040" y="554"/>
                    <a:pt x="4993" y="554"/>
                  </a:cubicBezTo>
                  <a:cubicBezTo>
                    <a:pt x="4960" y="553"/>
                    <a:pt x="4933" y="551"/>
                    <a:pt x="4912" y="547"/>
                  </a:cubicBezTo>
                  <a:cubicBezTo>
                    <a:pt x="4891" y="543"/>
                    <a:pt x="4876" y="539"/>
                    <a:pt x="4867" y="535"/>
                  </a:cubicBezTo>
                  <a:lnTo>
                    <a:pt x="4877" y="402"/>
                  </a:lnTo>
                  <a:cubicBezTo>
                    <a:pt x="4887" y="406"/>
                    <a:pt x="4900" y="410"/>
                    <a:pt x="4919" y="414"/>
                  </a:cubicBezTo>
                  <a:cubicBezTo>
                    <a:pt x="4938" y="418"/>
                    <a:pt x="4959" y="420"/>
                    <a:pt x="4983" y="420"/>
                  </a:cubicBezTo>
                  <a:cubicBezTo>
                    <a:pt x="4986" y="420"/>
                    <a:pt x="4989" y="420"/>
                    <a:pt x="4991" y="420"/>
                  </a:cubicBezTo>
                  <a:cubicBezTo>
                    <a:pt x="4994" y="420"/>
                    <a:pt x="4997" y="420"/>
                    <a:pt x="5000" y="420"/>
                  </a:cubicBezTo>
                  <a:cubicBezTo>
                    <a:pt x="5001" y="416"/>
                    <a:pt x="5002" y="412"/>
                    <a:pt x="5003" y="407"/>
                  </a:cubicBezTo>
                  <a:cubicBezTo>
                    <a:pt x="5004" y="403"/>
                    <a:pt x="5005" y="398"/>
                    <a:pt x="5005" y="393"/>
                  </a:cubicBezTo>
                  <a:cubicBezTo>
                    <a:pt x="5004" y="384"/>
                    <a:pt x="5003" y="375"/>
                    <a:pt x="4999" y="366"/>
                  </a:cubicBezTo>
                  <a:cubicBezTo>
                    <a:pt x="4995" y="358"/>
                    <a:pt x="4991" y="348"/>
                    <a:pt x="4985" y="336"/>
                  </a:cubicBezTo>
                  <a:lnTo>
                    <a:pt x="4958" y="276"/>
                  </a:lnTo>
                  <a:cubicBezTo>
                    <a:pt x="4950" y="259"/>
                    <a:pt x="4944" y="241"/>
                    <a:pt x="4939" y="223"/>
                  </a:cubicBezTo>
                  <a:cubicBezTo>
                    <a:pt x="4934" y="205"/>
                    <a:pt x="4932" y="188"/>
                    <a:pt x="4932" y="171"/>
                  </a:cubicBezTo>
                  <a:cubicBezTo>
                    <a:pt x="4933" y="116"/>
                    <a:pt x="4948" y="75"/>
                    <a:pt x="4979" y="48"/>
                  </a:cubicBezTo>
                  <a:cubicBezTo>
                    <a:pt x="5010" y="20"/>
                    <a:pt x="5052" y="7"/>
                    <a:pt x="5104" y="7"/>
                  </a:cubicBezTo>
                  <a:close/>
                  <a:moveTo>
                    <a:pt x="3301" y="7"/>
                  </a:moveTo>
                  <a:cubicBezTo>
                    <a:pt x="3356" y="7"/>
                    <a:pt x="3393" y="21"/>
                    <a:pt x="3415" y="47"/>
                  </a:cubicBezTo>
                  <a:cubicBezTo>
                    <a:pt x="3436" y="73"/>
                    <a:pt x="3446" y="108"/>
                    <a:pt x="3445" y="151"/>
                  </a:cubicBezTo>
                  <a:cubicBezTo>
                    <a:pt x="3445" y="175"/>
                    <a:pt x="3443" y="200"/>
                    <a:pt x="3439" y="227"/>
                  </a:cubicBezTo>
                  <a:cubicBezTo>
                    <a:pt x="3435" y="253"/>
                    <a:pt x="3429" y="281"/>
                    <a:pt x="3423" y="310"/>
                  </a:cubicBezTo>
                  <a:cubicBezTo>
                    <a:pt x="3407" y="395"/>
                    <a:pt x="3382" y="457"/>
                    <a:pt x="3347" y="496"/>
                  </a:cubicBezTo>
                  <a:cubicBezTo>
                    <a:pt x="3311" y="535"/>
                    <a:pt x="3258" y="554"/>
                    <a:pt x="3188" y="554"/>
                  </a:cubicBezTo>
                  <a:cubicBezTo>
                    <a:pt x="3133" y="553"/>
                    <a:pt x="3096" y="540"/>
                    <a:pt x="3074" y="514"/>
                  </a:cubicBezTo>
                  <a:cubicBezTo>
                    <a:pt x="3053" y="487"/>
                    <a:pt x="3043" y="453"/>
                    <a:pt x="3044" y="409"/>
                  </a:cubicBezTo>
                  <a:cubicBezTo>
                    <a:pt x="3044" y="385"/>
                    <a:pt x="3047" y="360"/>
                    <a:pt x="3051" y="334"/>
                  </a:cubicBezTo>
                  <a:cubicBezTo>
                    <a:pt x="3055" y="307"/>
                    <a:pt x="3060" y="280"/>
                    <a:pt x="3067" y="251"/>
                  </a:cubicBezTo>
                  <a:cubicBezTo>
                    <a:pt x="3078" y="194"/>
                    <a:pt x="3092" y="148"/>
                    <a:pt x="3111" y="112"/>
                  </a:cubicBezTo>
                  <a:cubicBezTo>
                    <a:pt x="3129" y="76"/>
                    <a:pt x="3154" y="49"/>
                    <a:pt x="3184" y="32"/>
                  </a:cubicBezTo>
                  <a:cubicBezTo>
                    <a:pt x="3215" y="15"/>
                    <a:pt x="3254" y="7"/>
                    <a:pt x="3301" y="7"/>
                  </a:cubicBezTo>
                  <a:close/>
                  <a:moveTo>
                    <a:pt x="2912" y="7"/>
                  </a:moveTo>
                  <a:cubicBezTo>
                    <a:pt x="2941" y="7"/>
                    <a:pt x="2969" y="9"/>
                    <a:pt x="2995" y="13"/>
                  </a:cubicBezTo>
                  <a:cubicBezTo>
                    <a:pt x="3021" y="17"/>
                    <a:pt x="3040" y="21"/>
                    <a:pt x="3051" y="26"/>
                  </a:cubicBezTo>
                  <a:lnTo>
                    <a:pt x="3019" y="153"/>
                  </a:lnTo>
                  <a:cubicBezTo>
                    <a:pt x="3006" y="149"/>
                    <a:pt x="2990" y="146"/>
                    <a:pt x="2972" y="143"/>
                  </a:cubicBezTo>
                  <a:cubicBezTo>
                    <a:pt x="2954" y="140"/>
                    <a:pt x="2933" y="138"/>
                    <a:pt x="2910" y="138"/>
                  </a:cubicBezTo>
                  <a:cubicBezTo>
                    <a:pt x="2882" y="137"/>
                    <a:pt x="2863" y="144"/>
                    <a:pt x="2851" y="160"/>
                  </a:cubicBezTo>
                  <a:cubicBezTo>
                    <a:pt x="2840" y="176"/>
                    <a:pt x="2829" y="207"/>
                    <a:pt x="2819" y="252"/>
                  </a:cubicBezTo>
                  <a:cubicBezTo>
                    <a:pt x="2815" y="268"/>
                    <a:pt x="2812" y="288"/>
                    <a:pt x="2808" y="309"/>
                  </a:cubicBezTo>
                  <a:cubicBezTo>
                    <a:pt x="2804" y="331"/>
                    <a:pt x="2801" y="353"/>
                    <a:pt x="2799" y="374"/>
                  </a:cubicBezTo>
                  <a:cubicBezTo>
                    <a:pt x="2797" y="395"/>
                    <a:pt x="2795" y="413"/>
                    <a:pt x="2795" y="428"/>
                  </a:cubicBezTo>
                  <a:cubicBezTo>
                    <a:pt x="2798" y="429"/>
                    <a:pt x="2802" y="429"/>
                    <a:pt x="2805" y="429"/>
                  </a:cubicBezTo>
                  <a:cubicBezTo>
                    <a:pt x="2808" y="429"/>
                    <a:pt x="2811" y="429"/>
                    <a:pt x="2815" y="429"/>
                  </a:cubicBezTo>
                  <a:cubicBezTo>
                    <a:pt x="2824" y="429"/>
                    <a:pt x="2833" y="429"/>
                    <a:pt x="2842" y="428"/>
                  </a:cubicBezTo>
                  <a:cubicBezTo>
                    <a:pt x="2851" y="427"/>
                    <a:pt x="2860" y="426"/>
                    <a:pt x="2868" y="424"/>
                  </a:cubicBezTo>
                  <a:lnTo>
                    <a:pt x="2882" y="346"/>
                  </a:lnTo>
                  <a:lnTo>
                    <a:pt x="2841" y="346"/>
                  </a:lnTo>
                  <a:lnTo>
                    <a:pt x="2861" y="235"/>
                  </a:lnTo>
                  <a:lnTo>
                    <a:pt x="3025" y="235"/>
                  </a:lnTo>
                  <a:lnTo>
                    <a:pt x="2971" y="526"/>
                  </a:lnTo>
                  <a:cubicBezTo>
                    <a:pt x="2953" y="534"/>
                    <a:pt x="2927" y="541"/>
                    <a:pt x="2894" y="546"/>
                  </a:cubicBezTo>
                  <a:cubicBezTo>
                    <a:pt x="2861" y="551"/>
                    <a:pt x="2829" y="554"/>
                    <a:pt x="2796" y="554"/>
                  </a:cubicBezTo>
                  <a:cubicBezTo>
                    <a:pt x="2757" y="554"/>
                    <a:pt x="2727" y="548"/>
                    <a:pt x="2706" y="536"/>
                  </a:cubicBezTo>
                  <a:cubicBezTo>
                    <a:pt x="2685" y="524"/>
                    <a:pt x="2671" y="507"/>
                    <a:pt x="2663" y="485"/>
                  </a:cubicBezTo>
                  <a:cubicBezTo>
                    <a:pt x="2655" y="464"/>
                    <a:pt x="2652" y="439"/>
                    <a:pt x="2652" y="410"/>
                  </a:cubicBezTo>
                  <a:cubicBezTo>
                    <a:pt x="2652" y="386"/>
                    <a:pt x="2654" y="361"/>
                    <a:pt x="2658" y="334"/>
                  </a:cubicBezTo>
                  <a:cubicBezTo>
                    <a:pt x="2663" y="307"/>
                    <a:pt x="2668" y="280"/>
                    <a:pt x="2674" y="251"/>
                  </a:cubicBezTo>
                  <a:cubicBezTo>
                    <a:pt x="2690" y="166"/>
                    <a:pt x="2716" y="104"/>
                    <a:pt x="2752" y="65"/>
                  </a:cubicBezTo>
                  <a:cubicBezTo>
                    <a:pt x="2788" y="26"/>
                    <a:pt x="2842" y="6"/>
                    <a:pt x="2912" y="7"/>
                  </a:cubicBezTo>
                  <a:close/>
                  <a:moveTo>
                    <a:pt x="2452" y="7"/>
                  </a:moveTo>
                  <a:cubicBezTo>
                    <a:pt x="2483" y="7"/>
                    <a:pt x="2508" y="9"/>
                    <a:pt x="2527" y="13"/>
                  </a:cubicBezTo>
                  <a:cubicBezTo>
                    <a:pt x="2547" y="17"/>
                    <a:pt x="2561" y="21"/>
                    <a:pt x="2570" y="25"/>
                  </a:cubicBezTo>
                  <a:lnTo>
                    <a:pt x="2540" y="151"/>
                  </a:lnTo>
                  <a:cubicBezTo>
                    <a:pt x="2528" y="147"/>
                    <a:pt x="2516" y="143"/>
                    <a:pt x="2504" y="141"/>
                  </a:cubicBezTo>
                  <a:cubicBezTo>
                    <a:pt x="2493" y="139"/>
                    <a:pt x="2480" y="138"/>
                    <a:pt x="2467" y="138"/>
                  </a:cubicBezTo>
                  <a:cubicBezTo>
                    <a:pt x="2454" y="138"/>
                    <a:pt x="2444" y="140"/>
                    <a:pt x="2437" y="145"/>
                  </a:cubicBezTo>
                  <a:cubicBezTo>
                    <a:pt x="2430" y="150"/>
                    <a:pt x="2427" y="158"/>
                    <a:pt x="2427" y="169"/>
                  </a:cubicBezTo>
                  <a:cubicBezTo>
                    <a:pt x="2427" y="177"/>
                    <a:pt x="2428" y="186"/>
                    <a:pt x="2431" y="194"/>
                  </a:cubicBezTo>
                  <a:cubicBezTo>
                    <a:pt x="2434" y="203"/>
                    <a:pt x="2439" y="215"/>
                    <a:pt x="2445" y="230"/>
                  </a:cubicBezTo>
                  <a:lnTo>
                    <a:pt x="2471" y="291"/>
                  </a:lnTo>
                  <a:cubicBezTo>
                    <a:pt x="2478" y="306"/>
                    <a:pt x="2484" y="323"/>
                    <a:pt x="2490" y="341"/>
                  </a:cubicBezTo>
                  <a:cubicBezTo>
                    <a:pt x="2495" y="359"/>
                    <a:pt x="2499" y="377"/>
                    <a:pt x="2499" y="396"/>
                  </a:cubicBezTo>
                  <a:cubicBezTo>
                    <a:pt x="2498" y="451"/>
                    <a:pt x="2483" y="491"/>
                    <a:pt x="2454" y="516"/>
                  </a:cubicBezTo>
                  <a:cubicBezTo>
                    <a:pt x="2425" y="542"/>
                    <a:pt x="2388" y="554"/>
                    <a:pt x="2341" y="554"/>
                  </a:cubicBezTo>
                  <a:cubicBezTo>
                    <a:pt x="2308" y="553"/>
                    <a:pt x="2281" y="551"/>
                    <a:pt x="2260" y="547"/>
                  </a:cubicBezTo>
                  <a:cubicBezTo>
                    <a:pt x="2239" y="543"/>
                    <a:pt x="2224" y="539"/>
                    <a:pt x="2215" y="535"/>
                  </a:cubicBezTo>
                  <a:lnTo>
                    <a:pt x="2225" y="402"/>
                  </a:lnTo>
                  <a:cubicBezTo>
                    <a:pt x="2235" y="406"/>
                    <a:pt x="2248" y="410"/>
                    <a:pt x="2267" y="414"/>
                  </a:cubicBezTo>
                  <a:cubicBezTo>
                    <a:pt x="2286" y="418"/>
                    <a:pt x="2307" y="420"/>
                    <a:pt x="2331" y="420"/>
                  </a:cubicBezTo>
                  <a:cubicBezTo>
                    <a:pt x="2334" y="420"/>
                    <a:pt x="2337" y="420"/>
                    <a:pt x="2339" y="420"/>
                  </a:cubicBezTo>
                  <a:cubicBezTo>
                    <a:pt x="2342" y="420"/>
                    <a:pt x="2345" y="420"/>
                    <a:pt x="2348" y="420"/>
                  </a:cubicBezTo>
                  <a:cubicBezTo>
                    <a:pt x="2349" y="416"/>
                    <a:pt x="2350" y="412"/>
                    <a:pt x="2351" y="407"/>
                  </a:cubicBezTo>
                  <a:cubicBezTo>
                    <a:pt x="2352" y="403"/>
                    <a:pt x="2353" y="398"/>
                    <a:pt x="2353" y="393"/>
                  </a:cubicBezTo>
                  <a:cubicBezTo>
                    <a:pt x="2352" y="384"/>
                    <a:pt x="2351" y="375"/>
                    <a:pt x="2347" y="366"/>
                  </a:cubicBezTo>
                  <a:cubicBezTo>
                    <a:pt x="2343" y="358"/>
                    <a:pt x="2339" y="348"/>
                    <a:pt x="2333" y="336"/>
                  </a:cubicBezTo>
                  <a:lnTo>
                    <a:pt x="2306" y="276"/>
                  </a:lnTo>
                  <a:cubicBezTo>
                    <a:pt x="2298" y="259"/>
                    <a:pt x="2292" y="241"/>
                    <a:pt x="2287" y="223"/>
                  </a:cubicBezTo>
                  <a:cubicBezTo>
                    <a:pt x="2282" y="205"/>
                    <a:pt x="2280" y="188"/>
                    <a:pt x="2280" y="171"/>
                  </a:cubicBezTo>
                  <a:cubicBezTo>
                    <a:pt x="2281" y="116"/>
                    <a:pt x="2296" y="75"/>
                    <a:pt x="2327" y="48"/>
                  </a:cubicBezTo>
                  <a:cubicBezTo>
                    <a:pt x="2358" y="20"/>
                    <a:pt x="2400" y="7"/>
                    <a:pt x="2452" y="7"/>
                  </a:cubicBezTo>
                  <a:close/>
                  <a:moveTo>
                    <a:pt x="649" y="7"/>
                  </a:moveTo>
                  <a:cubicBezTo>
                    <a:pt x="704" y="7"/>
                    <a:pt x="741" y="21"/>
                    <a:pt x="763" y="47"/>
                  </a:cubicBezTo>
                  <a:cubicBezTo>
                    <a:pt x="784" y="73"/>
                    <a:pt x="794" y="108"/>
                    <a:pt x="793" y="151"/>
                  </a:cubicBezTo>
                  <a:cubicBezTo>
                    <a:pt x="793" y="175"/>
                    <a:pt x="791" y="200"/>
                    <a:pt x="787" y="227"/>
                  </a:cubicBezTo>
                  <a:cubicBezTo>
                    <a:pt x="783" y="253"/>
                    <a:pt x="777" y="281"/>
                    <a:pt x="771" y="310"/>
                  </a:cubicBezTo>
                  <a:cubicBezTo>
                    <a:pt x="755" y="395"/>
                    <a:pt x="730" y="457"/>
                    <a:pt x="695" y="496"/>
                  </a:cubicBezTo>
                  <a:cubicBezTo>
                    <a:pt x="659" y="535"/>
                    <a:pt x="606" y="554"/>
                    <a:pt x="536" y="554"/>
                  </a:cubicBezTo>
                  <a:cubicBezTo>
                    <a:pt x="481" y="553"/>
                    <a:pt x="444" y="540"/>
                    <a:pt x="422" y="514"/>
                  </a:cubicBezTo>
                  <a:cubicBezTo>
                    <a:pt x="401" y="487"/>
                    <a:pt x="391" y="453"/>
                    <a:pt x="392" y="409"/>
                  </a:cubicBezTo>
                  <a:cubicBezTo>
                    <a:pt x="392" y="385"/>
                    <a:pt x="395" y="360"/>
                    <a:pt x="399" y="334"/>
                  </a:cubicBezTo>
                  <a:cubicBezTo>
                    <a:pt x="403" y="307"/>
                    <a:pt x="408" y="280"/>
                    <a:pt x="415" y="251"/>
                  </a:cubicBezTo>
                  <a:cubicBezTo>
                    <a:pt x="426" y="194"/>
                    <a:pt x="440" y="148"/>
                    <a:pt x="459" y="112"/>
                  </a:cubicBezTo>
                  <a:cubicBezTo>
                    <a:pt x="477" y="76"/>
                    <a:pt x="502" y="49"/>
                    <a:pt x="532" y="32"/>
                  </a:cubicBezTo>
                  <a:cubicBezTo>
                    <a:pt x="563" y="15"/>
                    <a:pt x="602" y="7"/>
                    <a:pt x="649" y="7"/>
                  </a:cubicBezTo>
                  <a:close/>
                  <a:moveTo>
                    <a:pt x="260" y="7"/>
                  </a:moveTo>
                  <a:cubicBezTo>
                    <a:pt x="289" y="7"/>
                    <a:pt x="317" y="9"/>
                    <a:pt x="343" y="13"/>
                  </a:cubicBezTo>
                  <a:cubicBezTo>
                    <a:pt x="369" y="17"/>
                    <a:pt x="388" y="21"/>
                    <a:pt x="399" y="26"/>
                  </a:cubicBezTo>
                  <a:lnTo>
                    <a:pt x="367" y="153"/>
                  </a:lnTo>
                  <a:cubicBezTo>
                    <a:pt x="354" y="149"/>
                    <a:pt x="338" y="146"/>
                    <a:pt x="320" y="143"/>
                  </a:cubicBezTo>
                  <a:cubicBezTo>
                    <a:pt x="302" y="140"/>
                    <a:pt x="281" y="138"/>
                    <a:pt x="258" y="138"/>
                  </a:cubicBezTo>
                  <a:cubicBezTo>
                    <a:pt x="230" y="137"/>
                    <a:pt x="211" y="144"/>
                    <a:pt x="199" y="160"/>
                  </a:cubicBezTo>
                  <a:cubicBezTo>
                    <a:pt x="188" y="176"/>
                    <a:pt x="177" y="207"/>
                    <a:pt x="167" y="252"/>
                  </a:cubicBezTo>
                  <a:cubicBezTo>
                    <a:pt x="163" y="268"/>
                    <a:pt x="160" y="288"/>
                    <a:pt x="156" y="309"/>
                  </a:cubicBezTo>
                  <a:cubicBezTo>
                    <a:pt x="152" y="331"/>
                    <a:pt x="149" y="353"/>
                    <a:pt x="147" y="374"/>
                  </a:cubicBezTo>
                  <a:cubicBezTo>
                    <a:pt x="145" y="395"/>
                    <a:pt x="143" y="413"/>
                    <a:pt x="143" y="428"/>
                  </a:cubicBezTo>
                  <a:cubicBezTo>
                    <a:pt x="146" y="429"/>
                    <a:pt x="150" y="429"/>
                    <a:pt x="153" y="429"/>
                  </a:cubicBezTo>
                  <a:cubicBezTo>
                    <a:pt x="156" y="429"/>
                    <a:pt x="159" y="429"/>
                    <a:pt x="163" y="429"/>
                  </a:cubicBezTo>
                  <a:cubicBezTo>
                    <a:pt x="172" y="429"/>
                    <a:pt x="181" y="429"/>
                    <a:pt x="190" y="428"/>
                  </a:cubicBezTo>
                  <a:cubicBezTo>
                    <a:pt x="199" y="427"/>
                    <a:pt x="208" y="426"/>
                    <a:pt x="216" y="424"/>
                  </a:cubicBezTo>
                  <a:lnTo>
                    <a:pt x="230" y="346"/>
                  </a:lnTo>
                  <a:lnTo>
                    <a:pt x="189" y="346"/>
                  </a:lnTo>
                  <a:lnTo>
                    <a:pt x="209" y="235"/>
                  </a:lnTo>
                  <a:lnTo>
                    <a:pt x="373" y="235"/>
                  </a:lnTo>
                  <a:lnTo>
                    <a:pt x="319" y="526"/>
                  </a:lnTo>
                  <a:cubicBezTo>
                    <a:pt x="301" y="534"/>
                    <a:pt x="275" y="541"/>
                    <a:pt x="242" y="546"/>
                  </a:cubicBezTo>
                  <a:cubicBezTo>
                    <a:pt x="209" y="551"/>
                    <a:pt x="177" y="554"/>
                    <a:pt x="144" y="554"/>
                  </a:cubicBezTo>
                  <a:cubicBezTo>
                    <a:pt x="105" y="554"/>
                    <a:pt x="75" y="548"/>
                    <a:pt x="54" y="536"/>
                  </a:cubicBezTo>
                  <a:cubicBezTo>
                    <a:pt x="33" y="524"/>
                    <a:pt x="19" y="507"/>
                    <a:pt x="11" y="485"/>
                  </a:cubicBezTo>
                  <a:cubicBezTo>
                    <a:pt x="3" y="464"/>
                    <a:pt x="0" y="439"/>
                    <a:pt x="0" y="410"/>
                  </a:cubicBezTo>
                  <a:cubicBezTo>
                    <a:pt x="0" y="386"/>
                    <a:pt x="2" y="361"/>
                    <a:pt x="6" y="334"/>
                  </a:cubicBezTo>
                  <a:cubicBezTo>
                    <a:pt x="11" y="307"/>
                    <a:pt x="16" y="280"/>
                    <a:pt x="22" y="251"/>
                  </a:cubicBezTo>
                  <a:cubicBezTo>
                    <a:pt x="38" y="166"/>
                    <a:pt x="64" y="104"/>
                    <a:pt x="100" y="65"/>
                  </a:cubicBezTo>
                  <a:cubicBezTo>
                    <a:pt x="136" y="26"/>
                    <a:pt x="190" y="6"/>
                    <a:pt x="260" y="7"/>
                  </a:cubicBezTo>
                  <a:close/>
                  <a:moveTo>
                    <a:pt x="16953" y="0"/>
                  </a:moveTo>
                  <a:lnTo>
                    <a:pt x="16863" y="374"/>
                  </a:lnTo>
                  <a:lnTo>
                    <a:pt x="16744" y="374"/>
                  </a:lnTo>
                  <a:lnTo>
                    <a:pt x="16796" y="16"/>
                  </a:lnTo>
                  <a:lnTo>
                    <a:pt x="16953" y="0"/>
                  </a:lnTo>
                  <a:close/>
                  <a:moveTo>
                    <a:pt x="14299" y="0"/>
                  </a:moveTo>
                  <a:lnTo>
                    <a:pt x="14209" y="374"/>
                  </a:lnTo>
                  <a:lnTo>
                    <a:pt x="14090" y="374"/>
                  </a:lnTo>
                  <a:lnTo>
                    <a:pt x="14142" y="16"/>
                  </a:lnTo>
                  <a:lnTo>
                    <a:pt x="14299" y="0"/>
                  </a:lnTo>
                  <a:close/>
                  <a:moveTo>
                    <a:pt x="11647" y="0"/>
                  </a:moveTo>
                  <a:lnTo>
                    <a:pt x="11557" y="374"/>
                  </a:lnTo>
                  <a:lnTo>
                    <a:pt x="11438" y="374"/>
                  </a:lnTo>
                  <a:lnTo>
                    <a:pt x="11490" y="16"/>
                  </a:lnTo>
                  <a:lnTo>
                    <a:pt x="11647" y="0"/>
                  </a:lnTo>
                  <a:close/>
                  <a:moveTo>
                    <a:pt x="8993" y="0"/>
                  </a:moveTo>
                  <a:lnTo>
                    <a:pt x="8903" y="374"/>
                  </a:lnTo>
                  <a:lnTo>
                    <a:pt x="8784" y="374"/>
                  </a:lnTo>
                  <a:lnTo>
                    <a:pt x="8836" y="16"/>
                  </a:lnTo>
                  <a:lnTo>
                    <a:pt x="8993" y="0"/>
                  </a:lnTo>
                  <a:close/>
                  <a:moveTo>
                    <a:pt x="6341" y="0"/>
                  </a:moveTo>
                  <a:lnTo>
                    <a:pt x="6251" y="374"/>
                  </a:lnTo>
                  <a:lnTo>
                    <a:pt x="6132" y="374"/>
                  </a:lnTo>
                  <a:lnTo>
                    <a:pt x="6184" y="16"/>
                  </a:lnTo>
                  <a:lnTo>
                    <a:pt x="6341" y="0"/>
                  </a:lnTo>
                  <a:close/>
                  <a:moveTo>
                    <a:pt x="3687" y="0"/>
                  </a:moveTo>
                  <a:lnTo>
                    <a:pt x="3597" y="374"/>
                  </a:lnTo>
                  <a:lnTo>
                    <a:pt x="3478" y="374"/>
                  </a:lnTo>
                  <a:lnTo>
                    <a:pt x="3530" y="16"/>
                  </a:lnTo>
                  <a:lnTo>
                    <a:pt x="3687" y="0"/>
                  </a:lnTo>
                  <a:close/>
                  <a:moveTo>
                    <a:pt x="1035" y="0"/>
                  </a:moveTo>
                  <a:lnTo>
                    <a:pt x="945" y="374"/>
                  </a:lnTo>
                  <a:lnTo>
                    <a:pt x="826" y="374"/>
                  </a:lnTo>
                  <a:lnTo>
                    <a:pt x="878" y="16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n w="12700">
                  <a:noFill/>
                </a:ln>
                <a:latin typeface="Noto Sans" panose="020B0502040504020204" pitchFamily="34" charset="0"/>
              </a:endParaRPr>
            </a:p>
          </p:txBody>
        </p:sp>
      </p:grpSp>
      <p:sp>
        <p:nvSpPr>
          <p:cNvPr id="8" name="Medienplatzhalter 7">
            <a:extLst>
              <a:ext uri="{FF2B5EF4-FFF2-40B4-BE49-F238E27FC236}">
                <a16:creationId xmlns:a16="http://schemas.microsoft.com/office/drawing/2014/main" id="{A5B0A804-FCAC-5C5E-E97F-164BF1616050}"/>
              </a:ext>
            </a:extLst>
          </p:cNvPr>
          <p:cNvSpPr>
            <a:spLocks noGrp="1"/>
          </p:cNvSpPr>
          <p:nvPr userDrawn="1">
            <p:ph type="media" sz="quarter" idx="13" hasCustomPrompt="1"/>
          </p:nvPr>
        </p:nvSpPr>
        <p:spPr>
          <a:xfrm>
            <a:off x="874712" y="492027"/>
            <a:ext cx="10442576" cy="5873946"/>
          </a:xfrm>
          <a:solidFill>
            <a:schemeClr val="accent6"/>
          </a:solidFill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Video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7664A5D-8C1E-C3AB-708F-4646E0629CA6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1780095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37FBEDBD-1114-EE6F-E3F1-3E1F129096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01383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4" progId="TCLayout.ActiveDocument.1">
                  <p:embed/>
                </p:oleObj>
              </mc:Choice>
              <mc:Fallback>
                <p:oleObj name="think-cell Folie" r:id="rId3" imgW="425" imgH="42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FBEDBD-1114-EE6F-E3F1-3E1F129096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Medienplatzhalter 7">
            <a:extLst>
              <a:ext uri="{FF2B5EF4-FFF2-40B4-BE49-F238E27FC236}">
                <a16:creationId xmlns:a16="http://schemas.microsoft.com/office/drawing/2014/main" id="{A5B0A804-FCAC-5C5E-E97F-164BF1616050}"/>
              </a:ext>
            </a:extLst>
          </p:cNvPr>
          <p:cNvSpPr>
            <a:spLocks noGrp="1"/>
          </p:cNvSpPr>
          <p:nvPr userDrawn="1"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/>
          <a:lstStyle>
            <a:lvl1pPr>
              <a:defRPr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Video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3CE6C3F-C628-D1E2-3603-B0667B88D5AE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4706297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#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011606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Bildplatzhalter 13">
            <a:extLst>
              <a:ext uri="{FF2B5EF4-FFF2-40B4-BE49-F238E27FC236}">
                <a16:creationId xmlns:a16="http://schemas.microsoft.com/office/drawing/2014/main" id="{7C04CE28-C97A-5AAE-20BE-709CD3BD37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808" t="39504" r="29808" b="37778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F4AD206-F456-08CF-A5D8-D9229C1D1D1C}"/>
              </a:ext>
            </a:extLst>
          </p:cNvPr>
          <p:cNvSpPr txBox="1"/>
          <p:nvPr userDrawn="1"/>
        </p:nvSpPr>
        <p:spPr>
          <a:xfrm>
            <a:off x="3004665" y="2562300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gradFill flip="none" rotWithShape="1">
                    <a:gsLst>
                      <a:gs pos="49000">
                        <a:schemeClr val="tx2"/>
                      </a:gs>
                      <a:gs pos="52000">
                        <a:schemeClr val="tx2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noFill/>
                <a:latin typeface="MM Headline Pro" panose="02000000000000000000" pitchFamily="2" charset="0"/>
              </a:rPr>
              <a:t>THANK YOU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C3BB2D2-E4FF-F00C-CE0C-1B87B9086CFE}"/>
              </a:ext>
            </a:extLst>
          </p:cNvPr>
          <p:cNvSpPr txBox="1"/>
          <p:nvPr/>
        </p:nvSpPr>
        <p:spPr>
          <a:xfrm>
            <a:off x="3004665" y="2562300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gradFill flip="none" rotWithShape="1">
                    <a:gsLst>
                      <a:gs pos="49000">
                        <a:schemeClr val="tx2"/>
                      </a:gs>
                      <a:gs pos="52000">
                        <a:schemeClr val="tx2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noFill/>
                <a:latin typeface="MM Headline Pro" panose="02000000000000000000" pitchFamily="2" charset="0"/>
              </a:rPr>
              <a:t>THANK YOU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9B5E61B-2952-EC99-BA3E-0B56FD180B8C}"/>
              </a:ext>
            </a:extLst>
          </p:cNvPr>
          <p:cNvSpPr txBox="1"/>
          <p:nvPr/>
        </p:nvSpPr>
        <p:spPr>
          <a:xfrm>
            <a:off x="3087215" y="2466226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gradFill flip="none" rotWithShape="1">
                    <a:gsLst>
                      <a:gs pos="49000">
                        <a:schemeClr val="tx2"/>
                      </a:gs>
                      <a:gs pos="52000">
                        <a:schemeClr val="tx2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latin typeface="MM Headline Pro" panose="02000000000000000000" pitchFamily="2" charset="0"/>
              </a:rPr>
              <a:t>THANK YOU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5C85269-1F7C-ADE2-1887-6340CF97D576}"/>
              </a:ext>
            </a:extLst>
          </p:cNvPr>
          <p:cNvSpPr txBox="1"/>
          <p:nvPr/>
        </p:nvSpPr>
        <p:spPr>
          <a:xfrm>
            <a:off x="3169765" y="2370152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noFill/>
                </a:ln>
                <a:solidFill>
                  <a:schemeClr val="bg1"/>
                </a:solidFill>
                <a:latin typeface="MM Headline Pro" panose="0200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910152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2737995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Bildplatzhalter 13">
            <a:extLst>
              <a:ext uri="{FF2B5EF4-FFF2-40B4-BE49-F238E27FC236}">
                <a16:creationId xmlns:a16="http://schemas.microsoft.com/office/drawing/2014/main" id="{99DDAB57-DEC7-85F8-1E7D-1DED4EE32A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808" t="39504" r="29808" b="37778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DFC81F9-3711-508C-6F46-C17CC134B7F4}"/>
              </a:ext>
            </a:extLst>
          </p:cNvPr>
          <p:cNvSpPr txBox="1"/>
          <p:nvPr/>
        </p:nvSpPr>
        <p:spPr>
          <a:xfrm>
            <a:off x="3004665" y="2562300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gradFill flip="none" rotWithShape="1">
                    <a:gsLst>
                      <a:gs pos="49000">
                        <a:schemeClr val="tx1"/>
                      </a:gs>
                      <a:gs pos="52000">
                        <a:schemeClr val="tx2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noFill/>
                <a:latin typeface="MM Headline Pro" panose="02000000000000000000" pitchFamily="2" charset="0"/>
              </a:rPr>
              <a:t>THANK YOU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0B72D8C-CD71-5FBD-6DF0-C44193CE4A4A}"/>
              </a:ext>
            </a:extLst>
          </p:cNvPr>
          <p:cNvSpPr txBox="1"/>
          <p:nvPr/>
        </p:nvSpPr>
        <p:spPr>
          <a:xfrm>
            <a:off x="3087215" y="2466226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gradFill flip="none" rotWithShape="1">
                    <a:gsLst>
                      <a:gs pos="49000">
                        <a:schemeClr val="bg2"/>
                      </a:gs>
                      <a:gs pos="52000">
                        <a:schemeClr val="tx2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solidFill>
                  <a:schemeClr val="bg1"/>
                </a:solidFill>
                <a:latin typeface="MM Headline Pro" panose="02000000000000000000" pitchFamily="2" charset="0"/>
              </a:rPr>
              <a:t>THANK YOU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0866BAF-8C68-8952-BF19-B9A7281AAB00}"/>
              </a:ext>
            </a:extLst>
          </p:cNvPr>
          <p:cNvSpPr txBox="1"/>
          <p:nvPr/>
        </p:nvSpPr>
        <p:spPr>
          <a:xfrm>
            <a:off x="3169765" y="2370152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solidFill>
                    <a:schemeClr val="tx1"/>
                  </a:solidFill>
                </a:ln>
                <a:latin typeface="MM Headline Pro" panose="02000000000000000000" pitchFamily="2" charset="0"/>
              </a:rPr>
              <a:t>THANK YOU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C8C8C15-7B0F-5650-B9C0-A4B3A12D91CD}"/>
              </a:ext>
            </a:extLst>
          </p:cNvPr>
          <p:cNvSpPr txBox="1"/>
          <p:nvPr userDrawn="1"/>
        </p:nvSpPr>
        <p:spPr>
          <a:xfrm>
            <a:off x="3004665" y="2562300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gradFill flip="none" rotWithShape="1">
                    <a:gsLst>
                      <a:gs pos="49000">
                        <a:schemeClr val="tx1"/>
                      </a:gs>
                      <a:gs pos="52000">
                        <a:schemeClr val="tx2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noFill/>
                <a:latin typeface="MM Headline Pro" panose="02000000000000000000" pitchFamily="2" charset="0"/>
              </a:rPr>
              <a:t>THANK YOU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8B489F9-8B0E-B781-1EAB-4A1440ED3B5B}"/>
              </a:ext>
            </a:extLst>
          </p:cNvPr>
          <p:cNvSpPr txBox="1"/>
          <p:nvPr userDrawn="1"/>
        </p:nvSpPr>
        <p:spPr>
          <a:xfrm>
            <a:off x="3087215" y="2466226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gradFill flip="none" rotWithShape="1">
                    <a:gsLst>
                      <a:gs pos="49000">
                        <a:schemeClr val="bg2"/>
                      </a:gs>
                      <a:gs pos="52000">
                        <a:schemeClr val="tx2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solidFill>
                  <a:schemeClr val="bg1"/>
                </a:solidFill>
                <a:latin typeface="MM Headline Pro" panose="02000000000000000000" pitchFamily="2" charset="0"/>
              </a:rPr>
              <a:t>THANK YOU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41F2DA8-1C1B-7856-8ADC-4A40F23104FD}"/>
              </a:ext>
            </a:extLst>
          </p:cNvPr>
          <p:cNvSpPr txBox="1"/>
          <p:nvPr userDrawn="1"/>
        </p:nvSpPr>
        <p:spPr>
          <a:xfrm>
            <a:off x="3169765" y="2370152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solidFill>
                    <a:schemeClr val="tx1"/>
                  </a:solidFill>
                </a:ln>
                <a:latin typeface="MM Headline Pro" panose="0200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726433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#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6721664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Bildplatzhalter 13">
            <a:extLst>
              <a:ext uri="{FF2B5EF4-FFF2-40B4-BE49-F238E27FC236}">
                <a16:creationId xmlns:a16="http://schemas.microsoft.com/office/drawing/2014/main" id="{C5C04FF0-B601-9803-DA65-FE5B79FDB8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808" t="39504" r="29808" b="37778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5613946-75B6-3660-370F-AD4551C569EC}"/>
              </a:ext>
            </a:extLst>
          </p:cNvPr>
          <p:cNvSpPr txBox="1"/>
          <p:nvPr/>
        </p:nvSpPr>
        <p:spPr>
          <a:xfrm>
            <a:off x="3004665" y="2562300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gradFill flip="none" rotWithShape="1">
                    <a:gsLst>
                      <a:gs pos="49000">
                        <a:schemeClr val="tx2"/>
                      </a:gs>
                      <a:gs pos="52000">
                        <a:schemeClr val="tx2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noFill/>
                <a:latin typeface="MM Headline Pro" panose="02000000000000000000" pitchFamily="2" charset="0"/>
              </a:rPr>
              <a:t>THANK YOU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58AFDB5-BCD6-6E1F-EC68-E9A23613F164}"/>
              </a:ext>
            </a:extLst>
          </p:cNvPr>
          <p:cNvSpPr txBox="1"/>
          <p:nvPr/>
        </p:nvSpPr>
        <p:spPr>
          <a:xfrm>
            <a:off x="3087215" y="2466226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gradFill flip="none" rotWithShape="1">
                    <a:gsLst>
                      <a:gs pos="49000">
                        <a:schemeClr val="tx2"/>
                      </a:gs>
                      <a:gs pos="52000">
                        <a:schemeClr val="tx2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latin typeface="MM Headline Pro" panose="02000000000000000000" pitchFamily="2" charset="0"/>
              </a:rPr>
              <a:t>THANK YOU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5B9EFBF-F0DD-E09C-512B-274B6D99C19F}"/>
              </a:ext>
            </a:extLst>
          </p:cNvPr>
          <p:cNvSpPr txBox="1"/>
          <p:nvPr/>
        </p:nvSpPr>
        <p:spPr>
          <a:xfrm>
            <a:off x="3169765" y="2370152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solidFill>
                    <a:schemeClr val="tx2"/>
                  </a:solidFill>
                </a:ln>
                <a:solidFill>
                  <a:schemeClr val="tx2"/>
                </a:solidFill>
                <a:latin typeface="MM Headline Pro" panose="02000000000000000000" pitchFamily="2" charset="0"/>
              </a:rPr>
              <a:t>THANK YOU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EB18CA-1DD4-2609-EC8A-D586DF8150EB}"/>
              </a:ext>
            </a:extLst>
          </p:cNvPr>
          <p:cNvSpPr txBox="1"/>
          <p:nvPr userDrawn="1"/>
        </p:nvSpPr>
        <p:spPr>
          <a:xfrm>
            <a:off x="3004665" y="2562300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gradFill flip="none" rotWithShape="1">
                    <a:gsLst>
                      <a:gs pos="49000">
                        <a:schemeClr val="tx2"/>
                      </a:gs>
                      <a:gs pos="52000">
                        <a:schemeClr val="tx2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noFill/>
                <a:latin typeface="MM Headline Pro" panose="02000000000000000000" pitchFamily="2" charset="0"/>
              </a:rPr>
              <a:t>THANK YOU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11D34EB-0830-47FE-EE96-3343D013D09E}"/>
              </a:ext>
            </a:extLst>
          </p:cNvPr>
          <p:cNvSpPr txBox="1"/>
          <p:nvPr userDrawn="1"/>
        </p:nvSpPr>
        <p:spPr>
          <a:xfrm>
            <a:off x="3087215" y="2466226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gradFill flip="none" rotWithShape="1">
                    <a:gsLst>
                      <a:gs pos="49000">
                        <a:schemeClr val="tx2"/>
                      </a:gs>
                      <a:gs pos="52000">
                        <a:schemeClr val="tx2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latin typeface="MM Headline Pro" panose="02000000000000000000" pitchFamily="2" charset="0"/>
              </a:rPr>
              <a:t>THANK YOU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9A79CCB-FA7C-2776-07C5-988F59D3DDD2}"/>
              </a:ext>
            </a:extLst>
          </p:cNvPr>
          <p:cNvSpPr txBox="1"/>
          <p:nvPr userDrawn="1"/>
        </p:nvSpPr>
        <p:spPr>
          <a:xfrm>
            <a:off x="3169765" y="2370152"/>
            <a:ext cx="6411269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500">
                <a:ln w="12700">
                  <a:solidFill>
                    <a:schemeClr val="tx2"/>
                  </a:solidFill>
                </a:ln>
                <a:solidFill>
                  <a:schemeClr val="tx2"/>
                </a:solidFill>
                <a:latin typeface="MM Headline Pro" panose="0200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976516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perience what's possible #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0925870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Bildplatzhalter 13">
            <a:extLst>
              <a:ext uri="{FF2B5EF4-FFF2-40B4-BE49-F238E27FC236}">
                <a16:creationId xmlns:a16="http://schemas.microsoft.com/office/drawing/2014/main" id="{28952861-5B5E-29CC-CE9C-534F5117DB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808" t="39504" r="29808" b="37778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605CAF5E-552D-7FA5-7DB3-37B6BD003519}"/>
              </a:ext>
            </a:extLst>
          </p:cNvPr>
          <p:cNvSpPr txBox="1"/>
          <p:nvPr userDrawn="1"/>
        </p:nvSpPr>
        <p:spPr>
          <a:xfrm>
            <a:off x="3589324" y="3690512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6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M Headline Pro"/>
                <a:ea typeface="Times New Roman" panose="02020603050405020304" pitchFamily="18" charset="0"/>
                <a:cs typeface="Aptos" panose="020B0004020202020204" pitchFamily="34" charset="0"/>
              </a:rPr>
              <a:t>WHAT'S POSSIBLE</a:t>
            </a:r>
            <a:endParaRPr lang="en-US" sz="3200">
              <a:latin typeface="Noto Sans" panose="020B0502040504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3B8808B7-5DC5-7591-6DFB-BEBDC96F5020}"/>
              </a:ext>
            </a:extLst>
          </p:cNvPr>
          <p:cNvGrpSpPr/>
          <p:nvPr userDrawn="1"/>
        </p:nvGrpSpPr>
        <p:grpSpPr>
          <a:xfrm>
            <a:off x="2469828" y="2247616"/>
            <a:ext cx="7653356" cy="1682961"/>
            <a:chOff x="2533328" y="2247616"/>
            <a:chExt cx="7653356" cy="1682961"/>
          </a:xfrm>
        </p:grpSpPr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B1154E4E-C50B-41CD-46C5-D9CB1CB2A950}"/>
                </a:ext>
              </a:extLst>
            </p:cNvPr>
            <p:cNvSpPr txBox="1"/>
            <p:nvPr userDrawn="1"/>
          </p:nvSpPr>
          <p:spPr>
            <a:xfrm>
              <a:off x="2533328" y="2360917"/>
              <a:ext cx="7537615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1500">
                  <a:ln w="12700">
                    <a:gradFill flip="none" rotWithShape="1">
                      <a:gsLst>
                        <a:gs pos="49000">
                          <a:schemeClr val="tx2"/>
                        </a:gs>
                        <a:gs pos="52000">
                          <a:schemeClr val="tx2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noFill/>
                  <a:latin typeface="MM Headline Pro" panose="02000000000000000000" pitchFamily="2" charset="0"/>
                </a:defRPr>
              </a:lvl1pPr>
            </a:lstStyle>
            <a:p>
              <a:pPr lvl="0"/>
              <a:r>
                <a:rPr lang="de-DE" sz="9600">
                  <a:solidFill>
                    <a:schemeClr val="tx1"/>
                  </a:solidFill>
                </a:rPr>
                <a:t>EXPERIENCE </a:t>
              </a:r>
              <a:r>
                <a:rPr lang="de-DE" sz="9600"/>
                <a:t>	</a:t>
              </a:r>
              <a:endParaRPr lang="en-US" sz="9600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839ED2D9-BB68-F453-EC77-67C5163671EB}"/>
                </a:ext>
              </a:extLst>
            </p:cNvPr>
            <p:cNvSpPr txBox="1"/>
            <p:nvPr userDrawn="1"/>
          </p:nvSpPr>
          <p:spPr>
            <a:xfrm>
              <a:off x="2649069" y="2247616"/>
              <a:ext cx="7537615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1500">
                  <a:ln w="12700">
                    <a:gradFill flip="none" rotWithShape="1">
                      <a:gsLst>
                        <a:gs pos="49000">
                          <a:schemeClr val="tx2"/>
                        </a:gs>
                        <a:gs pos="52000">
                          <a:schemeClr val="tx2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noFill/>
                  <a:latin typeface="MM Headline Pro" panose="02000000000000000000" pitchFamily="2" charset="0"/>
                </a:defRPr>
              </a:lvl1pPr>
            </a:lstStyle>
            <a:p>
              <a:pPr lvl="0"/>
              <a:r>
                <a:rPr lang="de-DE" sz="9600">
                  <a:solidFill>
                    <a:schemeClr val="tx1"/>
                  </a:solidFill>
                </a:rPr>
                <a:t>EXPERIENCE </a:t>
              </a:r>
              <a:r>
                <a:rPr lang="de-DE" sz="9600"/>
                <a:t>	</a:t>
              </a:r>
              <a:endParaRPr lang="en-US" sz="9600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7AFF29B5-6BA1-1465-76FF-FA9B998CA2F5}"/>
                </a:ext>
              </a:extLst>
            </p:cNvPr>
            <p:cNvSpPr txBox="1"/>
            <p:nvPr userDrawn="1"/>
          </p:nvSpPr>
          <p:spPr>
            <a:xfrm>
              <a:off x="2986196" y="2360917"/>
              <a:ext cx="7029615" cy="132959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tabLst>
                  <a:tab pos="536575" algn="l"/>
                </a:tabLst>
              </a:pPr>
              <a:r>
                <a:rPr lang="de-DE" sz="9600">
                  <a:solidFill>
                    <a:schemeClr val="bg1"/>
                  </a:solidFill>
                  <a:effectLst/>
                  <a:latin typeface="+mj-lt"/>
                  <a:ea typeface="Times New Roman" panose="02020603050405020304" pitchFamily="18" charset="0"/>
                  <a:cs typeface="Aptos" panose="020B0004020202020204" pitchFamily="34" charset="0"/>
                </a:rPr>
                <a:t>EXPERIENCE</a:t>
              </a:r>
              <a:r>
                <a:rPr lang="de-DE" sz="8000">
                  <a:solidFill>
                    <a:schemeClr val="bg1"/>
                  </a:solidFill>
                  <a:effectLst/>
                  <a:latin typeface="+mj-lt"/>
                  <a:ea typeface="Times New Roman" panose="02020603050405020304" pitchFamily="18" charset="0"/>
                  <a:cs typeface="Aptos" panose="020B0004020202020204" pitchFamily="34" charset="0"/>
                </a:rPr>
                <a:t> 	</a:t>
              </a:r>
              <a:endParaRPr lang="en-US" sz="6600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68885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perience what's possibl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9412365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Bildplatzhalter 13">
            <a:extLst>
              <a:ext uri="{FF2B5EF4-FFF2-40B4-BE49-F238E27FC236}">
                <a16:creationId xmlns:a16="http://schemas.microsoft.com/office/drawing/2014/main" id="{29E08E57-654F-8014-EB45-DF00520140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808" t="39504" r="29808" b="37778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F8F4706-DBE9-06A6-4694-1E6BB2882078}"/>
              </a:ext>
            </a:extLst>
          </p:cNvPr>
          <p:cNvGrpSpPr/>
          <p:nvPr userDrawn="1"/>
        </p:nvGrpSpPr>
        <p:grpSpPr>
          <a:xfrm>
            <a:off x="2469828" y="2247616"/>
            <a:ext cx="7653356" cy="1682961"/>
            <a:chOff x="2533328" y="2247616"/>
            <a:chExt cx="7653356" cy="1682961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9A38772-0609-7402-7E73-474CB79A250E}"/>
                </a:ext>
              </a:extLst>
            </p:cNvPr>
            <p:cNvSpPr txBox="1"/>
            <p:nvPr userDrawn="1"/>
          </p:nvSpPr>
          <p:spPr>
            <a:xfrm>
              <a:off x="2533328" y="2360917"/>
              <a:ext cx="7537615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1500">
                  <a:ln w="12700">
                    <a:gradFill flip="none" rotWithShape="1">
                      <a:gsLst>
                        <a:gs pos="49000">
                          <a:schemeClr val="tx2"/>
                        </a:gs>
                        <a:gs pos="52000">
                          <a:schemeClr val="tx2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noFill/>
                  <a:latin typeface="MM Headline Pro" panose="02000000000000000000" pitchFamily="2" charset="0"/>
                </a:defRPr>
              </a:lvl1pPr>
            </a:lstStyle>
            <a:p>
              <a:pPr lvl="0"/>
              <a:r>
                <a:rPr lang="de-DE" sz="9600">
                  <a:ln w="12700">
                    <a:gradFill flip="none" rotWithShape="1">
                      <a:gsLst>
                        <a:gs pos="49000">
                          <a:schemeClr val="bg2"/>
                        </a:gs>
                        <a:gs pos="52000">
                          <a:schemeClr val="tx1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solidFill>
                    <a:schemeClr val="bg1"/>
                  </a:solidFill>
                </a:rPr>
                <a:t>EXPERIENCE 	</a:t>
              </a:r>
              <a:endParaRPr lang="en-US" sz="9600">
                <a:ln w="12700">
                  <a:gradFill flip="none" rotWithShape="1">
                    <a:gsLst>
                      <a:gs pos="49000">
                        <a:schemeClr val="bg2"/>
                      </a:gs>
                      <a:gs pos="52000">
                        <a:schemeClr val="tx1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C75B11BC-06DD-6C34-DF18-FC24F97B3C29}"/>
                </a:ext>
              </a:extLst>
            </p:cNvPr>
            <p:cNvSpPr txBox="1"/>
            <p:nvPr userDrawn="1"/>
          </p:nvSpPr>
          <p:spPr>
            <a:xfrm>
              <a:off x="2649069" y="2247616"/>
              <a:ext cx="7537615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1500">
                  <a:ln w="12700">
                    <a:gradFill flip="none" rotWithShape="1">
                      <a:gsLst>
                        <a:gs pos="49000">
                          <a:schemeClr val="tx2"/>
                        </a:gs>
                        <a:gs pos="52000">
                          <a:schemeClr val="tx2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noFill/>
                  <a:latin typeface="MM Headline Pro" panose="02000000000000000000" pitchFamily="2" charset="0"/>
                </a:defRPr>
              </a:lvl1pPr>
            </a:lstStyle>
            <a:p>
              <a:pPr lvl="0"/>
              <a:r>
                <a:rPr lang="de-DE" sz="9600">
                  <a:ln w="12700">
                    <a:gradFill flip="none" rotWithShape="1">
                      <a:gsLst>
                        <a:gs pos="49000">
                          <a:schemeClr val="bg2"/>
                        </a:gs>
                        <a:gs pos="52000">
                          <a:schemeClr val="tx1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solidFill>
                    <a:schemeClr val="bg1"/>
                  </a:solidFill>
                </a:rPr>
                <a:t>EXPERIENCE 	</a:t>
              </a:r>
              <a:endParaRPr lang="en-US" sz="9600">
                <a:ln w="12700">
                  <a:gradFill flip="none" rotWithShape="1">
                    <a:gsLst>
                      <a:gs pos="49000">
                        <a:schemeClr val="bg2"/>
                      </a:gs>
                      <a:gs pos="52000">
                        <a:schemeClr val="tx1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3C9ECDC4-929D-E0BD-FD90-27AE2964FEC6}"/>
                </a:ext>
              </a:extLst>
            </p:cNvPr>
            <p:cNvSpPr txBox="1"/>
            <p:nvPr userDrawn="1"/>
          </p:nvSpPr>
          <p:spPr>
            <a:xfrm>
              <a:off x="2986196" y="2360917"/>
              <a:ext cx="7029615" cy="132959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tabLst>
                  <a:tab pos="536575" algn="l"/>
                </a:tabLst>
              </a:pPr>
              <a:r>
                <a:rPr lang="de-DE" sz="9600">
                  <a:solidFill>
                    <a:schemeClr val="tx1"/>
                  </a:solidFill>
                  <a:effectLst/>
                  <a:latin typeface="+mj-lt"/>
                  <a:ea typeface="Times New Roman" panose="02020603050405020304" pitchFamily="18" charset="0"/>
                  <a:cs typeface="Aptos" panose="020B0004020202020204" pitchFamily="34" charset="0"/>
                </a:rPr>
                <a:t>EXPERIENCE</a:t>
              </a:r>
              <a:r>
                <a:rPr lang="de-DE" sz="8000">
                  <a:solidFill>
                    <a:schemeClr val="tx1"/>
                  </a:solidFill>
                  <a:effectLst/>
                  <a:latin typeface="+mj-lt"/>
                  <a:ea typeface="Times New Roman" panose="02020603050405020304" pitchFamily="18" charset="0"/>
                  <a:cs typeface="Aptos" panose="020B0004020202020204" pitchFamily="34" charset="0"/>
                </a:rPr>
                <a:t> 	</a:t>
              </a:r>
              <a:endParaRPr lang="en-US" sz="6600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16" name="Textfeld 15">
            <a:extLst>
              <a:ext uri="{FF2B5EF4-FFF2-40B4-BE49-F238E27FC236}">
                <a16:creationId xmlns:a16="http://schemas.microsoft.com/office/drawing/2014/main" id="{6C286035-6B6E-99E6-D0AD-F97E1B6CEEB5}"/>
              </a:ext>
            </a:extLst>
          </p:cNvPr>
          <p:cNvSpPr txBox="1"/>
          <p:nvPr userDrawn="1"/>
        </p:nvSpPr>
        <p:spPr>
          <a:xfrm>
            <a:off x="3589324" y="3690512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6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M Headline Pro"/>
                <a:ea typeface="Times New Roman" panose="02020603050405020304" pitchFamily="18" charset="0"/>
                <a:cs typeface="Aptos" panose="020B0004020202020204" pitchFamily="34" charset="0"/>
              </a:rPr>
              <a:t>WHAT'S POSSIBLE</a:t>
            </a:r>
            <a:endParaRPr lang="en-US" sz="3200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0929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perience what's possible #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2917957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Bildplatzhalter 13">
            <a:extLst>
              <a:ext uri="{FF2B5EF4-FFF2-40B4-BE49-F238E27FC236}">
                <a16:creationId xmlns:a16="http://schemas.microsoft.com/office/drawing/2014/main" id="{5F0A51B0-68C4-2BC1-9561-31C07557A1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808" t="39504" r="29808" b="37778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152136FE-806A-578C-2798-A2B6E4096EFE}"/>
              </a:ext>
            </a:extLst>
          </p:cNvPr>
          <p:cNvSpPr txBox="1"/>
          <p:nvPr userDrawn="1"/>
        </p:nvSpPr>
        <p:spPr>
          <a:xfrm>
            <a:off x="3589324" y="3690512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6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M Headline Pro"/>
                <a:ea typeface="Times New Roman" panose="02020603050405020304" pitchFamily="18" charset="0"/>
                <a:cs typeface="Aptos" panose="020B0004020202020204" pitchFamily="34" charset="0"/>
              </a:rPr>
              <a:t>WHAT'S POSSIBLE</a:t>
            </a:r>
            <a:endParaRPr lang="en-US" sz="3200">
              <a:solidFill>
                <a:schemeClr val="tx2"/>
              </a:solidFill>
              <a:latin typeface="Noto Sans" panose="020B0502040504020204" pitchFamily="34" charset="0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1A3ADB1-320B-8CF6-E048-E25FBD09C139}"/>
              </a:ext>
            </a:extLst>
          </p:cNvPr>
          <p:cNvGrpSpPr/>
          <p:nvPr userDrawn="1"/>
        </p:nvGrpSpPr>
        <p:grpSpPr>
          <a:xfrm>
            <a:off x="2469828" y="2247616"/>
            <a:ext cx="7653356" cy="1682961"/>
            <a:chOff x="2533328" y="2247616"/>
            <a:chExt cx="7653356" cy="1682961"/>
          </a:xfrm>
        </p:grpSpPr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05F5F730-64AE-97CB-7D5A-A22E9B660303}"/>
                </a:ext>
              </a:extLst>
            </p:cNvPr>
            <p:cNvSpPr txBox="1"/>
            <p:nvPr userDrawn="1"/>
          </p:nvSpPr>
          <p:spPr>
            <a:xfrm>
              <a:off x="2533328" y="2360917"/>
              <a:ext cx="7537615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1500">
                  <a:ln w="12700">
                    <a:gradFill flip="none" rotWithShape="1">
                      <a:gsLst>
                        <a:gs pos="49000">
                          <a:schemeClr val="tx2"/>
                        </a:gs>
                        <a:gs pos="52000">
                          <a:schemeClr val="tx2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noFill/>
                  <a:latin typeface="MM Headline Pro" panose="02000000000000000000" pitchFamily="2" charset="0"/>
                </a:defRPr>
              </a:lvl1pPr>
            </a:lstStyle>
            <a:p>
              <a:pPr lvl="0"/>
              <a:r>
                <a:rPr lang="de-DE" sz="9600">
                  <a:solidFill>
                    <a:schemeClr val="tx1"/>
                  </a:solidFill>
                </a:rPr>
                <a:t>EXPERIENCE </a:t>
              </a:r>
              <a:r>
                <a:rPr lang="de-DE" sz="9600"/>
                <a:t>	</a:t>
              </a:r>
              <a:endParaRPr lang="en-US" sz="9600"/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DB8F2E1B-04D1-0794-5714-8E620039135F}"/>
                </a:ext>
              </a:extLst>
            </p:cNvPr>
            <p:cNvSpPr txBox="1"/>
            <p:nvPr userDrawn="1"/>
          </p:nvSpPr>
          <p:spPr>
            <a:xfrm>
              <a:off x="2649069" y="2247616"/>
              <a:ext cx="7537615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1500">
                  <a:ln w="12700">
                    <a:gradFill flip="none" rotWithShape="1">
                      <a:gsLst>
                        <a:gs pos="49000">
                          <a:schemeClr val="tx2"/>
                        </a:gs>
                        <a:gs pos="52000">
                          <a:schemeClr val="tx2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noFill/>
                  <a:latin typeface="MM Headline Pro" panose="02000000000000000000" pitchFamily="2" charset="0"/>
                </a:defRPr>
              </a:lvl1pPr>
            </a:lstStyle>
            <a:p>
              <a:pPr lvl="0"/>
              <a:r>
                <a:rPr lang="de-DE" sz="9600">
                  <a:solidFill>
                    <a:schemeClr val="tx1"/>
                  </a:solidFill>
                </a:rPr>
                <a:t>EXPERIENCE </a:t>
              </a:r>
              <a:r>
                <a:rPr lang="de-DE" sz="9600"/>
                <a:t>	</a:t>
              </a:r>
              <a:endParaRPr lang="en-US" sz="9600"/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57A41D42-53B5-5F7A-7701-523DAF0FC032}"/>
                </a:ext>
              </a:extLst>
            </p:cNvPr>
            <p:cNvSpPr txBox="1"/>
            <p:nvPr userDrawn="1"/>
          </p:nvSpPr>
          <p:spPr>
            <a:xfrm>
              <a:off x="2986196" y="2360917"/>
              <a:ext cx="7029615" cy="132959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tabLst>
                  <a:tab pos="536575" algn="l"/>
                </a:tabLst>
              </a:pPr>
              <a:r>
                <a:rPr lang="de-DE" sz="9600">
                  <a:solidFill>
                    <a:schemeClr val="tx2"/>
                  </a:solidFill>
                  <a:effectLst/>
                  <a:latin typeface="+mj-lt"/>
                  <a:ea typeface="Times New Roman" panose="02020603050405020304" pitchFamily="18" charset="0"/>
                  <a:cs typeface="Aptos" panose="020B0004020202020204" pitchFamily="34" charset="0"/>
                </a:rPr>
                <a:t>EXPERIENCE</a:t>
              </a:r>
              <a:r>
                <a:rPr lang="de-DE" sz="8000">
                  <a:solidFill>
                    <a:schemeClr val="tx2"/>
                  </a:solidFill>
                  <a:effectLst/>
                  <a:latin typeface="+mj-lt"/>
                  <a:ea typeface="Times New Roman" panose="02020603050405020304" pitchFamily="18" charset="0"/>
                  <a:cs typeface="Aptos" panose="020B0004020202020204" pitchFamily="34" charset="0"/>
                </a:rPr>
                <a:t> 	</a:t>
              </a:r>
              <a:endParaRPr lang="en-US" sz="6600">
                <a:solidFill>
                  <a:schemeClr val="tx2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4802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perience electronics #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0925870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Bildplatzhalter 13">
            <a:extLst>
              <a:ext uri="{FF2B5EF4-FFF2-40B4-BE49-F238E27FC236}">
                <a16:creationId xmlns:a16="http://schemas.microsoft.com/office/drawing/2014/main" id="{28952861-5B5E-29CC-CE9C-534F5117DB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808" t="39504" r="29808" b="37778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605CAF5E-552D-7FA5-7DB3-37B6BD003519}"/>
              </a:ext>
            </a:extLst>
          </p:cNvPr>
          <p:cNvSpPr txBox="1"/>
          <p:nvPr userDrawn="1"/>
        </p:nvSpPr>
        <p:spPr>
          <a:xfrm>
            <a:off x="3767124" y="3690512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8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M Headline Pro"/>
                <a:ea typeface="Times New Roman" panose="02020603050405020304" pitchFamily="18" charset="0"/>
                <a:cs typeface="Aptos" panose="020B0004020202020204" pitchFamily="34" charset="0"/>
              </a:rPr>
              <a:t>ELECTRONICS</a:t>
            </a:r>
            <a:endParaRPr lang="en-US" sz="4000">
              <a:latin typeface="Noto Sans" panose="020B0502040504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3C1DAE2B-ACF5-F84A-3246-6615A93994C8}"/>
              </a:ext>
            </a:extLst>
          </p:cNvPr>
          <p:cNvGrpSpPr/>
          <p:nvPr userDrawn="1"/>
        </p:nvGrpSpPr>
        <p:grpSpPr>
          <a:xfrm>
            <a:off x="2469828" y="2247616"/>
            <a:ext cx="7653356" cy="1682961"/>
            <a:chOff x="2533328" y="2247616"/>
            <a:chExt cx="7653356" cy="1682961"/>
          </a:xfrm>
        </p:grpSpPr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B1154E4E-C50B-41CD-46C5-D9CB1CB2A950}"/>
                </a:ext>
              </a:extLst>
            </p:cNvPr>
            <p:cNvSpPr txBox="1"/>
            <p:nvPr userDrawn="1"/>
          </p:nvSpPr>
          <p:spPr>
            <a:xfrm>
              <a:off x="2533328" y="2360917"/>
              <a:ext cx="7537615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1500">
                  <a:ln w="12700">
                    <a:gradFill flip="none" rotWithShape="1">
                      <a:gsLst>
                        <a:gs pos="49000">
                          <a:schemeClr val="tx2"/>
                        </a:gs>
                        <a:gs pos="52000">
                          <a:schemeClr val="tx2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noFill/>
                  <a:latin typeface="MM Headline Pro" panose="02000000000000000000" pitchFamily="2" charset="0"/>
                </a:defRPr>
              </a:lvl1pPr>
            </a:lstStyle>
            <a:p>
              <a:pPr lvl="0"/>
              <a:r>
                <a:rPr lang="de-DE" sz="9600">
                  <a:solidFill>
                    <a:schemeClr val="tx1"/>
                  </a:solidFill>
                </a:rPr>
                <a:t>EXPERIENCE </a:t>
              </a:r>
              <a:r>
                <a:rPr lang="de-DE" sz="9600"/>
                <a:t>	</a:t>
              </a:r>
              <a:endParaRPr lang="en-US" sz="9600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839ED2D9-BB68-F453-EC77-67C5163671EB}"/>
                </a:ext>
              </a:extLst>
            </p:cNvPr>
            <p:cNvSpPr txBox="1"/>
            <p:nvPr userDrawn="1"/>
          </p:nvSpPr>
          <p:spPr>
            <a:xfrm>
              <a:off x="2649069" y="2247616"/>
              <a:ext cx="7537615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1500">
                  <a:ln w="12700">
                    <a:gradFill flip="none" rotWithShape="1">
                      <a:gsLst>
                        <a:gs pos="49000">
                          <a:schemeClr val="tx2"/>
                        </a:gs>
                        <a:gs pos="52000">
                          <a:schemeClr val="tx2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noFill/>
                  <a:latin typeface="MM Headline Pro" panose="02000000000000000000" pitchFamily="2" charset="0"/>
                </a:defRPr>
              </a:lvl1pPr>
            </a:lstStyle>
            <a:p>
              <a:pPr lvl="0"/>
              <a:r>
                <a:rPr lang="de-DE" sz="9600">
                  <a:solidFill>
                    <a:schemeClr val="tx1"/>
                  </a:solidFill>
                </a:rPr>
                <a:t>EXPERIENCE </a:t>
              </a:r>
              <a:r>
                <a:rPr lang="de-DE" sz="9600"/>
                <a:t>	</a:t>
              </a:r>
              <a:endParaRPr lang="en-US" sz="9600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7AFF29B5-6BA1-1465-76FF-FA9B998CA2F5}"/>
                </a:ext>
              </a:extLst>
            </p:cNvPr>
            <p:cNvSpPr txBox="1"/>
            <p:nvPr userDrawn="1"/>
          </p:nvSpPr>
          <p:spPr>
            <a:xfrm>
              <a:off x="2986196" y="2360917"/>
              <a:ext cx="7029615" cy="132959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tabLst>
                  <a:tab pos="536575" algn="l"/>
                </a:tabLst>
              </a:pPr>
              <a:r>
                <a:rPr lang="de-DE" sz="9600">
                  <a:solidFill>
                    <a:schemeClr val="bg1"/>
                  </a:solidFill>
                  <a:effectLst/>
                  <a:latin typeface="+mj-lt"/>
                  <a:ea typeface="Times New Roman" panose="02020603050405020304" pitchFamily="18" charset="0"/>
                  <a:cs typeface="Aptos" panose="020B0004020202020204" pitchFamily="34" charset="0"/>
                </a:rPr>
                <a:t>EXPERIENCE</a:t>
              </a:r>
              <a:r>
                <a:rPr lang="de-DE" sz="8000">
                  <a:solidFill>
                    <a:schemeClr val="bg1"/>
                  </a:solidFill>
                  <a:effectLst/>
                  <a:latin typeface="+mj-lt"/>
                  <a:ea typeface="Times New Roman" panose="02020603050405020304" pitchFamily="18" charset="0"/>
                  <a:cs typeface="Aptos" panose="020B0004020202020204" pitchFamily="34" charset="0"/>
                </a:rPr>
                <a:t> 	</a:t>
              </a:r>
              <a:endParaRPr lang="en-US" sz="6600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37008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perience electronics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9412365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Bildplatzhalter 13">
            <a:extLst>
              <a:ext uri="{FF2B5EF4-FFF2-40B4-BE49-F238E27FC236}">
                <a16:creationId xmlns:a16="http://schemas.microsoft.com/office/drawing/2014/main" id="{29E08E57-654F-8014-EB45-DF00520140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808" t="39504" r="29808" b="37778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CABAD92-C37A-561A-A444-1FE0C69790AC}"/>
              </a:ext>
            </a:extLst>
          </p:cNvPr>
          <p:cNvGrpSpPr/>
          <p:nvPr userDrawn="1"/>
        </p:nvGrpSpPr>
        <p:grpSpPr>
          <a:xfrm>
            <a:off x="2469828" y="2247616"/>
            <a:ext cx="7653356" cy="1682961"/>
            <a:chOff x="2533328" y="2247616"/>
            <a:chExt cx="7653356" cy="1682961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9A38772-0609-7402-7E73-474CB79A250E}"/>
                </a:ext>
              </a:extLst>
            </p:cNvPr>
            <p:cNvSpPr txBox="1"/>
            <p:nvPr userDrawn="1"/>
          </p:nvSpPr>
          <p:spPr>
            <a:xfrm>
              <a:off x="2533328" y="2360917"/>
              <a:ext cx="7537615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1500">
                  <a:ln w="12700">
                    <a:gradFill flip="none" rotWithShape="1">
                      <a:gsLst>
                        <a:gs pos="49000">
                          <a:schemeClr val="tx2"/>
                        </a:gs>
                        <a:gs pos="52000">
                          <a:schemeClr val="tx2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noFill/>
                  <a:latin typeface="MM Headline Pro" panose="02000000000000000000" pitchFamily="2" charset="0"/>
                </a:defRPr>
              </a:lvl1pPr>
            </a:lstStyle>
            <a:p>
              <a:pPr lvl="0"/>
              <a:r>
                <a:rPr lang="de-DE" sz="9600">
                  <a:ln w="12700">
                    <a:gradFill flip="none" rotWithShape="1">
                      <a:gsLst>
                        <a:gs pos="49000">
                          <a:schemeClr val="bg2"/>
                        </a:gs>
                        <a:gs pos="52000">
                          <a:schemeClr val="tx1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solidFill>
                    <a:schemeClr val="bg1"/>
                  </a:solidFill>
                </a:rPr>
                <a:t>EXPERIENCE 	</a:t>
              </a:r>
              <a:endParaRPr lang="en-US" sz="9600">
                <a:ln w="12700">
                  <a:gradFill flip="none" rotWithShape="1">
                    <a:gsLst>
                      <a:gs pos="49000">
                        <a:schemeClr val="bg2"/>
                      </a:gs>
                      <a:gs pos="52000">
                        <a:schemeClr val="tx1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C75B11BC-06DD-6C34-DF18-FC24F97B3C29}"/>
                </a:ext>
              </a:extLst>
            </p:cNvPr>
            <p:cNvSpPr txBox="1"/>
            <p:nvPr userDrawn="1"/>
          </p:nvSpPr>
          <p:spPr>
            <a:xfrm>
              <a:off x="2649069" y="2247616"/>
              <a:ext cx="7537615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1500">
                  <a:ln w="12700">
                    <a:gradFill flip="none" rotWithShape="1">
                      <a:gsLst>
                        <a:gs pos="49000">
                          <a:schemeClr val="tx2"/>
                        </a:gs>
                        <a:gs pos="52000">
                          <a:schemeClr val="tx2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noFill/>
                  <a:latin typeface="MM Headline Pro" panose="02000000000000000000" pitchFamily="2" charset="0"/>
                </a:defRPr>
              </a:lvl1pPr>
            </a:lstStyle>
            <a:p>
              <a:pPr lvl="0"/>
              <a:r>
                <a:rPr lang="de-DE" sz="9600">
                  <a:ln w="12700">
                    <a:gradFill flip="none" rotWithShape="1">
                      <a:gsLst>
                        <a:gs pos="49000">
                          <a:schemeClr val="bg2"/>
                        </a:gs>
                        <a:gs pos="52000">
                          <a:schemeClr val="tx1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solidFill>
                    <a:schemeClr val="bg1"/>
                  </a:solidFill>
                </a:rPr>
                <a:t>EXPERIENCE 	</a:t>
              </a:r>
              <a:endParaRPr lang="en-US" sz="9600">
                <a:ln w="12700">
                  <a:gradFill flip="none" rotWithShape="1">
                    <a:gsLst>
                      <a:gs pos="49000">
                        <a:schemeClr val="bg2"/>
                      </a:gs>
                      <a:gs pos="52000">
                        <a:schemeClr val="tx1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3C9ECDC4-929D-E0BD-FD90-27AE2964FEC6}"/>
                </a:ext>
              </a:extLst>
            </p:cNvPr>
            <p:cNvSpPr txBox="1"/>
            <p:nvPr userDrawn="1"/>
          </p:nvSpPr>
          <p:spPr>
            <a:xfrm>
              <a:off x="2986196" y="2360917"/>
              <a:ext cx="7029615" cy="132959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tabLst>
                  <a:tab pos="536575" algn="l"/>
                </a:tabLst>
              </a:pPr>
              <a:r>
                <a:rPr lang="de-DE" sz="9600">
                  <a:solidFill>
                    <a:schemeClr val="tx1"/>
                  </a:solidFill>
                  <a:effectLst/>
                  <a:latin typeface="+mj-lt"/>
                  <a:ea typeface="Times New Roman" panose="02020603050405020304" pitchFamily="18" charset="0"/>
                  <a:cs typeface="Aptos" panose="020B0004020202020204" pitchFamily="34" charset="0"/>
                </a:rPr>
                <a:t>EXPERIENCE</a:t>
              </a:r>
              <a:r>
                <a:rPr lang="de-DE" sz="8000">
                  <a:solidFill>
                    <a:schemeClr val="tx1"/>
                  </a:solidFill>
                  <a:effectLst/>
                  <a:latin typeface="+mj-lt"/>
                  <a:ea typeface="Times New Roman" panose="02020603050405020304" pitchFamily="18" charset="0"/>
                  <a:cs typeface="Aptos" panose="020B0004020202020204" pitchFamily="34" charset="0"/>
                </a:rPr>
                <a:t> 	</a:t>
              </a:r>
              <a:endParaRPr lang="en-US" sz="6600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3F71BBD8-D734-992A-A6DF-98433236DFBC}"/>
              </a:ext>
            </a:extLst>
          </p:cNvPr>
          <p:cNvSpPr txBox="1"/>
          <p:nvPr userDrawn="1"/>
        </p:nvSpPr>
        <p:spPr>
          <a:xfrm>
            <a:off x="3767124" y="3690512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8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M Headline Pro"/>
                <a:ea typeface="Times New Roman" panose="02020603050405020304" pitchFamily="18" charset="0"/>
                <a:cs typeface="Aptos" panose="020B0004020202020204" pitchFamily="34" charset="0"/>
              </a:rPr>
              <a:t>ELECTRONICS</a:t>
            </a:r>
            <a:endParaRPr lang="en-US" sz="4000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2866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perience electronics #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2917957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Bildplatzhalter 13">
            <a:extLst>
              <a:ext uri="{FF2B5EF4-FFF2-40B4-BE49-F238E27FC236}">
                <a16:creationId xmlns:a16="http://schemas.microsoft.com/office/drawing/2014/main" id="{5F0A51B0-68C4-2BC1-9561-31C07557A1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808" t="39504" r="29808" b="37778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A79AAEE-D457-D896-C5A0-AA09C816990A}"/>
              </a:ext>
            </a:extLst>
          </p:cNvPr>
          <p:cNvGrpSpPr/>
          <p:nvPr userDrawn="1"/>
        </p:nvGrpSpPr>
        <p:grpSpPr>
          <a:xfrm>
            <a:off x="2469828" y="2247616"/>
            <a:ext cx="7653356" cy="1682961"/>
            <a:chOff x="2592322" y="2542584"/>
            <a:chExt cx="7653356" cy="1682961"/>
          </a:xfrm>
        </p:grpSpPr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05F5F730-64AE-97CB-7D5A-A22E9B660303}"/>
                </a:ext>
              </a:extLst>
            </p:cNvPr>
            <p:cNvSpPr txBox="1"/>
            <p:nvPr userDrawn="1"/>
          </p:nvSpPr>
          <p:spPr>
            <a:xfrm>
              <a:off x="2592322" y="2655885"/>
              <a:ext cx="7537615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1500">
                  <a:ln w="12700">
                    <a:gradFill flip="none" rotWithShape="1">
                      <a:gsLst>
                        <a:gs pos="49000">
                          <a:schemeClr val="tx2"/>
                        </a:gs>
                        <a:gs pos="52000">
                          <a:schemeClr val="tx2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noFill/>
                  <a:latin typeface="MM Headline Pro" panose="02000000000000000000" pitchFamily="2" charset="0"/>
                </a:defRPr>
              </a:lvl1pPr>
            </a:lstStyle>
            <a:p>
              <a:pPr lvl="0"/>
              <a:r>
                <a:rPr lang="de-DE" sz="9600">
                  <a:solidFill>
                    <a:schemeClr val="tx1"/>
                  </a:solidFill>
                </a:rPr>
                <a:t>EXPERIENCE </a:t>
              </a:r>
              <a:r>
                <a:rPr lang="de-DE" sz="9600"/>
                <a:t>	</a:t>
              </a:r>
              <a:endParaRPr lang="en-US" sz="9600"/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DB8F2E1B-04D1-0794-5714-8E620039135F}"/>
                </a:ext>
              </a:extLst>
            </p:cNvPr>
            <p:cNvSpPr txBox="1"/>
            <p:nvPr userDrawn="1"/>
          </p:nvSpPr>
          <p:spPr>
            <a:xfrm>
              <a:off x="2708063" y="2542584"/>
              <a:ext cx="7537615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1500">
                  <a:ln w="12700">
                    <a:gradFill flip="none" rotWithShape="1">
                      <a:gsLst>
                        <a:gs pos="49000">
                          <a:schemeClr val="tx2"/>
                        </a:gs>
                        <a:gs pos="52000">
                          <a:schemeClr val="tx2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noFill/>
                  <a:latin typeface="MM Headline Pro" panose="02000000000000000000" pitchFamily="2" charset="0"/>
                </a:defRPr>
              </a:lvl1pPr>
            </a:lstStyle>
            <a:p>
              <a:pPr lvl="0"/>
              <a:r>
                <a:rPr lang="de-DE" sz="9600">
                  <a:solidFill>
                    <a:schemeClr val="tx1"/>
                  </a:solidFill>
                </a:rPr>
                <a:t>EXPERIENCE </a:t>
              </a:r>
              <a:r>
                <a:rPr lang="de-DE" sz="9600"/>
                <a:t>	</a:t>
              </a:r>
              <a:endParaRPr lang="en-US" sz="9600"/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57A41D42-53B5-5F7A-7701-523DAF0FC032}"/>
                </a:ext>
              </a:extLst>
            </p:cNvPr>
            <p:cNvSpPr txBox="1"/>
            <p:nvPr userDrawn="1"/>
          </p:nvSpPr>
          <p:spPr>
            <a:xfrm>
              <a:off x="3045190" y="2655885"/>
              <a:ext cx="7029615" cy="132959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tabLst>
                  <a:tab pos="536575" algn="l"/>
                </a:tabLst>
              </a:pPr>
              <a:r>
                <a:rPr lang="de-DE" sz="9600">
                  <a:solidFill>
                    <a:schemeClr val="tx2"/>
                  </a:solidFill>
                  <a:effectLst/>
                  <a:latin typeface="+mj-lt"/>
                  <a:ea typeface="Times New Roman" panose="02020603050405020304" pitchFamily="18" charset="0"/>
                  <a:cs typeface="Aptos" panose="020B0004020202020204" pitchFamily="34" charset="0"/>
                </a:rPr>
                <a:t>EXPERIENCE</a:t>
              </a:r>
              <a:r>
                <a:rPr lang="de-DE" sz="8000">
                  <a:solidFill>
                    <a:schemeClr val="tx2"/>
                  </a:solidFill>
                  <a:effectLst/>
                  <a:latin typeface="+mj-lt"/>
                  <a:ea typeface="Times New Roman" panose="02020603050405020304" pitchFamily="18" charset="0"/>
                  <a:cs typeface="Aptos" panose="020B0004020202020204" pitchFamily="34" charset="0"/>
                </a:rPr>
                <a:t> 	</a:t>
              </a:r>
              <a:endParaRPr lang="en-US" sz="6600">
                <a:solidFill>
                  <a:schemeClr val="tx2"/>
                </a:solidFill>
                <a:latin typeface="+mj-lt"/>
              </a:endParaRPr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081C0837-7A1D-6609-761E-BE27AD47EEE7}"/>
              </a:ext>
            </a:extLst>
          </p:cNvPr>
          <p:cNvSpPr txBox="1"/>
          <p:nvPr userDrawn="1"/>
        </p:nvSpPr>
        <p:spPr>
          <a:xfrm>
            <a:off x="3767124" y="3690512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8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M Headline Pro"/>
                <a:ea typeface="Times New Roman" panose="02020603050405020304" pitchFamily="18" charset="0"/>
                <a:cs typeface="Aptos" panose="020B0004020202020204" pitchFamily="34" charset="0"/>
              </a:rPr>
              <a:t>ELECTRONICS</a:t>
            </a:r>
            <a:endParaRPr lang="en-US" sz="4000">
              <a:solidFill>
                <a:schemeClr val="tx2"/>
              </a:solidFill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8331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4991995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platzhalter 8">
            <a:extLst>
              <a:ext uri="{FF2B5EF4-FFF2-40B4-BE49-F238E27FC236}">
                <a16:creationId xmlns:a16="http://schemas.microsoft.com/office/drawing/2014/main" id="{3B55329E-DFFE-617F-7331-5AD2D8E779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5902036"/>
            <a:ext cx="6372225" cy="587664"/>
          </a:xfrm>
        </p:spPr>
        <p:txBody>
          <a:bodyPr/>
          <a:lstStyle>
            <a:lvl1pPr algn="l">
              <a:spcAft>
                <a:spcPts val="0"/>
              </a:spcAft>
              <a:defRPr sz="1800">
                <a:latin typeface="Noto Sans" panose="020B0502040504020204" pitchFamily="34" charset="0"/>
              </a:defRPr>
            </a:lvl1pPr>
            <a:lvl2pPr algn="r">
              <a:defRPr sz="1600"/>
            </a:lvl2pPr>
            <a:lvl3pPr algn="r">
              <a:defRPr sz="1600"/>
            </a:lvl3pPr>
            <a:lvl4pPr algn="r">
              <a:defRPr sz="1600"/>
            </a:lvl4pPr>
            <a:lvl5pPr algn="r">
              <a:defRPr sz="1600"/>
            </a:lvl5pPr>
          </a:lstStyle>
          <a:p>
            <a:pPr lvl="0"/>
            <a:r>
              <a:rPr lang="de-DE"/>
              <a:t>Position</a:t>
            </a:r>
            <a:br>
              <a:rPr lang="de-DE"/>
            </a:br>
            <a:r>
              <a:rPr lang="de-DE"/>
              <a:t>Department</a:t>
            </a:r>
            <a:endParaRPr lang="en-US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F13F61C5-50C1-DC2D-E47D-F74826CF0A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5424055"/>
            <a:ext cx="6372225" cy="276999"/>
          </a:xfrm>
        </p:spPr>
        <p:txBody>
          <a:bodyPr>
            <a:spAutoFit/>
          </a:bodyPr>
          <a:lstStyle>
            <a:lvl1pPr algn="l">
              <a:defRPr sz="1800" b="1">
                <a:latin typeface="Noto Sans" panose="020B0502040504020204" pitchFamily="34" charset="0"/>
              </a:defRPr>
            </a:lvl1pPr>
            <a:lvl2pPr algn="r">
              <a:defRPr sz="1600"/>
            </a:lvl2pPr>
            <a:lvl3pPr algn="r">
              <a:defRPr sz="1600"/>
            </a:lvl3pPr>
            <a:lvl4pPr algn="r">
              <a:defRPr sz="1600"/>
            </a:lvl4pPr>
            <a:lvl5pPr algn="r">
              <a:defRPr sz="1600"/>
            </a:lvl5pPr>
          </a:lstStyle>
          <a:p>
            <a:pPr lvl="0"/>
            <a:r>
              <a:rPr lang="de-DE"/>
              <a:t>Name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2418541-6451-8291-27BD-7A95E4D2500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0817" y="2687637"/>
            <a:ext cx="5710367" cy="76676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DEE76903-B725-2579-A0DB-C89A46218DDE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8907409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5045334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9">
            <a:extLst>
              <a:ext uri="{FF2B5EF4-FFF2-40B4-BE49-F238E27FC236}">
                <a16:creationId xmlns:a16="http://schemas.microsoft.com/office/drawing/2014/main" id="{842F9864-7199-8903-67EA-89B7ECB49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766" y="6594503"/>
            <a:ext cx="5709707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5" name="Foliennummernplatzhalter 10">
            <a:extLst>
              <a:ext uri="{FF2B5EF4-FFF2-40B4-BE49-F238E27FC236}">
                <a16:creationId xmlns:a16="http://schemas.microsoft.com/office/drawing/2014/main" id="{AEBAFDC2-FB57-6102-0A0B-543EE213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7988" y="6594503"/>
            <a:ext cx="298159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2" name="Datumsplatzhalter 9">
            <a:extLst>
              <a:ext uri="{FF2B5EF4-FFF2-40B4-BE49-F238E27FC236}">
                <a16:creationId xmlns:a16="http://schemas.microsoft.com/office/drawing/2014/main" id="{6D18E5F2-E419-DED0-251B-A64288EEBB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3D1B4AD-CD9C-18AA-0985-FDB81E7C4801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77707647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tter Way #1">
    <p:bg>
      <p:bgPr>
        <a:solidFill>
          <a:srgbClr val="008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6107554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Grafik 5">
            <a:extLst>
              <a:ext uri="{FF2B5EF4-FFF2-40B4-BE49-F238E27FC236}">
                <a16:creationId xmlns:a16="http://schemas.microsoft.com/office/drawing/2014/main" id="{469F0DBD-037E-6BEE-D41D-1D685525323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93200" y="5575300"/>
            <a:ext cx="2695575" cy="5905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1808163"/>
            <a:ext cx="11376026" cy="435768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3pPr>
            <a:lvl4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4pPr>
            <a:lvl5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3" name="Textplatzhalter 18">
            <a:extLst>
              <a:ext uri="{FF2B5EF4-FFF2-40B4-BE49-F238E27FC236}">
                <a16:creationId xmlns:a16="http://schemas.microsoft.com/office/drawing/2014/main" id="{26F6BD0F-CF3A-0878-1159-4E3DB57454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397000"/>
            <a:ext cx="11376026" cy="276999"/>
          </a:xfrm>
        </p:spPr>
        <p:txBody>
          <a:bodyPr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7" name="Datumsplatzhalter 9">
            <a:extLst>
              <a:ext uri="{FF2B5EF4-FFF2-40B4-BE49-F238E27FC236}">
                <a16:creationId xmlns:a16="http://schemas.microsoft.com/office/drawing/2014/main" id="{4A40F6AC-D310-EC5A-CE8D-E9E1F41DE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408812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tter Way #2">
    <p:bg>
      <p:bgPr>
        <a:solidFill>
          <a:srgbClr val="008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146101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21B5655C-8D20-AC30-0EC1-ECAA8920A4A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err="1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766" y="6594503"/>
            <a:ext cx="4922351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CB1FEE6C-4DB5-A5B8-FA92-B0FEC3E78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4312" y="404813"/>
            <a:ext cx="5219701" cy="886397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626D9CEE-ED78-2629-611E-C84EBFC53D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4312" y="1808163"/>
            <a:ext cx="5219701" cy="435768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3pPr>
            <a:lvl4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4pPr>
            <a:lvl5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1" name="Textplatzhalter 18">
            <a:extLst>
              <a:ext uri="{FF2B5EF4-FFF2-40B4-BE49-F238E27FC236}">
                <a16:creationId xmlns:a16="http://schemas.microsoft.com/office/drawing/2014/main" id="{E4B3958B-86C8-2155-7CB8-141511FF85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64312" y="1397000"/>
            <a:ext cx="5219701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2" name="Textplatzhalter 18">
            <a:extLst>
              <a:ext uri="{FF2B5EF4-FFF2-40B4-BE49-F238E27FC236}">
                <a16:creationId xmlns:a16="http://schemas.microsoft.com/office/drawing/2014/main" id="{8D0F740C-A0AD-A0FF-D827-29EE8304F0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8" y="1397000"/>
            <a:ext cx="5219701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 err="1"/>
              <a:t>Diagram</a:t>
            </a:r>
            <a:r>
              <a:rPr lang="de-DE"/>
              <a:t> title</a:t>
            </a:r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D647D67-28BF-433A-8B28-581858115B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988" y="404813"/>
            <a:ext cx="2695575" cy="590550"/>
          </a:xfrm>
          <a:prstGeom prst="rect">
            <a:avLst/>
          </a:prstGeom>
        </p:spPr>
      </p:pic>
      <p:sp>
        <p:nvSpPr>
          <p:cNvPr id="6" name="Datumsplatzhalter 9">
            <a:extLst>
              <a:ext uri="{FF2B5EF4-FFF2-40B4-BE49-F238E27FC236}">
                <a16:creationId xmlns:a16="http://schemas.microsoft.com/office/drawing/2014/main" id="{8AFFFCD5-7AF9-D7B6-3CC8-8717200E6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198026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35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tter Way #3">
    <p:bg>
      <p:bgPr>
        <a:solidFill>
          <a:srgbClr val="008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704648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fik 11">
            <a:extLst>
              <a:ext uri="{FF2B5EF4-FFF2-40B4-BE49-F238E27FC236}">
                <a16:creationId xmlns:a16="http://schemas.microsoft.com/office/drawing/2014/main" id="{56F50C31-005B-CD45-24CE-98F5ACBD421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93201" y="5575300"/>
            <a:ext cx="2695575" cy="590550"/>
          </a:xfrm>
          <a:prstGeom prst="rect">
            <a:avLst/>
          </a:prstGeom>
        </p:spPr>
      </p:pic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DA7496AA-CE12-4DDE-3B74-2DB81FC34E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0"/>
            <a:ext cx="6096000" cy="6858000"/>
          </a:xfrm>
          <a:custGeom>
            <a:avLst/>
            <a:gdLst>
              <a:gd name="connsiteX0" fmla="*/ 2992437 w 6096000"/>
              <a:gd name="connsiteY0" fmla="*/ 5575300 h 6858000"/>
              <a:gd name="connsiteX1" fmla="*/ 2992437 w 6096000"/>
              <a:gd name="connsiteY1" fmla="*/ 6165850 h 6858000"/>
              <a:gd name="connsiteX2" fmla="*/ 5688012 w 6096000"/>
              <a:gd name="connsiteY2" fmla="*/ 6165850 h 6858000"/>
              <a:gd name="connsiteX3" fmla="*/ 5688012 w 6096000"/>
              <a:gd name="connsiteY3" fmla="*/ 5575300 h 6858000"/>
              <a:gd name="connsiteX4" fmla="*/ 0 w 6096000"/>
              <a:gd name="connsiteY4" fmla="*/ 0 h 6858000"/>
              <a:gd name="connsiteX5" fmla="*/ 6096000 w 6096000"/>
              <a:gd name="connsiteY5" fmla="*/ 0 h 6858000"/>
              <a:gd name="connsiteX6" fmla="*/ 6096000 w 6096000"/>
              <a:gd name="connsiteY6" fmla="*/ 6858000 h 6858000"/>
              <a:gd name="connsiteX7" fmla="*/ 0 w 6096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6000" h="6858000">
                <a:moveTo>
                  <a:pt x="2992437" y="5575300"/>
                </a:moveTo>
                <a:lnTo>
                  <a:pt x="2992437" y="6165850"/>
                </a:lnTo>
                <a:lnTo>
                  <a:pt x="5688012" y="6165850"/>
                </a:lnTo>
                <a:lnTo>
                  <a:pt x="5688012" y="5575300"/>
                </a:ln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en-US">
                <a:latin typeface="Noto Sans" panose="020B0502040504020204" pitchFamily="34" charset="0"/>
              </a:rPr>
              <a:t>Picture big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79FDE-6A2D-A459-C130-CCCCD88C2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281612" cy="89768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E93A4F-2633-6A44-9FED-C2D467CC7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1808163"/>
            <a:ext cx="5281612" cy="435768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3pPr>
            <a:lvl4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4pPr>
            <a:lvl5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4E0FF3F-83D9-9985-65FD-4E8D4FF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766" y="6594503"/>
            <a:ext cx="4922351" cy="13849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7E9561B-1E76-8FB7-E312-21B8C677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7988" y="6594503"/>
            <a:ext cx="298159" cy="13849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3" name="Textplatzhalter 18">
            <a:extLst>
              <a:ext uri="{FF2B5EF4-FFF2-40B4-BE49-F238E27FC236}">
                <a16:creationId xmlns:a16="http://schemas.microsoft.com/office/drawing/2014/main" id="{26F6BD0F-CF3A-0878-1159-4E3DB57454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397000"/>
            <a:ext cx="5281612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>
                <a:solidFill>
                  <a:schemeClr val="bg1"/>
                </a:solidFill>
                <a:latin typeface="Noto Sans" panose="020B0502040504020204" pitchFamily="34" charset="0"/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6" name="Datumsplatzhalter 9">
            <a:extLst>
              <a:ext uri="{FF2B5EF4-FFF2-40B4-BE49-F238E27FC236}">
                <a16:creationId xmlns:a16="http://schemas.microsoft.com/office/drawing/2014/main" id="{D06EA280-FE70-DEE3-6353-77A3943B6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7377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9" imgH="350" progId="TCLayout.ActiveDocument.1">
                  <p:embed/>
                </p:oleObj>
              </mc:Choice>
              <mc:Fallback>
                <p:oleObj name="think-cell Folie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0B3485E-F9F0-1C52-8B88-6C5E44D5756B}"/>
              </a:ext>
            </a:extLst>
          </p:cNvPr>
          <p:cNvSpPr txBox="1"/>
          <p:nvPr userDrawn="1"/>
        </p:nvSpPr>
        <p:spPr>
          <a:xfrm>
            <a:off x="7246341" y="0"/>
            <a:ext cx="1388853" cy="307777"/>
          </a:xfrm>
          <a:prstGeom prst="rect">
            <a:avLst/>
          </a:prstGeom>
          <a:solidFill>
            <a:srgbClr val="FFEB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U" sz="2000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63030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9" Type="http://schemas.openxmlformats.org/officeDocument/2006/relationships/slideLayout" Target="../slideLayouts/slideLayout39.xml" /><Relationship Id="rId21" Type="http://schemas.openxmlformats.org/officeDocument/2006/relationships/slideLayout" Target="../slideLayouts/slideLayout21.xml" /><Relationship Id="rId34" Type="http://schemas.openxmlformats.org/officeDocument/2006/relationships/slideLayout" Target="../slideLayouts/slideLayout34.xml" /><Relationship Id="rId42" Type="http://schemas.openxmlformats.org/officeDocument/2006/relationships/slideLayout" Target="../slideLayouts/slideLayout42.xml" /><Relationship Id="rId47" Type="http://schemas.openxmlformats.org/officeDocument/2006/relationships/slideLayout" Target="../slideLayouts/slideLayout47.xml" /><Relationship Id="rId50" Type="http://schemas.openxmlformats.org/officeDocument/2006/relationships/slideLayout" Target="../slideLayouts/slideLayout50.xml" /><Relationship Id="rId55" Type="http://schemas.openxmlformats.org/officeDocument/2006/relationships/oleObject" Target="../embeddings/oleObject1.bin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33" Type="http://schemas.openxmlformats.org/officeDocument/2006/relationships/slideLayout" Target="../slideLayouts/slideLayout33.xml" /><Relationship Id="rId38" Type="http://schemas.openxmlformats.org/officeDocument/2006/relationships/slideLayout" Target="../slideLayouts/slideLayout38.xml" /><Relationship Id="rId46" Type="http://schemas.openxmlformats.org/officeDocument/2006/relationships/slideLayout" Target="../slideLayouts/slideLayout46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41" Type="http://schemas.openxmlformats.org/officeDocument/2006/relationships/slideLayout" Target="../slideLayouts/slideLayout41.xml" /><Relationship Id="rId54" Type="http://schemas.openxmlformats.org/officeDocument/2006/relationships/tags" Target="../tags/tag4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32" Type="http://schemas.openxmlformats.org/officeDocument/2006/relationships/slideLayout" Target="../slideLayouts/slideLayout32.xml" /><Relationship Id="rId37" Type="http://schemas.openxmlformats.org/officeDocument/2006/relationships/slideLayout" Target="../slideLayouts/slideLayout37.xml" /><Relationship Id="rId40" Type="http://schemas.openxmlformats.org/officeDocument/2006/relationships/slideLayout" Target="../slideLayouts/slideLayout40.xml" /><Relationship Id="rId45" Type="http://schemas.openxmlformats.org/officeDocument/2006/relationships/slideLayout" Target="../slideLayouts/slideLayout45.xml" /><Relationship Id="rId53" Type="http://schemas.openxmlformats.org/officeDocument/2006/relationships/tags" Target="../tags/tag3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36" Type="http://schemas.openxmlformats.org/officeDocument/2006/relationships/slideLayout" Target="../slideLayouts/slideLayout36.xml" /><Relationship Id="rId49" Type="http://schemas.openxmlformats.org/officeDocument/2006/relationships/slideLayout" Target="../slideLayouts/slideLayout49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31" Type="http://schemas.openxmlformats.org/officeDocument/2006/relationships/slideLayout" Target="../slideLayouts/slideLayout31.xml" /><Relationship Id="rId44" Type="http://schemas.openxmlformats.org/officeDocument/2006/relationships/slideLayout" Target="../slideLayouts/slideLayout44.xml" /><Relationship Id="rId52" Type="http://schemas.openxmlformats.org/officeDocument/2006/relationships/tags" Target="../tags/tag2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slideLayout" Target="../slideLayouts/slideLayout30.xml" /><Relationship Id="rId35" Type="http://schemas.openxmlformats.org/officeDocument/2006/relationships/slideLayout" Target="../slideLayouts/slideLayout35.xml" /><Relationship Id="rId43" Type="http://schemas.openxmlformats.org/officeDocument/2006/relationships/slideLayout" Target="../slideLayouts/slideLayout43.xml" /><Relationship Id="rId48" Type="http://schemas.openxmlformats.org/officeDocument/2006/relationships/slideLayout" Target="../slideLayouts/slideLayout48.xml" /><Relationship Id="rId56" Type="http://schemas.openxmlformats.org/officeDocument/2006/relationships/image" Target="../media/image1.emf" /><Relationship Id="rId8" Type="http://schemas.openxmlformats.org/officeDocument/2006/relationships/slideLayout" Target="../slideLayouts/slideLayout8.xml" /><Relationship Id="rId51" Type="http://schemas.openxmlformats.org/officeDocument/2006/relationships/theme" Target="../theme/theme1.xml" /><Relationship Id="rId3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52"/>
            </p:custDataLst>
            <p:extLst>
              <p:ext uri="{D42A27DB-BD31-4B8C-83A1-F6EECF244321}">
                <p14:modId xmlns:p14="http://schemas.microsoft.com/office/powerpoint/2010/main" val="1780167035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5" imgW="270" imgH="270" progId="TCLayout.ActiveDocument.1">
                  <p:embed/>
                </p:oleObj>
              </mc:Choice>
              <mc:Fallback>
                <p:oleObj name="think-cell Folie" r:id="rId55" imgW="270" imgH="270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/>
          <p:cNvSpPr/>
          <p:nvPr>
            <p:custDataLst>
              <p:tags r:id="rId53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rtl="0" eaLnBrk="1">
              <a:lnSpc>
                <a:spcPts val="3520"/>
              </a:lnSpc>
              <a:spcBef>
                <a:spcPct val="0"/>
              </a:spcBef>
              <a:spcAft>
                <a:spcPct val="0"/>
              </a:spcAft>
            </a:pPr>
            <a:endParaRPr lang="de-DE" sz="2933" b="1" i="0" baseline="0">
              <a:latin typeface="Noto Sans" panose="020B0502040504020204" pitchFamily="34" charset="0"/>
              <a:ea typeface="+mj-ea"/>
              <a:cs typeface="+mj-cs"/>
              <a:sym typeface="HelveticaNeueLT Pro 55 Roman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07988" y="404813"/>
            <a:ext cx="11376026" cy="89768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DE"/>
              <a:t>Headline</a:t>
            </a:r>
            <a:br>
              <a:rPr lang="de-DE"/>
            </a:br>
            <a:r>
              <a:rPr lang="de-DE"/>
              <a:t>2 </a:t>
            </a:r>
            <a:r>
              <a:rPr lang="de-DE" err="1"/>
              <a:t>lines</a:t>
            </a:r>
            <a:r>
              <a:rPr lang="de-DE"/>
              <a:t> possible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7988" y="1808164"/>
            <a:ext cx="11376026" cy="4339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text master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407988" y="6594503"/>
            <a:ext cx="298159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rtl="0">
              <a:defRPr sz="900" b="1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‹#›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4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786766" y="6594503"/>
            <a:ext cx="5709707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rtl="0">
              <a:defRPr sz="900" b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endParaRPr lang="de-DE">
              <a:latin typeface="Noto Sans" panose="020B0502040504020204" pitchFamily="34" charset="0"/>
            </a:endParaRP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B811A772-B97C-1418-FE81-05AE73E8BD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3583" y="6578098"/>
            <a:ext cx="870431" cy="1384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lang="de-DE" sz="900" b="1" smtClean="0">
                <a:solidFill>
                  <a:schemeClr val="tx1"/>
                </a:solidFill>
                <a:latin typeface="Noto Sans" panose="020B0502040504020204" pitchFamily="34" charset="0"/>
              </a:defRPr>
            </a:lvl1pPr>
          </a:lstStyle>
          <a:p>
            <a:r>
              <a:rPr lang="de-DE">
                <a:latin typeface="Noto Sans" panose="020B0502040504020204" pitchFamily="34" charset="0"/>
              </a:rPr>
              <a:t>CONFIDENTIAL</a:t>
            </a:r>
          </a:p>
        </p:txBody>
      </p:sp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F987D19B-4EE7-1363-809F-DAC987851B67}"/>
              </a:ext>
            </a:extLst>
          </p:cNvPr>
          <p:cNvSpPr/>
          <p:nvPr userDrawn="1">
            <p:custDataLst>
              <p:tags r:id="rId54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rtl="0" eaLnBrk="1">
              <a:lnSpc>
                <a:spcPts val="3520"/>
              </a:lnSpc>
              <a:spcBef>
                <a:spcPct val="0"/>
              </a:spcBef>
              <a:spcAft>
                <a:spcPct val="0"/>
              </a:spcAft>
            </a:pPr>
            <a:endParaRPr lang="de-DE" sz="2933" b="1" i="0" baseline="0">
              <a:latin typeface="Noto Sans" panose="020B0502040504020204" pitchFamily="34" charset="0"/>
              <a:ea typeface="+mj-ea"/>
              <a:cs typeface="+mj-cs"/>
              <a:sym typeface="HelveticaNeueLT Pro 55 Roman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2804B86-91D0-09FF-2DF4-43E3D8DB6EA3}"/>
              </a:ext>
            </a:extLst>
          </p:cNvPr>
          <p:cNvSpPr txBox="1"/>
          <p:nvPr userDrawn="1"/>
        </p:nvSpPr>
        <p:spPr>
          <a:xfrm>
            <a:off x="407988" y="7449720"/>
            <a:ext cx="27940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de-DE" sz="1600" b="0">
                <a:latin typeface="+mj-lt"/>
              </a:rPr>
              <a:t>Additional </a:t>
            </a:r>
            <a:r>
              <a:rPr lang="de-DE" sz="1600" b="0" err="1">
                <a:latin typeface="+mj-lt"/>
              </a:rPr>
              <a:t>diagram</a:t>
            </a:r>
            <a:r>
              <a:rPr lang="de-DE" sz="1600" b="0">
                <a:latin typeface="+mj-lt"/>
              </a:rPr>
              <a:t> </a:t>
            </a:r>
            <a:r>
              <a:rPr lang="de-DE" sz="1600" b="0" err="1">
                <a:latin typeface="+mj-lt"/>
              </a:rPr>
              <a:t>colors</a:t>
            </a:r>
            <a:endParaRPr lang="de-DE" sz="1600" b="0">
              <a:latin typeface="+mj-lt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08DEE23-36CF-661F-B4A5-09F9CA5670F7}"/>
              </a:ext>
            </a:extLst>
          </p:cNvPr>
          <p:cNvSpPr/>
          <p:nvPr userDrawn="1"/>
        </p:nvSpPr>
        <p:spPr>
          <a:xfrm>
            <a:off x="407988" y="6972300"/>
            <a:ext cx="645471" cy="378778"/>
          </a:xfrm>
          <a:prstGeom prst="rect">
            <a:avLst/>
          </a:prstGeom>
          <a:solidFill>
            <a:srgbClr val="B35E49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err="1">
              <a:solidFill>
                <a:schemeClr val="bg1"/>
              </a:solidFill>
              <a:latin typeface="Noto Sans" panose="020B0502040504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A2CF289-3C49-A2D1-178E-64D139D06DB3}"/>
              </a:ext>
            </a:extLst>
          </p:cNvPr>
          <p:cNvSpPr/>
          <p:nvPr userDrawn="1"/>
        </p:nvSpPr>
        <p:spPr>
          <a:xfrm>
            <a:off x="1195521" y="6972300"/>
            <a:ext cx="645471" cy="378778"/>
          </a:xfrm>
          <a:prstGeom prst="rect">
            <a:avLst/>
          </a:prstGeom>
          <a:solidFill>
            <a:srgbClr val="AA934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err="1">
              <a:solidFill>
                <a:schemeClr val="bg1"/>
              </a:solidFill>
              <a:latin typeface="Noto Sans" panose="020B050204050402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C846A2F-0E95-B286-B74B-ECBAA66F39F5}"/>
              </a:ext>
            </a:extLst>
          </p:cNvPr>
          <p:cNvSpPr/>
          <p:nvPr userDrawn="1"/>
        </p:nvSpPr>
        <p:spPr>
          <a:xfrm>
            <a:off x="1983054" y="6972300"/>
            <a:ext cx="645471" cy="378778"/>
          </a:xfrm>
          <a:prstGeom prst="rect">
            <a:avLst/>
          </a:prstGeom>
          <a:solidFill>
            <a:srgbClr val="2C6B6B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err="1">
              <a:solidFill>
                <a:schemeClr val="bg1"/>
              </a:solidFill>
              <a:latin typeface="Noto Sans" panose="020B0502040504020204" pitchFamily="34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7EB1235-0F8A-CFB2-273C-CBE984A7CD26}"/>
              </a:ext>
            </a:extLst>
          </p:cNvPr>
          <p:cNvSpPr/>
          <p:nvPr userDrawn="1"/>
        </p:nvSpPr>
        <p:spPr>
          <a:xfrm>
            <a:off x="2770587" y="6972300"/>
            <a:ext cx="645471" cy="378778"/>
          </a:xfrm>
          <a:prstGeom prst="rect">
            <a:avLst/>
          </a:prstGeom>
          <a:solidFill>
            <a:srgbClr val="327C99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err="1">
              <a:solidFill>
                <a:schemeClr val="bg1"/>
              </a:solidFill>
              <a:latin typeface="Noto Sans" panose="020B0502040504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43B6D7A-3325-CA02-1249-DB077242ADAF}"/>
              </a:ext>
            </a:extLst>
          </p:cNvPr>
          <p:cNvSpPr/>
          <p:nvPr userDrawn="1"/>
        </p:nvSpPr>
        <p:spPr>
          <a:xfrm>
            <a:off x="3558120" y="6972300"/>
            <a:ext cx="645471" cy="378778"/>
          </a:xfrm>
          <a:prstGeom prst="rect">
            <a:avLst/>
          </a:prstGeom>
          <a:solidFill>
            <a:srgbClr val="284D7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err="1">
              <a:solidFill>
                <a:schemeClr val="bg1"/>
              </a:solidFill>
              <a:latin typeface="Noto Sans" panose="020B0502040504020204" pitchFamily="34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D01EDD9-A683-082B-ED90-C7F18308ED78}"/>
              </a:ext>
            </a:extLst>
          </p:cNvPr>
          <p:cNvSpPr/>
          <p:nvPr userDrawn="1"/>
        </p:nvSpPr>
        <p:spPr>
          <a:xfrm>
            <a:off x="4345655" y="6972300"/>
            <a:ext cx="645471" cy="378778"/>
          </a:xfrm>
          <a:prstGeom prst="rect">
            <a:avLst/>
          </a:prstGeom>
          <a:solidFill>
            <a:srgbClr val="A63A5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err="1">
              <a:solidFill>
                <a:schemeClr val="bg1"/>
              </a:solidFill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29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92" r:id="rId11"/>
    <p:sldLayoutId id="2147483760" r:id="rId12"/>
    <p:sldLayoutId id="2147483761" r:id="rId13"/>
    <p:sldLayoutId id="2147483762" r:id="rId14"/>
    <p:sldLayoutId id="2147483763" r:id="rId15"/>
    <p:sldLayoutId id="2147483787" r:id="rId16"/>
    <p:sldLayoutId id="2147483764" r:id="rId17"/>
    <p:sldLayoutId id="2147483765" r:id="rId18"/>
    <p:sldLayoutId id="2147483766" r:id="rId19"/>
    <p:sldLayoutId id="2147483769" r:id="rId20"/>
    <p:sldLayoutId id="2147483770" r:id="rId21"/>
    <p:sldLayoutId id="2147483788" r:id="rId22"/>
    <p:sldLayoutId id="2147483767" r:id="rId23"/>
    <p:sldLayoutId id="2147483768" r:id="rId24"/>
    <p:sldLayoutId id="2147483782" r:id="rId25"/>
    <p:sldLayoutId id="2147483783" r:id="rId26"/>
    <p:sldLayoutId id="2147483771" r:id="rId27"/>
    <p:sldLayoutId id="2147483773" r:id="rId28"/>
    <p:sldLayoutId id="2147483772" r:id="rId29"/>
    <p:sldLayoutId id="2147483774" r:id="rId30"/>
    <p:sldLayoutId id="2147483775" r:id="rId31"/>
    <p:sldLayoutId id="2147483776" r:id="rId32"/>
    <p:sldLayoutId id="2147483789" r:id="rId33"/>
    <p:sldLayoutId id="2147483791" r:id="rId34"/>
    <p:sldLayoutId id="2147483790" r:id="rId35"/>
    <p:sldLayoutId id="2147483777" r:id="rId36"/>
    <p:sldLayoutId id="2147483779" r:id="rId37"/>
    <p:sldLayoutId id="2147483778" r:id="rId38"/>
    <p:sldLayoutId id="2147483784" r:id="rId39"/>
    <p:sldLayoutId id="2147483785" r:id="rId40"/>
    <p:sldLayoutId id="2147483786" r:id="rId41"/>
    <p:sldLayoutId id="2147483798" r:id="rId42"/>
    <p:sldLayoutId id="2147483799" r:id="rId43"/>
    <p:sldLayoutId id="2147483800" r:id="rId44"/>
    <p:sldLayoutId id="2147483780" r:id="rId45"/>
    <p:sldLayoutId id="2147483781" r:id="rId46"/>
    <p:sldLayoutId id="2147483794" r:id="rId47"/>
    <p:sldLayoutId id="2147483793" r:id="rId48"/>
    <p:sldLayoutId id="2147483795" r:id="rId49"/>
    <p:sldLayoutId id="2147483801" r:id="rId50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spcBef>
          <a:spcPts val="0"/>
        </a:spcBef>
        <a:spcAft>
          <a:spcPts val="600"/>
        </a:spcAft>
        <a:buClr>
          <a:schemeClr val="bg2"/>
        </a:buClr>
        <a:buFont typeface="Arial" panose="020B0604020202020204" pitchFamily="34" charset="0"/>
        <a:buNone/>
        <a:defRPr sz="1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180000" indent="-180000" algn="l" defTabSz="1219170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360000" indent="-180000" algn="l" defTabSz="1219170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540000" indent="-180000" algn="l" defTabSz="1219170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720000" indent="-180000" algn="l" defTabSz="1219170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pos="257" userDrawn="1">
          <p15:clr>
            <a:srgbClr val="F26B43"/>
          </p15:clr>
        </p15:guide>
        <p15:guide id="10" pos="7423" userDrawn="1">
          <p15:clr>
            <a:srgbClr val="F26B43"/>
          </p15:clr>
        </p15:guide>
        <p15:guide id="11" orient="horz" pos="255" userDrawn="1">
          <p15:clr>
            <a:srgbClr val="F26B43"/>
          </p15:clr>
        </p15:guide>
        <p15:guide id="12" orient="horz" pos="4088" userDrawn="1">
          <p15:clr>
            <a:srgbClr val="F26B43"/>
          </p15:clr>
        </p15:guide>
        <p15:guide id="13" orient="horz" pos="1139" userDrawn="1">
          <p15:clr>
            <a:srgbClr val="F26B43"/>
          </p15:clr>
        </p15:guide>
        <p15:guide id="14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69.xml" /><Relationship Id="rId5" Type="http://schemas.openxmlformats.org/officeDocument/2006/relationships/image" Target="../media/image23.png" /><Relationship Id="rId4" Type="http://schemas.openxmlformats.org/officeDocument/2006/relationships/image" Target="../media/image14.emf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 /><Relationship Id="rId2" Type="http://schemas.openxmlformats.org/officeDocument/2006/relationships/slideLayout" Target="../slideLayouts/slideLayout5.xml" /><Relationship Id="rId1" Type="http://schemas.openxmlformats.org/officeDocument/2006/relationships/tags" Target="../tags/tag70.xml" /><Relationship Id="rId5" Type="http://schemas.openxmlformats.org/officeDocument/2006/relationships/image" Target="../media/image23.png" /><Relationship Id="rId4" Type="http://schemas.openxmlformats.org/officeDocument/2006/relationships/image" Target="../media/image14.emf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71.xml" /><Relationship Id="rId5" Type="http://schemas.openxmlformats.org/officeDocument/2006/relationships/image" Target="../media/image23.png" /><Relationship Id="rId4" Type="http://schemas.openxmlformats.org/officeDocument/2006/relationships/image" Target="../media/image14.emf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 /><Relationship Id="rId2" Type="http://schemas.openxmlformats.org/officeDocument/2006/relationships/slideLayout" Target="../slideLayouts/slideLayout10.xml" /><Relationship Id="rId1" Type="http://schemas.openxmlformats.org/officeDocument/2006/relationships/tags" Target="../tags/tag72.xml" /><Relationship Id="rId6" Type="http://schemas.openxmlformats.org/officeDocument/2006/relationships/image" Target="../media/image23.png" /><Relationship Id="rId5" Type="http://schemas.openxmlformats.org/officeDocument/2006/relationships/image" Target="../media/image17.emf" /><Relationship Id="rId4" Type="http://schemas.openxmlformats.org/officeDocument/2006/relationships/oleObject" Target="../embeddings/oleObject22.bin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 /><Relationship Id="rId2" Type="http://schemas.openxmlformats.org/officeDocument/2006/relationships/slideLayout" Target="../slideLayouts/slideLayout10.xml" /><Relationship Id="rId1" Type="http://schemas.openxmlformats.org/officeDocument/2006/relationships/tags" Target="../tags/tag73.xml" /><Relationship Id="rId6" Type="http://schemas.openxmlformats.org/officeDocument/2006/relationships/image" Target="../media/image23.png" /><Relationship Id="rId5" Type="http://schemas.openxmlformats.org/officeDocument/2006/relationships/image" Target="../media/image17.emf" /><Relationship Id="rId4" Type="http://schemas.openxmlformats.org/officeDocument/2006/relationships/oleObject" Target="../embeddings/oleObject22.bin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74.xml" /><Relationship Id="rId5" Type="http://schemas.openxmlformats.org/officeDocument/2006/relationships/image" Target="../media/image23.png" /><Relationship Id="rId4" Type="http://schemas.openxmlformats.org/officeDocument/2006/relationships/image" Target="../media/image14.emf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 /><Relationship Id="rId2" Type="http://schemas.openxmlformats.org/officeDocument/2006/relationships/slideLayout" Target="../slideLayouts/slideLayout50.xml" /><Relationship Id="rId1" Type="http://schemas.openxmlformats.org/officeDocument/2006/relationships/tags" Target="../tags/tag75.xml" /><Relationship Id="rId6" Type="http://schemas.openxmlformats.org/officeDocument/2006/relationships/image" Target="../media/image23.png" /><Relationship Id="rId5" Type="http://schemas.openxmlformats.org/officeDocument/2006/relationships/image" Target="../media/image22.emf" /><Relationship Id="rId4" Type="http://schemas.openxmlformats.org/officeDocument/2006/relationships/oleObject" Target="../embeddings/oleObject23.bin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 /><Relationship Id="rId3" Type="http://schemas.openxmlformats.org/officeDocument/2006/relationships/notesSlide" Target="../notesSlides/notesSlide4.xml" /><Relationship Id="rId7" Type="http://schemas.openxmlformats.org/officeDocument/2006/relationships/image" Target="../media/image25.svg" /><Relationship Id="rId2" Type="http://schemas.openxmlformats.org/officeDocument/2006/relationships/slideLayout" Target="../slideLayouts/slideLayout50.xml" /><Relationship Id="rId1" Type="http://schemas.openxmlformats.org/officeDocument/2006/relationships/tags" Target="../tags/tag76.xml" /><Relationship Id="rId6" Type="http://schemas.openxmlformats.org/officeDocument/2006/relationships/image" Target="../media/image24.png" /><Relationship Id="rId5" Type="http://schemas.openxmlformats.org/officeDocument/2006/relationships/image" Target="../media/image22.emf" /><Relationship Id="rId10" Type="http://schemas.openxmlformats.org/officeDocument/2006/relationships/image" Target="../media/image23.png" /><Relationship Id="rId4" Type="http://schemas.openxmlformats.org/officeDocument/2006/relationships/oleObject" Target="../embeddings/oleObject23.bin" /><Relationship Id="rId9" Type="http://schemas.openxmlformats.org/officeDocument/2006/relationships/image" Target="../media/image27.sv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77.xml" /><Relationship Id="rId5" Type="http://schemas.openxmlformats.org/officeDocument/2006/relationships/image" Target="../media/image23.png" /><Relationship Id="rId4" Type="http://schemas.openxmlformats.org/officeDocument/2006/relationships/image" Target="../media/image14.emf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 /><Relationship Id="rId13" Type="http://schemas.openxmlformats.org/officeDocument/2006/relationships/image" Target="../media/image30.png" /><Relationship Id="rId3" Type="http://schemas.openxmlformats.org/officeDocument/2006/relationships/notesSlide" Target="../notesSlides/notesSlide5.xml" /><Relationship Id="rId7" Type="http://schemas.openxmlformats.org/officeDocument/2006/relationships/image" Target="../media/image24.png" /><Relationship Id="rId12" Type="http://schemas.openxmlformats.org/officeDocument/2006/relationships/image" Target="../media/image29.svg" /><Relationship Id="rId2" Type="http://schemas.openxmlformats.org/officeDocument/2006/relationships/slideLayout" Target="../slideLayouts/slideLayout50.xml" /><Relationship Id="rId1" Type="http://schemas.openxmlformats.org/officeDocument/2006/relationships/tags" Target="../tags/tag78.xml" /><Relationship Id="rId6" Type="http://schemas.openxmlformats.org/officeDocument/2006/relationships/image" Target="../media/image22.emf" /><Relationship Id="rId11" Type="http://schemas.openxmlformats.org/officeDocument/2006/relationships/image" Target="../media/image28.png" /><Relationship Id="rId5" Type="http://schemas.openxmlformats.org/officeDocument/2006/relationships/oleObject" Target="../embeddings/oleObject25.bin" /><Relationship Id="rId10" Type="http://schemas.openxmlformats.org/officeDocument/2006/relationships/image" Target="../media/image27.svg" /><Relationship Id="rId4" Type="http://schemas.microsoft.com/office/2018/10/relationships/comments" Target="../comments/modernComment_18F_E4F35A3F.xml" /><Relationship Id="rId9" Type="http://schemas.openxmlformats.org/officeDocument/2006/relationships/image" Target="../media/image26.png" /><Relationship Id="rId14" Type="http://schemas.openxmlformats.org/officeDocument/2006/relationships/image" Target="../media/image31.sv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79.xml" /><Relationship Id="rId5" Type="http://schemas.openxmlformats.org/officeDocument/2006/relationships/image" Target="../media/image23.png" /><Relationship Id="rId4" Type="http://schemas.openxmlformats.org/officeDocument/2006/relationships/image" Target="../media/image14.emf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80.xml" /><Relationship Id="rId4" Type="http://schemas.openxmlformats.org/officeDocument/2006/relationships/image" Target="../media/image14.emf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81.xml" /><Relationship Id="rId5" Type="http://schemas.openxmlformats.org/officeDocument/2006/relationships/image" Target="../media/image23.png" /><Relationship Id="rId4" Type="http://schemas.openxmlformats.org/officeDocument/2006/relationships/image" Target="../media/image14.emf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82.xml" /><Relationship Id="rId4" Type="http://schemas.openxmlformats.org/officeDocument/2006/relationships/image" Target="../media/image14.emf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app/lucidchart/db922817-766e-483b-baef-ee3bb305d00e/edit?invitationId=inv_a0a9a60c-cec7-4b00-9a82-1975341eaab7&amp;page=0_0" TargetMode="External" /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34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hyperlink" Target="https://lucid.app/lucidchart/db922817-766e-483b-baef-ee3bb305d00e/edit?invitationId=inv_a0a9a60c-cec7-4b00-9a82-1975341eaab7&amp;page=0_0" TargetMode="External" /><Relationship Id="rId1" Type="http://schemas.openxmlformats.org/officeDocument/2006/relationships/slideLayout" Target="../slideLayouts/slideLayout34.xml" /><Relationship Id="rId4" Type="http://schemas.openxmlformats.org/officeDocument/2006/relationships/hyperlink" Target="https://mediasaturn-my.sharepoint.com/:p:/r/personal/hettl_media-saturn_com/Documents/3%20-%20QA%20and%20QE%202.0/Leverage%20AI%20and%20Data%20for%20QA%20%26%20Engineering.pptx?d=w533c437729b54988a162795001380865&amp;csf=1&amp;web=1&amp;e=it5DWP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79951F9-FAE5-ADF1-00A2-D9CF76131A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2732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7" imgH="348" progId="TCLayout.ActiveDocument.1">
                  <p:embed/>
                </p:oleObj>
              </mc:Choice>
              <mc:Fallback>
                <p:oleObj name="think-cell Folie" r:id="rId3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9951F9-FAE5-ADF1-00A2-D9CF76131A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233C5D3-B9C7-F026-4F78-85620139B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65654" y="6444640"/>
            <a:ext cx="7046911" cy="215444"/>
          </a:xfrm>
        </p:spPr>
        <p:txBody>
          <a:bodyPr/>
          <a:lstStyle/>
          <a:p>
            <a:r>
              <a:rPr lang="de-DE"/>
              <a:t>Andreas Lang, September 2025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DCD014-F7C4-E9C3-3967-FCADE0CA6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5336" y="356616"/>
            <a:ext cx="5212080" cy="521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64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81EE9F9A-EC72-D5FB-9783-3CC26597FE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75157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7" imgH="348" progId="TCLayout.ActiveDocument.1">
                  <p:embed/>
                </p:oleObj>
              </mc:Choice>
              <mc:Fallback>
                <p:oleObj name="think-cell Folie" r:id="rId3" imgW="347" imgH="34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EE9F9A-EC72-D5FB-9783-3CC26597FE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4B60382-0260-3BEA-961E-4EEF0457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80" y="94977"/>
            <a:ext cx="11376026" cy="997196"/>
          </a:xfrm>
        </p:spPr>
        <p:txBody>
          <a:bodyPr vert="horz"/>
          <a:lstStyle/>
          <a:p>
            <a:r>
              <a:rPr lang="de-DE" dirty="0"/>
              <a:t>Agenda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EDE953-18C8-3F6E-C97D-AA3CE455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2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2A5728A-2F5D-3BAF-96F2-82469B2275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1368" y="1581738"/>
            <a:ext cx="7342641" cy="369332"/>
          </a:xfrm>
        </p:spPr>
        <p:txBody>
          <a:bodyPr/>
          <a:lstStyle/>
          <a:p>
            <a:r>
              <a:rPr lang="de-DE" dirty="0"/>
              <a:t>Intro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4DDE394-CE27-31DC-64D2-AE1A326F6C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41368" y="2579605"/>
            <a:ext cx="7342641" cy="369332"/>
          </a:xfrm>
        </p:spPr>
        <p:txBody>
          <a:bodyPr/>
          <a:lstStyle/>
          <a:p>
            <a:r>
              <a:rPr lang="de-DE" dirty="0"/>
              <a:t>Outcome </a:t>
            </a:r>
            <a:r>
              <a:rPr lang="de-DE" dirty="0" err="1"/>
              <a:t>needed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263D561-381B-5193-27C2-E98B3F0664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1366" y="3636610"/>
            <a:ext cx="7342641" cy="369332"/>
          </a:xfrm>
        </p:spPr>
        <p:txBody>
          <a:bodyPr/>
          <a:lstStyle/>
          <a:p>
            <a:r>
              <a:rPr lang="de-DE" dirty="0"/>
              <a:t>Orga / </a:t>
            </a:r>
            <a:r>
              <a:rPr lang="de-DE" dirty="0" err="1"/>
              <a:t>Draft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5A050E7-64EF-B8AB-4EB4-2E2EDC7E7D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1366" y="4721334"/>
            <a:ext cx="7342641" cy="369332"/>
          </a:xfrm>
        </p:spPr>
        <p:txBody>
          <a:bodyPr/>
          <a:lstStyle/>
          <a:p>
            <a:r>
              <a:rPr lang="de-DE" dirty="0"/>
              <a:t>Plan 4 Plan / </a:t>
            </a:r>
            <a:r>
              <a:rPr lang="de-DE" dirty="0" err="1"/>
              <a:t>Draft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624B2FF-58E9-0C6A-E9DC-D7F456A3DD9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14336" y="1251023"/>
            <a:ext cx="1460500" cy="830720"/>
          </a:xfrm>
        </p:spPr>
        <p:txBody>
          <a:bodyPr/>
          <a:lstStyle/>
          <a:p>
            <a:r>
              <a:rPr lang="de-DE" sz="8000"/>
              <a:t>01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E4B9E6C-20FF-A55A-57A8-04B2EFF75C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214336" y="2240593"/>
            <a:ext cx="1460500" cy="997196"/>
          </a:xfrm>
        </p:spPr>
        <p:txBody>
          <a:bodyPr/>
          <a:lstStyle/>
          <a:p>
            <a:r>
              <a:rPr lang="de-DE" sz="8000"/>
              <a:t>02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8DB54E8-8B52-4B4E-9125-B13A00B10B9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214336" y="3308447"/>
            <a:ext cx="1460500" cy="997196"/>
          </a:xfrm>
        </p:spPr>
        <p:txBody>
          <a:bodyPr/>
          <a:lstStyle/>
          <a:p>
            <a:r>
              <a:rPr lang="de-DE" sz="8000"/>
              <a:t>03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F82AB8C-C4B0-65B2-24DF-B6922845B5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14336" y="4413517"/>
            <a:ext cx="1460500" cy="997196"/>
          </a:xfrm>
        </p:spPr>
        <p:txBody>
          <a:bodyPr/>
          <a:lstStyle/>
          <a:p>
            <a:r>
              <a:rPr lang="de-DE" sz="8000"/>
              <a:t>04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1487721F-3769-CF71-1F9D-918EA93537D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3" name="Textplatzhalter 11">
            <a:extLst>
              <a:ext uri="{FF2B5EF4-FFF2-40B4-BE49-F238E27FC236}">
                <a16:creationId xmlns:a16="http://schemas.microsoft.com/office/drawing/2014/main" id="{7978FC62-FCC9-8C1E-D72A-5FB893D9F499}"/>
              </a:ext>
            </a:extLst>
          </p:cNvPr>
          <p:cNvSpPr txBox="1">
            <a:spLocks/>
          </p:cNvSpPr>
          <p:nvPr/>
        </p:nvSpPr>
        <p:spPr>
          <a:xfrm>
            <a:off x="2214336" y="5534070"/>
            <a:ext cx="1460500" cy="92206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r" defTabSz="121917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sz="9600" b="0" kern="1200">
                <a:ln w="19050">
                  <a:solidFill>
                    <a:schemeClr val="tx2"/>
                  </a:solidFill>
                </a:ln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18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2pPr>
            <a:lvl3pPr marL="36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3pPr>
            <a:lvl4pPr marL="54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4pPr>
            <a:lvl5pPr marL="72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0"/>
              <a:t>05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22EBC3F7-2F20-8C22-0D23-C267D18B2BDA}"/>
              </a:ext>
            </a:extLst>
          </p:cNvPr>
          <p:cNvSpPr txBox="1">
            <a:spLocks/>
          </p:cNvSpPr>
          <p:nvPr/>
        </p:nvSpPr>
        <p:spPr>
          <a:xfrm>
            <a:off x="4441366" y="5806058"/>
            <a:ext cx="7342641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2400" b="1" kern="1200" baseline="0">
                <a:solidFill>
                  <a:schemeClr val="bg1"/>
                </a:solidFill>
                <a:latin typeface="Noto Sans" panose="020B0502040504020204" pitchFamily="34" charset="0"/>
                <a:ea typeface="+mn-ea"/>
                <a:cs typeface="+mn-cs"/>
              </a:defRPr>
            </a:lvl1pPr>
            <a:lvl2pPr marL="18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2pPr>
            <a:lvl3pPr marL="36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3pPr>
            <a:lvl4pPr marL="54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4pPr>
            <a:lvl5pPr marL="72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Open Topics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aligned</a:t>
            </a:r>
            <a:endParaRPr lang="de-DE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5F411025-6398-9C3F-7E4C-6BA4AB8C3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476" y="-590573"/>
            <a:ext cx="2368296" cy="236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818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E9A69-A7C5-F755-8C76-959B1EB3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CC28D24-E0A0-F38D-061E-84D9CF264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7" imgH="348" progId="TCLayout.ActiveDocument.1">
                  <p:embed/>
                </p:oleObj>
              </mc:Choice>
              <mc:Fallback>
                <p:oleObj name="think-cell Folie" r:id="rId3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C28D24-E0A0-F38D-061E-84D9CF264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70BFAA2B-83F7-CD2B-8DBE-0B38BF6D3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8985" y="2542471"/>
            <a:ext cx="2590735" cy="795089"/>
          </a:xfrm>
        </p:spPr>
        <p:txBody>
          <a:bodyPr vert="horz"/>
          <a:lstStyle/>
          <a:p>
            <a:r>
              <a:rPr lang="de-DE" dirty="0"/>
              <a:t>Intro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29E9AE-A164-0B62-BEEF-F4ED41104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13" y="543932"/>
            <a:ext cx="2157987" cy="209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48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2ABC5-A08E-8C0B-3622-1E5ACB83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C40FA95-34D9-2353-C433-2EBC566D1F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5" imgH="424" progId="TCLayout.ActiveDocument.1">
                  <p:embed/>
                </p:oleObj>
              </mc:Choice>
              <mc:Fallback>
                <p:oleObj name="think-cell Foli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C40FA95-34D9-2353-C433-2EBC566D1F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Rechteck 88">
            <a:extLst>
              <a:ext uri="{FF2B5EF4-FFF2-40B4-BE49-F238E27FC236}">
                <a16:creationId xmlns:a16="http://schemas.microsoft.com/office/drawing/2014/main" id="{6824AE6F-7B40-C58E-D596-9D6FA4733645}"/>
              </a:ext>
            </a:extLst>
          </p:cNvPr>
          <p:cNvSpPr/>
          <p:nvPr/>
        </p:nvSpPr>
        <p:spPr>
          <a:xfrm>
            <a:off x="0" y="1606960"/>
            <a:ext cx="12192000" cy="5413622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u="sng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92FB459-D7AE-6A60-E4D1-DD59202060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34686" y="6578098"/>
            <a:ext cx="870431" cy="138499"/>
          </a:xfrm>
        </p:spPr>
        <p:txBody>
          <a:bodyPr/>
          <a:lstStyle/>
          <a:p>
            <a:r>
              <a:rPr lang="de-DE">
                <a:latin typeface="Noto Sans" panose="020B0502040504020204" pitchFamily="34" charset="0"/>
              </a:rPr>
              <a:t>CONFIDENTIAL</a:t>
            </a:r>
            <a:endParaRPr lang="en-GB">
              <a:latin typeface="Noto Sans" panose="020B05020405040202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85CDD0-42DD-DA98-F4AC-8479B911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7988" y="6669600"/>
            <a:ext cx="158698" cy="138499"/>
          </a:xfrm>
        </p:spPr>
        <p:txBody>
          <a:bodyPr/>
          <a:lstStyle/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4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118" name="Textplatzhalter 9">
            <a:extLst>
              <a:ext uri="{FF2B5EF4-FFF2-40B4-BE49-F238E27FC236}">
                <a16:creationId xmlns:a16="http://schemas.microsoft.com/office/drawing/2014/main" id="{0942BB12-4350-66FE-CFE5-7F13BAFD3D2F}"/>
              </a:ext>
            </a:extLst>
          </p:cNvPr>
          <p:cNvSpPr txBox="1">
            <a:spLocks/>
          </p:cNvSpPr>
          <p:nvPr/>
        </p:nvSpPr>
        <p:spPr>
          <a:xfrm>
            <a:off x="438616" y="3341417"/>
            <a:ext cx="4005789" cy="36456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lvl="1" indent="-177800" algn="l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200" b="0" i="0">
              <a:effectLst/>
              <a:latin typeface="Inter" panose="020B0604020202020204" charset="0"/>
            </a:endParaRPr>
          </a:p>
        </p:txBody>
      </p:sp>
      <p:sp>
        <p:nvSpPr>
          <p:cNvPr id="10" name="Titel 3">
            <a:extLst>
              <a:ext uri="{FF2B5EF4-FFF2-40B4-BE49-F238E27FC236}">
                <a16:creationId xmlns:a16="http://schemas.microsoft.com/office/drawing/2014/main" id="{D9B8286E-05D8-DC57-0922-B1EAE312A1EB}"/>
              </a:ext>
            </a:extLst>
          </p:cNvPr>
          <p:cNvSpPr txBox="1">
            <a:spLocks/>
          </p:cNvSpPr>
          <p:nvPr/>
        </p:nvSpPr>
        <p:spPr>
          <a:xfrm>
            <a:off x="407988" y="404813"/>
            <a:ext cx="11376026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Point of Departure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36DC1CA-9A3D-D871-A00B-F39AB8C2E6EB}"/>
              </a:ext>
            </a:extLst>
          </p:cNvPr>
          <p:cNvSpPr txBox="1">
            <a:spLocks/>
          </p:cNvSpPr>
          <p:nvPr/>
        </p:nvSpPr>
        <p:spPr>
          <a:xfrm>
            <a:off x="371475" y="899836"/>
            <a:ext cx="10309760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121917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2400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3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3538" indent="-176213" algn="l" defTabSz="121917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Tx/>
              <a:buChar char="⁄"/>
              <a:defRPr sz="3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560388" indent="-187325" algn="l" defTabSz="121917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Tx/>
              <a:buChar char="⁄"/>
              <a:defRPr sz="3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727075" indent="-176213" algn="l" defTabSz="121917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Tx/>
              <a:buChar char="⁄"/>
              <a:defRPr sz="3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>
                <a:solidFill>
                  <a:schemeClr val="bg1"/>
                </a:solidFill>
              </a:rPr>
              <a:t>Foundations exist, operating large programs at scale in next years requires more than tactical change.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6DE39AE6-586E-6F3E-0403-4AA6A4D42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2658" y="2582468"/>
            <a:ext cx="3130343" cy="3942862"/>
          </a:xfrm>
        </p:spPr>
        <p:txBody>
          <a:bodyPr/>
          <a:lstStyle/>
          <a:p>
            <a:pPr marL="285750" indent="-285750">
              <a:spcAft>
                <a:spcPts val="1000"/>
              </a:spcAft>
              <a:buClr>
                <a:schemeClr val="accent1"/>
              </a:buClr>
              <a:buFont typeface="Systemschrift Normal"/>
              <a:buChar char="/"/>
            </a:pPr>
            <a:r>
              <a:rPr lang="en-GB" noProof="0"/>
              <a:t>Delivery environments </a:t>
            </a:r>
            <a:r>
              <a:rPr lang="en-GB"/>
              <a:t>established</a:t>
            </a:r>
            <a:r>
              <a:rPr lang="en-GB" noProof="0"/>
              <a:t>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Font typeface="Systemschrift Normal"/>
              <a:buChar char="/"/>
            </a:pPr>
            <a:r>
              <a:rPr lang="en-GB" noProof="0"/>
              <a:t>Hard policies on APIs.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Font typeface="Systemschrift Normal"/>
              <a:buChar char="/"/>
            </a:pPr>
            <a:r>
              <a:rPr lang="en-GB"/>
              <a:t>Manual E2E process for product test data in place.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Font typeface="Systemschrift Normal"/>
              <a:buChar char="/"/>
            </a:pPr>
            <a:r>
              <a:rPr lang="en-GB"/>
              <a:t>Manual load test as yearly rehearsal for peak exit.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Font typeface="Systemschrift Normal"/>
              <a:buChar char="/"/>
            </a:pPr>
            <a:r>
              <a:rPr lang="en-GB" noProof="0"/>
              <a:t>Established approach for manual and automated testing in ecommerce teams.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37EB0C9E-6DB9-DA15-21B1-6EFDBE068671}"/>
              </a:ext>
            </a:extLst>
          </p:cNvPr>
          <p:cNvSpPr txBox="1">
            <a:spLocks/>
          </p:cNvSpPr>
          <p:nvPr/>
        </p:nvSpPr>
        <p:spPr>
          <a:xfrm>
            <a:off x="3775659" y="2470803"/>
            <a:ext cx="4391906" cy="40545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Systemschrift Normal"/>
              <a:buChar char="/"/>
              <a:defRPr sz="1400">
                <a:solidFill>
                  <a:schemeClr val="bg1"/>
                </a:solidFill>
                <a:latin typeface="Noto Sans" panose="020B0502040504020204" pitchFamily="34" charset="0"/>
              </a:defRPr>
            </a:lvl1pPr>
            <a:lvl2pPr marL="180000" indent="-180000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Noto Sans" panose="020B0502040504020204" pitchFamily="34" charset="0"/>
              </a:defRPr>
            </a:lvl2pPr>
            <a:lvl3pPr marL="360000" indent="-180000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Noto Sans" panose="020B0502040504020204" pitchFamily="34" charset="0"/>
              </a:defRPr>
            </a:lvl3pPr>
            <a:lvl4pPr marL="540000" indent="-180000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Noto Sans" panose="020B0502040504020204" pitchFamily="34" charset="0"/>
              </a:defRPr>
            </a:lvl4pPr>
            <a:lvl5pPr marL="720000" indent="-180000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Noto Sans" panose="020B0502040504020204" pitchFamily="34" charset="0"/>
              </a:defRPr>
            </a:lvl5pPr>
            <a:lvl6pPr marL="3352716" indent="-304792">
              <a:spcBef>
                <a:spcPct val="20000"/>
              </a:spcBef>
              <a:buFont typeface="Arial" panose="020B0604020202020204" pitchFamily="34" charset="0"/>
              <a:buChar char="•"/>
              <a:defRPr sz="2667"/>
            </a:lvl6pPr>
            <a:lvl7pPr marL="3962301" indent="-304792">
              <a:spcBef>
                <a:spcPct val="20000"/>
              </a:spcBef>
              <a:buFont typeface="Arial" panose="020B0604020202020204" pitchFamily="34" charset="0"/>
              <a:buChar char="•"/>
              <a:defRPr sz="2667"/>
            </a:lvl7pPr>
            <a:lvl8pPr marL="4571886" indent="-304792">
              <a:spcBef>
                <a:spcPct val="20000"/>
              </a:spcBef>
              <a:buFont typeface="Arial" panose="020B0604020202020204" pitchFamily="34" charset="0"/>
              <a:buChar char="•"/>
              <a:defRPr sz="2667"/>
            </a:lvl8pPr>
            <a:lvl9pPr marL="5181470" indent="-304792">
              <a:spcBef>
                <a:spcPct val="20000"/>
              </a:spcBef>
              <a:buFont typeface="Arial" panose="020B0604020202020204" pitchFamily="34" charset="0"/>
              <a:buChar char="•"/>
              <a:defRPr sz="2667"/>
            </a:lvl9pPr>
          </a:lstStyle>
          <a:p>
            <a:r>
              <a:rPr lang="en-GB"/>
              <a:t>Complex change (e.g., OCS)  limit continuous delivery for parallel ongoing  work.</a:t>
            </a:r>
          </a:p>
          <a:p>
            <a:r>
              <a:rPr lang="en-GB"/>
              <a:t>Low degree of automated E2E testing requires high manual efforts to ensure peak season stability.</a:t>
            </a:r>
          </a:p>
          <a:p>
            <a:r>
              <a:rPr lang="en-GB"/>
              <a:t>No visible KPI and Metrics for lower environments data and system stability.</a:t>
            </a:r>
          </a:p>
          <a:p>
            <a:r>
              <a:rPr lang="en-GB"/>
              <a:t>Test data management coverers limited scope of product data with partial automation only.</a:t>
            </a:r>
          </a:p>
          <a:p>
            <a:r>
              <a:rPr lang="en-GB"/>
              <a:t>Missing clear quality gates between environments.</a:t>
            </a:r>
          </a:p>
          <a:p>
            <a:r>
              <a:rPr lang="en-US"/>
              <a:t>Countries E2E tests requirements fulfilled insufficiently.</a:t>
            </a:r>
          </a:p>
          <a:p>
            <a:r>
              <a:rPr lang="en-US"/>
              <a:t>Environment separation on network level missing. </a:t>
            </a:r>
            <a:endParaRPr lang="en-GB"/>
          </a:p>
          <a:p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0E23E532-4036-23AD-211F-C4F644B7D8EE}"/>
              </a:ext>
            </a:extLst>
          </p:cNvPr>
          <p:cNvSpPr txBox="1">
            <a:spLocks/>
          </p:cNvSpPr>
          <p:nvPr/>
        </p:nvSpPr>
        <p:spPr>
          <a:xfrm>
            <a:off x="8740889" y="2662310"/>
            <a:ext cx="2898428" cy="43576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285750" indent="-285750"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Systemschrift Normal"/>
              <a:buChar char="/"/>
              <a:defRPr sz="1400">
                <a:solidFill>
                  <a:schemeClr val="bg1"/>
                </a:solidFill>
                <a:latin typeface="Noto Sans" panose="020B0502040504020204" pitchFamily="34" charset="0"/>
              </a:defRPr>
            </a:lvl1pPr>
            <a:lvl2pPr marL="180000" indent="-180000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Noto Sans" panose="020B0502040504020204" pitchFamily="34" charset="0"/>
              </a:defRPr>
            </a:lvl2pPr>
            <a:lvl3pPr marL="360000" indent="-180000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Noto Sans" panose="020B0502040504020204" pitchFamily="34" charset="0"/>
              </a:defRPr>
            </a:lvl3pPr>
            <a:lvl4pPr marL="540000" indent="-180000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Noto Sans" panose="020B0502040504020204" pitchFamily="34" charset="0"/>
              </a:defRPr>
            </a:lvl4pPr>
            <a:lvl5pPr marL="720000" indent="-180000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Noto Sans" panose="020B0502040504020204" pitchFamily="34" charset="0"/>
              </a:defRPr>
            </a:lvl5pPr>
            <a:lvl6pPr marL="3352716" indent="-304792">
              <a:spcBef>
                <a:spcPct val="20000"/>
              </a:spcBef>
              <a:buFont typeface="Arial" panose="020B0604020202020204" pitchFamily="34" charset="0"/>
              <a:buChar char="•"/>
              <a:defRPr sz="2667"/>
            </a:lvl6pPr>
            <a:lvl7pPr marL="3962301" indent="-304792">
              <a:spcBef>
                <a:spcPct val="20000"/>
              </a:spcBef>
              <a:buFont typeface="Arial" panose="020B0604020202020204" pitchFamily="34" charset="0"/>
              <a:buChar char="•"/>
              <a:defRPr sz="2667"/>
            </a:lvl7pPr>
            <a:lvl8pPr marL="4571886" indent="-304792">
              <a:spcBef>
                <a:spcPct val="20000"/>
              </a:spcBef>
              <a:buFont typeface="Arial" panose="020B0604020202020204" pitchFamily="34" charset="0"/>
              <a:buChar char="•"/>
              <a:defRPr sz="2667"/>
            </a:lvl8pPr>
            <a:lvl9pPr marL="5181470" indent="-304792">
              <a:spcBef>
                <a:spcPct val="20000"/>
              </a:spcBef>
              <a:buFont typeface="Arial" panose="020B0604020202020204" pitchFamily="34" charset="0"/>
              <a:buChar char="•"/>
              <a:defRPr sz="2667"/>
            </a:lvl9pPr>
          </a:lstStyle>
          <a:p>
            <a:r>
              <a:rPr lang="en-GB" dirty="0"/>
              <a:t>Accept we are not where we need to be.</a:t>
            </a:r>
          </a:p>
          <a:p>
            <a:r>
              <a:rPr lang="en-GB" dirty="0"/>
              <a:t>Don’t reinvent the wheel for each platform / application.</a:t>
            </a:r>
          </a:p>
          <a:p>
            <a:r>
              <a:rPr lang="en-GB" dirty="0"/>
              <a:t>Don’t try to solve everything.</a:t>
            </a:r>
          </a:p>
          <a:p>
            <a:r>
              <a:rPr lang="en-GB" dirty="0"/>
              <a:t>Commit to a shared approach, contribute in a matrix.</a:t>
            </a:r>
          </a:p>
          <a:p>
            <a:r>
              <a:rPr lang="en-GB" dirty="0"/>
              <a:t>Establish advocates thought the developer community to drive change federated.</a:t>
            </a:r>
          </a:p>
          <a:p>
            <a:r>
              <a:rPr lang="en-GB" dirty="0"/>
              <a:t>Business connect &amp; test case definitions</a:t>
            </a:r>
          </a:p>
          <a:p>
            <a:r>
              <a:rPr lang="en-GB" dirty="0"/>
              <a:t>Test process &amp; </a:t>
            </a:r>
            <a:r>
              <a:rPr lang="en-GB" dirty="0" err="1"/>
              <a:t>guideance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5FB57BC9-1414-C8FB-7964-1EBC92F52B63}"/>
              </a:ext>
            </a:extLst>
          </p:cNvPr>
          <p:cNvSpPr txBox="1">
            <a:spLocks/>
          </p:cNvSpPr>
          <p:nvPr/>
        </p:nvSpPr>
        <p:spPr>
          <a:xfrm>
            <a:off x="438615" y="1899693"/>
            <a:ext cx="289842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Noto Sans" panose="020B0502040504020204" pitchFamily="34" charset="0"/>
                <a:ea typeface="+mn-ea"/>
                <a:cs typeface="+mn-cs"/>
              </a:defRPr>
            </a:lvl1pPr>
            <a:lvl2pPr marL="18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2pPr>
            <a:lvl3pPr marL="36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3pPr>
            <a:lvl4pPr marL="54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4pPr>
            <a:lvl5pPr marL="72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Foundations are laid </a:t>
            </a:r>
          </a:p>
        </p:txBody>
      </p:sp>
      <p:sp>
        <p:nvSpPr>
          <p:cNvPr id="18" name="Textplatzhalter 5">
            <a:extLst>
              <a:ext uri="{FF2B5EF4-FFF2-40B4-BE49-F238E27FC236}">
                <a16:creationId xmlns:a16="http://schemas.microsoft.com/office/drawing/2014/main" id="{2883979A-EA4F-C415-727C-6BFC878D6CDD}"/>
              </a:ext>
            </a:extLst>
          </p:cNvPr>
          <p:cNvSpPr txBox="1">
            <a:spLocks/>
          </p:cNvSpPr>
          <p:nvPr/>
        </p:nvSpPr>
        <p:spPr>
          <a:xfrm>
            <a:off x="3936695" y="1912332"/>
            <a:ext cx="406983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Noto Sans" panose="020B0502040504020204" pitchFamily="34" charset="0"/>
                <a:ea typeface="+mn-ea"/>
                <a:cs typeface="+mn-cs"/>
              </a:defRPr>
            </a:lvl1pPr>
            <a:lvl2pPr marL="18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2pPr>
            <a:lvl3pPr marL="36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3pPr>
            <a:lvl4pPr marL="54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4pPr>
            <a:lvl5pPr marL="72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We face critical challenges at scale</a:t>
            </a:r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2405AB9F-1854-07CB-A241-08B3864BBDE5}"/>
              </a:ext>
            </a:extLst>
          </p:cNvPr>
          <p:cNvSpPr txBox="1">
            <a:spLocks/>
          </p:cNvSpPr>
          <p:nvPr/>
        </p:nvSpPr>
        <p:spPr>
          <a:xfrm>
            <a:off x="8740889" y="1900382"/>
            <a:ext cx="289842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Noto Sans" panose="020B0502040504020204" pitchFamily="34" charset="0"/>
                <a:ea typeface="+mn-ea"/>
                <a:cs typeface="+mn-cs"/>
              </a:defRPr>
            </a:lvl1pPr>
            <a:lvl2pPr marL="18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2pPr>
            <a:lvl3pPr marL="36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3pPr>
            <a:lvl4pPr marL="54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4pPr>
            <a:lvl5pPr marL="72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Change requires more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F1DD8C6-829A-6798-BBE8-FC408625B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3" y="-434476"/>
            <a:ext cx="2157987" cy="209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474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032E5-C473-C17E-2EB4-D0726801B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EE556CA-24A7-E7ED-061E-B2EC3E673E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5" imgH="424" progId="TCLayout.ActiveDocument.1">
                  <p:embed/>
                </p:oleObj>
              </mc:Choice>
              <mc:Fallback>
                <p:oleObj name="think-cell Foli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E556CA-24A7-E7ED-061E-B2EC3E673E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Rechteck 88">
            <a:extLst>
              <a:ext uri="{FF2B5EF4-FFF2-40B4-BE49-F238E27FC236}">
                <a16:creationId xmlns:a16="http://schemas.microsoft.com/office/drawing/2014/main" id="{36729B52-769D-85F5-5B9C-E0C66C21BD15}"/>
              </a:ext>
            </a:extLst>
          </p:cNvPr>
          <p:cNvSpPr/>
          <p:nvPr/>
        </p:nvSpPr>
        <p:spPr>
          <a:xfrm>
            <a:off x="0" y="1606960"/>
            <a:ext cx="12192000" cy="5413622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200" u="sng">
              <a:solidFill>
                <a:schemeClr val="tx1"/>
              </a:solidFill>
              <a:latin typeface="Noto Sans" panose="020B0502040504020204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053030C-F1C9-6864-854F-FEC49C78C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34686" y="6578098"/>
            <a:ext cx="870431" cy="138499"/>
          </a:xfrm>
        </p:spPr>
        <p:txBody>
          <a:bodyPr/>
          <a:lstStyle/>
          <a:p>
            <a:r>
              <a:rPr lang="de-DE">
                <a:latin typeface="Noto Sans" panose="020B0502040504020204" pitchFamily="34" charset="0"/>
              </a:rPr>
              <a:t>CONFIDENTIAL</a:t>
            </a:r>
            <a:endParaRPr lang="en-GB">
              <a:latin typeface="Noto Sans" panose="020B05020405040202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2655A0-A36C-46C4-4E09-5D51E196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7988" y="6669600"/>
            <a:ext cx="158698" cy="138499"/>
          </a:xfrm>
        </p:spPr>
        <p:txBody>
          <a:bodyPr/>
          <a:lstStyle/>
          <a:p>
            <a:fld id="{AC26E3CF-0FFC-4FF6-A6A5-3DEBB3672FB7}" type="slidenum">
              <a:rPr lang="de-DE" smtClean="0">
                <a:latin typeface="Noto Sans" panose="020B0502040504020204" pitchFamily="34" charset="0"/>
              </a:rPr>
              <a:pPr/>
              <a:t>5</a:t>
            </a:fld>
            <a:r>
              <a:rPr lang="de-DE">
                <a:latin typeface="Noto Sans" panose="020B0502040504020204" pitchFamily="34" charset="0"/>
              </a:rPr>
              <a:t> </a:t>
            </a:r>
          </a:p>
        </p:txBody>
      </p:sp>
      <p:sp>
        <p:nvSpPr>
          <p:cNvPr id="118" name="Textplatzhalter 9">
            <a:extLst>
              <a:ext uri="{FF2B5EF4-FFF2-40B4-BE49-F238E27FC236}">
                <a16:creationId xmlns:a16="http://schemas.microsoft.com/office/drawing/2014/main" id="{1CB9A7A4-E16B-A534-6863-8316D90C9625}"/>
              </a:ext>
            </a:extLst>
          </p:cNvPr>
          <p:cNvSpPr txBox="1">
            <a:spLocks/>
          </p:cNvSpPr>
          <p:nvPr/>
        </p:nvSpPr>
        <p:spPr>
          <a:xfrm>
            <a:off x="438616" y="3341417"/>
            <a:ext cx="4005789" cy="36456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lvl="1" indent="-177800" algn="l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200" b="0" i="0">
              <a:effectLst/>
              <a:latin typeface="Inter" panose="020B0604020202020204" charset="0"/>
            </a:endParaRPr>
          </a:p>
        </p:txBody>
      </p:sp>
      <p:sp>
        <p:nvSpPr>
          <p:cNvPr id="10" name="Titel 3">
            <a:extLst>
              <a:ext uri="{FF2B5EF4-FFF2-40B4-BE49-F238E27FC236}">
                <a16:creationId xmlns:a16="http://schemas.microsoft.com/office/drawing/2014/main" id="{04047650-0C3E-14FB-B801-F599B5955C96}"/>
              </a:ext>
            </a:extLst>
          </p:cNvPr>
          <p:cNvSpPr txBox="1">
            <a:spLocks/>
          </p:cNvSpPr>
          <p:nvPr/>
        </p:nvSpPr>
        <p:spPr>
          <a:xfrm>
            <a:off x="407988" y="404813"/>
            <a:ext cx="11376026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Strategic pillars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D16B0B2-24DF-8459-462D-8A04D913BC0E}"/>
              </a:ext>
            </a:extLst>
          </p:cNvPr>
          <p:cNvSpPr txBox="1">
            <a:spLocks/>
          </p:cNvSpPr>
          <p:nvPr/>
        </p:nvSpPr>
        <p:spPr>
          <a:xfrm>
            <a:off x="371475" y="899836"/>
            <a:ext cx="10309760" cy="289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121917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2400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3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3538" indent="-176213" algn="l" defTabSz="121917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Tx/>
              <a:buChar char="⁄"/>
              <a:defRPr sz="3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560388" indent="-187325" algn="l" defTabSz="121917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Tx/>
              <a:buChar char="⁄"/>
              <a:defRPr sz="3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727075" indent="-176213" algn="l" defTabSz="121917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Tx/>
              <a:buChar char="⁄"/>
              <a:defRPr sz="3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US" sz="1800">
                <a:solidFill>
                  <a:schemeClr val="bg1"/>
                </a:solidFill>
              </a:rPr>
              <a:t>Focus Areas to address our key challenges</a:t>
            </a:r>
            <a:endParaRPr lang="de-DE" sz="1800">
              <a:solidFill>
                <a:schemeClr val="bg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3181E78-9C68-6A5A-7E8C-57EC72501FF1}"/>
              </a:ext>
            </a:extLst>
          </p:cNvPr>
          <p:cNvSpPr/>
          <p:nvPr/>
        </p:nvSpPr>
        <p:spPr>
          <a:xfrm>
            <a:off x="371475" y="2055693"/>
            <a:ext cx="3544542" cy="63418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lang="de-DE" sz="1800">
                <a:solidFill>
                  <a:schemeClr val="bg2"/>
                </a:solidFill>
                <a:latin typeface="+mj-lt"/>
              </a:rPr>
              <a:t>Engineering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8959F1A-BF9F-5E11-9BE1-E80F2735E966}"/>
              </a:ext>
            </a:extLst>
          </p:cNvPr>
          <p:cNvSpPr/>
          <p:nvPr/>
        </p:nvSpPr>
        <p:spPr>
          <a:xfrm>
            <a:off x="4184649" y="2054318"/>
            <a:ext cx="3544542" cy="63418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lang="de-DE" sz="1800">
                <a:solidFill>
                  <a:schemeClr val="bg2"/>
                </a:solidFill>
                <a:latin typeface="+mj-lt"/>
              </a:rPr>
              <a:t>Data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440F814-9D47-EC9C-4785-088F6B2F4A57}"/>
              </a:ext>
            </a:extLst>
          </p:cNvPr>
          <p:cNvSpPr/>
          <p:nvPr/>
        </p:nvSpPr>
        <p:spPr>
          <a:xfrm>
            <a:off x="7997823" y="2036582"/>
            <a:ext cx="3542373" cy="63418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lang="de-DE" sz="1800" err="1">
                <a:solidFill>
                  <a:schemeClr val="bg2"/>
                </a:solidFill>
                <a:latin typeface="+mj-lt"/>
              </a:rPr>
              <a:t>Processes</a:t>
            </a:r>
            <a:r>
              <a:rPr lang="de-DE" sz="1800">
                <a:solidFill>
                  <a:schemeClr val="bg2"/>
                </a:solidFill>
                <a:latin typeface="+mj-lt"/>
              </a:rPr>
              <a:t> &amp; </a:t>
            </a:r>
            <a:r>
              <a:rPr lang="de-DE" sz="1800" err="1">
                <a:solidFill>
                  <a:schemeClr val="bg2"/>
                </a:solidFill>
                <a:latin typeface="+mj-lt"/>
              </a:rPr>
              <a:t>Governance</a:t>
            </a:r>
            <a:r>
              <a:rPr lang="de-DE" sz="1800">
                <a:solidFill>
                  <a:schemeClr val="bg2"/>
                </a:solidFill>
                <a:latin typeface="+mj-lt"/>
              </a:rPr>
              <a:t> 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818E821-D4FA-33E7-6339-BB7F3DF09FB2}"/>
              </a:ext>
            </a:extLst>
          </p:cNvPr>
          <p:cNvSpPr txBox="1"/>
          <p:nvPr/>
        </p:nvSpPr>
        <p:spPr>
          <a:xfrm>
            <a:off x="7837045" y="4965600"/>
            <a:ext cx="3716897" cy="14875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74300" lvl="1" indent="-2857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</a:rPr>
              <a:t>Streamline the process of releasing software changes</a:t>
            </a:r>
          </a:p>
          <a:p>
            <a:pPr marL="474300" lvl="1" indent="-2857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</a:rPr>
              <a:t>Balance speed with quality and compliance. </a:t>
            </a:r>
          </a:p>
          <a:p>
            <a:pPr marL="474300" lvl="1" indent="-2857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</a:rPr>
              <a:t>Enable multiple teams and multiple roll-out phases to work on a limited number of lower environments.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E4A70BD-4A35-10BD-F532-BDF41312043C}"/>
              </a:ext>
            </a:extLst>
          </p:cNvPr>
          <p:cNvSpPr txBox="1"/>
          <p:nvPr/>
        </p:nvSpPr>
        <p:spPr>
          <a:xfrm>
            <a:off x="4062641" y="5018479"/>
            <a:ext cx="3369151" cy="11182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74300" lvl="1" indent="-2857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</a:rPr>
              <a:t>Easy access to reliable, secure and compliant test data.</a:t>
            </a:r>
          </a:p>
          <a:p>
            <a:pPr marL="474300" lvl="1" indent="-2857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</a:rPr>
              <a:t>Reduce data provisioning and testing timeframes.</a:t>
            </a:r>
          </a:p>
          <a:p>
            <a:pPr marL="474300" lvl="1" indent="-2857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</a:rPr>
              <a:t>Maximize output for test automation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A6994DD-0581-1ECA-3EC1-65DAA10BCCA0}"/>
              </a:ext>
            </a:extLst>
          </p:cNvPr>
          <p:cNvSpPr txBox="1"/>
          <p:nvPr/>
        </p:nvSpPr>
        <p:spPr>
          <a:xfrm>
            <a:off x="188844" y="5047578"/>
            <a:ext cx="3369151" cy="10669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74300" lvl="1" indent="-2857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</a:rPr>
              <a:t>Significant reduction of E2E/UAT and Hypercare efforts and time-frames.</a:t>
            </a:r>
          </a:p>
          <a:p>
            <a:pPr marL="474300" lvl="1" indent="-2857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</a:rPr>
              <a:t>Shift left: Quality is embedded early and throughout the development lifecycle.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8DC08DB-CC00-9BB3-9111-21ED496BB029}"/>
              </a:ext>
            </a:extLst>
          </p:cNvPr>
          <p:cNvSpPr/>
          <p:nvPr/>
        </p:nvSpPr>
        <p:spPr>
          <a:xfrm>
            <a:off x="358986" y="2745900"/>
            <a:ext cx="3543635" cy="540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lang="en-GB" sz="1400" b="1" i="1">
                <a:solidFill>
                  <a:schemeClr val="bg1"/>
                </a:solidFill>
              </a:rPr>
              <a:t>Continuous Testing in CI/CD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ABBBA91-1C88-E9BF-979B-349D64FACBFA}"/>
              </a:ext>
            </a:extLst>
          </p:cNvPr>
          <p:cNvSpPr/>
          <p:nvPr/>
        </p:nvSpPr>
        <p:spPr>
          <a:xfrm>
            <a:off x="358984" y="3356059"/>
            <a:ext cx="3543635" cy="540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lang="en-GB" sz="1400" b="1" i="1">
                <a:solidFill>
                  <a:schemeClr val="bg1"/>
                </a:solidFill>
              </a:rPr>
              <a:t>Embedding Quality in DevOps Teams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22A00A2D-7E8F-984B-EE83-8C09FD17B94A}"/>
              </a:ext>
            </a:extLst>
          </p:cNvPr>
          <p:cNvSpPr/>
          <p:nvPr/>
        </p:nvSpPr>
        <p:spPr>
          <a:xfrm>
            <a:off x="358985" y="3952515"/>
            <a:ext cx="3543635" cy="540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lang="en-US" sz="1400" b="1" i="1">
                <a:solidFill>
                  <a:schemeClr val="bg1"/>
                </a:solidFill>
              </a:rPr>
              <a:t>Ongoing Improvement</a:t>
            </a:r>
            <a:endParaRPr lang="de-DE" sz="1400" b="1" i="1">
              <a:solidFill>
                <a:schemeClr val="bg1"/>
              </a:solidFill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E32B02F-2F60-90C1-E48C-9C6D1D31CCEE}"/>
              </a:ext>
            </a:extLst>
          </p:cNvPr>
          <p:cNvSpPr/>
          <p:nvPr/>
        </p:nvSpPr>
        <p:spPr>
          <a:xfrm>
            <a:off x="4184647" y="2744022"/>
            <a:ext cx="3543635" cy="540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lang="en-US" sz="1400" b="1" i="1">
                <a:solidFill>
                  <a:schemeClr val="bg1"/>
                </a:solidFill>
              </a:rPr>
              <a:t>Tool-Based Solutions</a:t>
            </a:r>
            <a:endParaRPr lang="de-DE" sz="1400" b="1" i="1">
              <a:solidFill>
                <a:schemeClr val="bg1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36A08FC-7E80-F4D1-80E0-C5FB504D41FE}"/>
              </a:ext>
            </a:extLst>
          </p:cNvPr>
          <p:cNvSpPr/>
          <p:nvPr/>
        </p:nvSpPr>
        <p:spPr>
          <a:xfrm>
            <a:off x="4184647" y="3351658"/>
            <a:ext cx="3543635" cy="540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lang="en-US" sz="1400" b="1" i="1">
                <a:solidFill>
                  <a:schemeClr val="bg1"/>
                </a:solidFill>
              </a:rPr>
              <a:t>Centralized TDM Team</a:t>
            </a:r>
            <a:endParaRPr lang="de-DE" sz="1400" b="1" i="1">
              <a:solidFill>
                <a:schemeClr val="bg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13566E0-421D-F26E-F22C-64A200DC8653}"/>
              </a:ext>
            </a:extLst>
          </p:cNvPr>
          <p:cNvSpPr/>
          <p:nvPr/>
        </p:nvSpPr>
        <p:spPr>
          <a:xfrm>
            <a:off x="4184647" y="3956607"/>
            <a:ext cx="3543635" cy="540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lang="en-US" sz="1400" b="1" i="1">
                <a:solidFill>
                  <a:schemeClr val="bg1"/>
                </a:solidFill>
              </a:rPr>
              <a:t>Test Data Live Cycle &amp; Integrations</a:t>
            </a:r>
            <a:endParaRPr lang="de-DE" sz="1400" b="1" i="1">
              <a:solidFill>
                <a:schemeClr val="bg1"/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CC53383-CA87-1564-22EA-E3D80C1503D4}"/>
              </a:ext>
            </a:extLst>
          </p:cNvPr>
          <p:cNvSpPr/>
          <p:nvPr/>
        </p:nvSpPr>
        <p:spPr>
          <a:xfrm>
            <a:off x="7996561" y="2727099"/>
            <a:ext cx="3543635" cy="540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lang="en-US" sz="1400" b="1" i="1">
                <a:solidFill>
                  <a:schemeClr val="bg1"/>
                </a:solidFill>
              </a:rPr>
              <a:t>Standardized QA Framework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E9A123F4-7615-D480-2552-66F3A07DF893}"/>
              </a:ext>
            </a:extLst>
          </p:cNvPr>
          <p:cNvSpPr/>
          <p:nvPr/>
        </p:nvSpPr>
        <p:spPr>
          <a:xfrm>
            <a:off x="8010308" y="3342104"/>
            <a:ext cx="3543635" cy="540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lang="en-US" sz="1400" b="1" i="1">
                <a:solidFill>
                  <a:schemeClr val="bg1"/>
                </a:solidFill>
              </a:rPr>
              <a:t>Cross Platform Feature Configuration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0D95B36-FE05-C5A0-EF98-F158280AE832}"/>
              </a:ext>
            </a:extLst>
          </p:cNvPr>
          <p:cNvSpPr/>
          <p:nvPr/>
        </p:nvSpPr>
        <p:spPr>
          <a:xfrm>
            <a:off x="7996561" y="3938434"/>
            <a:ext cx="3543635" cy="540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lang="en-US" sz="1400" b="1" i="1">
                <a:solidFill>
                  <a:schemeClr val="bg1"/>
                </a:solidFill>
              </a:rPr>
              <a:t>Release Planning &amp; Change Controls</a:t>
            </a:r>
            <a:endParaRPr lang="de-DE" sz="1400" b="1" i="1">
              <a:solidFill>
                <a:schemeClr val="bg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ADBCC9E-432E-999E-F306-E60B3DAB6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013" y="-434476"/>
            <a:ext cx="2157987" cy="209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488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7C65D-BDBA-A195-8969-1E98B65D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85928C5-49E9-75F8-BC40-19AD4DD9F62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7" imgH="348" progId="TCLayout.ActiveDocument.1">
                  <p:embed/>
                </p:oleObj>
              </mc:Choice>
              <mc:Fallback>
                <p:oleObj name="think-cell Folie" r:id="rId3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5928C5-49E9-75F8-BC40-19AD4DD9F6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32960C8-9EE2-D2A5-4FE9-937B4EDB9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1313" y="2743639"/>
            <a:ext cx="7046911" cy="795089"/>
          </a:xfrm>
        </p:spPr>
        <p:txBody>
          <a:bodyPr vert="horz"/>
          <a:lstStyle/>
          <a:p>
            <a:r>
              <a:rPr lang="de-DE" dirty="0"/>
              <a:t>Outcome </a:t>
            </a:r>
            <a:r>
              <a:rPr lang="de-DE" dirty="0" err="1"/>
              <a:t>needed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920510-F2A1-5984-ECB8-163D93E33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33" y="651245"/>
            <a:ext cx="2157987" cy="209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751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A3A353F-F7EE-EAA1-1BB0-2D936A0F5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6EDF708C-9C94-B035-D9D8-410FA4C7DD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9" imgH="350" progId="TCLayout.ActiveDocument.1">
                  <p:embed/>
                </p:oleObj>
              </mc:Choice>
              <mc:Fallback>
                <p:oleObj name="think-cell Folie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DF708C-9C94-B035-D9D8-410FA4C7DD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055A42C-25E8-C912-C7AB-682E1927D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53" y="196251"/>
            <a:ext cx="10087200" cy="387798"/>
          </a:xfrm>
        </p:spPr>
        <p:txBody>
          <a:bodyPr vert="horz"/>
          <a:lstStyle/>
          <a:p>
            <a:r>
              <a:rPr lang="en-US" sz="2800" dirty="0"/>
              <a:t>Deliverables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8B73CC2-9D05-EBD4-A5A9-2890C02F5C34}"/>
              </a:ext>
            </a:extLst>
          </p:cNvPr>
          <p:cNvSpPr txBox="1">
            <a:spLocks/>
          </p:cNvSpPr>
          <p:nvPr/>
        </p:nvSpPr>
        <p:spPr bwMode="gray">
          <a:xfrm>
            <a:off x="382052" y="865938"/>
            <a:ext cx="11404563" cy="61713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1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bg1"/>
                </a:solidFill>
                <a:latin typeface="+mn-lt"/>
              </a:rPr>
              <a:t>To address all open topics, we need at least four different areas to investigate: 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79091279-CF76-9A90-E42F-E713794FB707}"/>
              </a:ext>
            </a:extLst>
          </p:cNvPr>
          <p:cNvGrpSpPr/>
          <p:nvPr/>
        </p:nvGrpSpPr>
        <p:grpSpPr>
          <a:xfrm>
            <a:off x="382052" y="1764963"/>
            <a:ext cx="4339302" cy="2254945"/>
            <a:chOff x="455203" y="1764963"/>
            <a:chExt cx="4339302" cy="2254945"/>
          </a:xfrm>
        </p:grpSpPr>
        <p:sp>
          <p:nvSpPr>
            <p:cNvPr id="14" name="Textplatzhalter 7">
              <a:extLst>
                <a:ext uri="{FF2B5EF4-FFF2-40B4-BE49-F238E27FC236}">
                  <a16:creationId xmlns:a16="http://schemas.microsoft.com/office/drawing/2014/main" id="{5EF41C16-D698-3588-8D70-D9128798B9B3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55204" y="1764963"/>
              <a:ext cx="4339301" cy="225494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5"/>
              </a:solidFill>
            </a:ln>
          </p:spPr>
          <p:txBody>
            <a:bodyPr vert="horz" wrap="square" lIns="108000" tIns="72000" rIns="108000" bIns="72000" rtlCol="0" anchor="t">
              <a:noAutofit/>
            </a:bodyPr>
            <a:lstStyle>
              <a:lvl1pPr marL="0" indent="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Arial" pitchFamily="34" charset="0"/>
                <a:buNone/>
                <a:defRPr lang="de-DE" sz="1300" kern="1200" dirty="0" smtClean="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1pPr>
              <a:lvl2pPr marL="17780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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2pPr>
              <a:lvl3pPr marL="361950" indent="-18415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3pPr>
              <a:lvl4pPr marL="5397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4pPr>
              <a:lvl5pPr marL="7175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>
                <a:lnSpc>
                  <a:spcPct val="100000"/>
                </a:lnSpc>
                <a:buNone/>
              </a:pPr>
              <a:endParaRPr lang="en-US" sz="1200" dirty="0">
                <a:ea typeface="+mn-ea"/>
                <a:cs typeface="+mn-cs"/>
              </a:endParaRPr>
            </a:p>
          </p:txBody>
        </p:sp>
        <p:sp>
          <p:nvSpPr>
            <p:cNvPr id="18" name="Textplatzhalter 7">
              <a:extLst>
                <a:ext uri="{FF2B5EF4-FFF2-40B4-BE49-F238E27FC236}">
                  <a16:creationId xmlns:a16="http://schemas.microsoft.com/office/drawing/2014/main" id="{E78FA03F-9220-E667-FFFC-60C31C4273B3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55203" y="1764964"/>
              <a:ext cx="4339301" cy="429596"/>
            </a:xfrm>
            <a:prstGeom prst="rect">
              <a:avLst/>
            </a:prstGeom>
            <a:solidFill>
              <a:schemeClr val="bg2"/>
            </a:solidFill>
            <a:ln w="6350">
              <a:noFill/>
            </a:ln>
          </p:spPr>
          <p:txBody>
            <a:bodyPr vert="horz" wrap="square" lIns="108000" tIns="72000" rIns="108000" bIns="72000" rtlCol="0" anchor="ctr">
              <a:noAutofit/>
            </a:bodyPr>
            <a:lstStyle>
              <a:lvl1pPr marL="0" indent="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Arial" pitchFamily="34" charset="0"/>
                <a:buNone/>
                <a:defRPr lang="de-DE" sz="1300" kern="1200" dirty="0" smtClean="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1pPr>
              <a:lvl2pPr marL="17780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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2pPr>
              <a:lvl3pPr marL="361950" indent="-18415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3pPr>
              <a:lvl4pPr marL="5397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4pPr>
              <a:lvl5pPr marL="7175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>
                <a:lnSpc>
                  <a:spcPct val="100000"/>
                </a:lnSpc>
                <a:buNone/>
              </a:pPr>
              <a:r>
                <a:rPr lang="en-US" b="1" dirty="0">
                  <a:solidFill>
                    <a:schemeClr val="accent1"/>
                  </a:solidFill>
                  <a:ea typeface="+mn-ea"/>
                  <a:cs typeface="+mn-cs"/>
                </a:rPr>
                <a:t>Efficient Processes &amp; Tools</a:t>
              </a:r>
              <a:endParaRPr lang="en-US" dirty="0">
                <a:ea typeface="+mn-ea"/>
                <a:cs typeface="+mn-cs"/>
              </a:endParaRP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144BDDB-8C88-912E-C040-67395780E838}"/>
              </a:ext>
            </a:extLst>
          </p:cNvPr>
          <p:cNvGrpSpPr/>
          <p:nvPr/>
        </p:nvGrpSpPr>
        <p:grpSpPr>
          <a:xfrm>
            <a:off x="7370061" y="1764964"/>
            <a:ext cx="4439886" cy="2254944"/>
            <a:chOff x="7296910" y="1764964"/>
            <a:chExt cx="4439886" cy="2254944"/>
          </a:xfrm>
        </p:grpSpPr>
        <p:sp>
          <p:nvSpPr>
            <p:cNvPr id="15" name="Textplatzhalter 7">
              <a:extLst>
                <a:ext uri="{FF2B5EF4-FFF2-40B4-BE49-F238E27FC236}">
                  <a16:creationId xmlns:a16="http://schemas.microsoft.com/office/drawing/2014/main" id="{156D4514-7B41-F82D-BB7F-449BD4BE663E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296912" y="1764964"/>
              <a:ext cx="4439884" cy="22549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5"/>
              </a:solidFill>
            </a:ln>
          </p:spPr>
          <p:txBody>
            <a:bodyPr vert="horz" wrap="square" lIns="108000" tIns="72000" rIns="108000" bIns="72000" rtlCol="0" anchor="t">
              <a:noAutofit/>
            </a:bodyPr>
            <a:lstStyle>
              <a:lvl1pPr marL="0" indent="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Arial" pitchFamily="34" charset="0"/>
                <a:buNone/>
                <a:defRPr lang="de-DE" sz="1300" kern="1200" dirty="0" smtClean="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1pPr>
              <a:lvl2pPr marL="17780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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2pPr>
              <a:lvl3pPr marL="361950" indent="-18415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3pPr>
              <a:lvl4pPr marL="5397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4pPr>
              <a:lvl5pPr marL="7175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lnSpc>
                  <a:spcPct val="100000"/>
                </a:lnSpc>
                <a:buFont typeface="Courier New" panose="02070309020205020404" pitchFamily="49" charset="0"/>
                <a:buChar char="o"/>
              </a:pPr>
              <a:endParaRPr lang="en-US" sz="1200" dirty="0">
                <a:ea typeface="+mn-ea"/>
                <a:cs typeface="+mn-cs"/>
              </a:endParaRPr>
            </a:p>
          </p:txBody>
        </p:sp>
        <p:sp>
          <p:nvSpPr>
            <p:cNvPr id="19" name="Textplatzhalter 7">
              <a:extLst>
                <a:ext uri="{FF2B5EF4-FFF2-40B4-BE49-F238E27FC236}">
                  <a16:creationId xmlns:a16="http://schemas.microsoft.com/office/drawing/2014/main" id="{F1CCD8F0-61F8-6705-12DC-354DFD992A64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296910" y="1764964"/>
              <a:ext cx="4439885" cy="429596"/>
            </a:xfrm>
            <a:prstGeom prst="rect">
              <a:avLst/>
            </a:prstGeom>
            <a:solidFill>
              <a:schemeClr val="bg2"/>
            </a:solidFill>
            <a:ln w="6350">
              <a:noFill/>
            </a:ln>
          </p:spPr>
          <p:txBody>
            <a:bodyPr vert="horz" wrap="square" lIns="108000" tIns="72000" rIns="108000" bIns="72000" rtlCol="0" anchor="ctr">
              <a:noAutofit/>
            </a:bodyPr>
            <a:lstStyle>
              <a:lvl1pPr marL="0" indent="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Arial" pitchFamily="34" charset="0"/>
                <a:buNone/>
                <a:defRPr lang="de-DE" sz="1300" kern="1200" dirty="0" smtClean="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1pPr>
              <a:lvl2pPr marL="17780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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2pPr>
              <a:lvl3pPr marL="361950" indent="-18415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3pPr>
              <a:lvl4pPr marL="5397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4pPr>
              <a:lvl5pPr marL="7175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>
                <a:lnSpc>
                  <a:spcPct val="100000"/>
                </a:lnSpc>
                <a:buNone/>
              </a:pPr>
              <a:r>
                <a:rPr lang="en-US" b="1" dirty="0">
                  <a:solidFill>
                    <a:schemeClr val="accent1"/>
                  </a:solidFill>
                  <a:ea typeface="+mn-ea"/>
                  <a:cs typeface="+mn-cs"/>
                </a:rPr>
                <a:t>High available Test Infrastructure</a:t>
              </a:r>
              <a:endParaRPr lang="en-US" dirty="0">
                <a:ea typeface="+mn-ea"/>
                <a:cs typeface="+mn-cs"/>
              </a:endParaRP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8E2B30B4-9D6D-9FA8-B83E-A68159E879C1}"/>
              </a:ext>
            </a:extLst>
          </p:cNvPr>
          <p:cNvGrpSpPr/>
          <p:nvPr/>
        </p:nvGrpSpPr>
        <p:grpSpPr>
          <a:xfrm>
            <a:off x="385098" y="4207492"/>
            <a:ext cx="4336255" cy="2442531"/>
            <a:chOff x="455203" y="4328025"/>
            <a:chExt cx="4439885" cy="2442531"/>
          </a:xfrm>
        </p:grpSpPr>
        <p:sp>
          <p:nvSpPr>
            <p:cNvPr id="16" name="Textplatzhalter 7">
              <a:extLst>
                <a:ext uri="{FF2B5EF4-FFF2-40B4-BE49-F238E27FC236}">
                  <a16:creationId xmlns:a16="http://schemas.microsoft.com/office/drawing/2014/main" id="{AA5B057D-ACE9-5DFF-F565-C1F4D41687A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55203" y="4328025"/>
              <a:ext cx="4439885" cy="244253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5"/>
              </a:solidFill>
            </a:ln>
          </p:spPr>
          <p:txBody>
            <a:bodyPr vert="horz" wrap="square" lIns="108000" tIns="72000" rIns="108000" bIns="72000" rtlCol="0" anchor="t">
              <a:noAutofit/>
            </a:bodyPr>
            <a:lstStyle>
              <a:lvl1pPr marL="0" indent="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Arial" pitchFamily="34" charset="0"/>
                <a:buNone/>
                <a:defRPr lang="de-DE" sz="1300" kern="1200" dirty="0" smtClean="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1pPr>
              <a:lvl2pPr marL="17780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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2pPr>
              <a:lvl3pPr marL="361950" indent="-18415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3pPr>
              <a:lvl4pPr marL="5397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4pPr>
              <a:lvl5pPr marL="7175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lnSpc>
                  <a:spcPct val="100000"/>
                </a:lnSpc>
                <a:buFont typeface="Courier New" panose="02070309020205020404" pitchFamily="49" charset="0"/>
                <a:buChar char="o"/>
              </a:pPr>
              <a:endParaRPr lang="en-US" sz="1200" dirty="0"/>
            </a:p>
            <a:p>
              <a:pPr lvl="1">
                <a:lnSpc>
                  <a:spcPct val="100000"/>
                </a:lnSpc>
                <a:buFont typeface="Courier New" panose="02070309020205020404" pitchFamily="49" charset="0"/>
                <a:buChar char="o"/>
              </a:pPr>
              <a:endParaRPr lang="en-US" sz="1200" dirty="0"/>
            </a:p>
            <a:p>
              <a:pPr lvl="1">
                <a:lnSpc>
                  <a:spcPct val="100000"/>
                </a:lnSpc>
                <a:buFont typeface="Courier New" panose="02070309020205020404" pitchFamily="49" charset="0"/>
                <a:buChar char="o"/>
              </a:pPr>
              <a:endParaRPr lang="en-US" sz="1200" dirty="0"/>
            </a:p>
            <a:p>
              <a:pPr lvl="1">
                <a:lnSpc>
                  <a:spcPct val="100000"/>
                </a:lnSpc>
                <a:buFont typeface="Courier New" panose="02070309020205020404" pitchFamily="49" charset="0"/>
                <a:buChar char="o"/>
              </a:pPr>
              <a:endParaRPr lang="en-US" sz="1200" dirty="0"/>
            </a:p>
          </p:txBody>
        </p:sp>
        <p:sp>
          <p:nvSpPr>
            <p:cNvPr id="20" name="Textplatzhalter 7">
              <a:extLst>
                <a:ext uri="{FF2B5EF4-FFF2-40B4-BE49-F238E27FC236}">
                  <a16:creationId xmlns:a16="http://schemas.microsoft.com/office/drawing/2014/main" id="{2661FF60-F613-4F66-1DE9-F77964E1FC92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55203" y="4328026"/>
              <a:ext cx="4439885" cy="429596"/>
            </a:xfrm>
            <a:prstGeom prst="rect">
              <a:avLst/>
            </a:prstGeom>
            <a:solidFill>
              <a:schemeClr val="bg2"/>
            </a:solidFill>
            <a:ln w="6350">
              <a:noFill/>
            </a:ln>
          </p:spPr>
          <p:txBody>
            <a:bodyPr vert="horz" wrap="square" lIns="108000" tIns="72000" rIns="108000" bIns="72000" rtlCol="0" anchor="ctr">
              <a:noAutofit/>
            </a:bodyPr>
            <a:lstStyle>
              <a:lvl1pPr marL="0" indent="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Arial" pitchFamily="34" charset="0"/>
                <a:buNone/>
                <a:defRPr lang="de-DE" sz="1300" kern="1200" dirty="0" smtClean="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1pPr>
              <a:lvl2pPr marL="17780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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2pPr>
              <a:lvl3pPr marL="361950" indent="-18415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3pPr>
              <a:lvl4pPr marL="5397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4pPr>
              <a:lvl5pPr marL="7175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>
                <a:lnSpc>
                  <a:spcPct val="100000"/>
                </a:lnSpc>
                <a:buNone/>
              </a:pPr>
              <a:r>
                <a:rPr lang="en-US" b="1" dirty="0">
                  <a:solidFill>
                    <a:schemeClr val="accent1"/>
                  </a:solidFill>
                  <a:ea typeface="+mn-ea"/>
                  <a:cs typeface="+mn-cs"/>
                </a:rPr>
                <a:t>Fast and efficient data provisioning</a:t>
              </a:r>
              <a:endParaRPr lang="en-US" dirty="0">
                <a:ea typeface="+mn-ea"/>
                <a:cs typeface="+mn-cs"/>
              </a:endParaRP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9F6A2C6F-E42B-17E1-37F7-0D34CE1058DB}"/>
              </a:ext>
            </a:extLst>
          </p:cNvPr>
          <p:cNvGrpSpPr/>
          <p:nvPr/>
        </p:nvGrpSpPr>
        <p:grpSpPr>
          <a:xfrm>
            <a:off x="7370061" y="4207492"/>
            <a:ext cx="4416554" cy="2442532"/>
            <a:chOff x="7447313" y="4328026"/>
            <a:chExt cx="4439885" cy="1968699"/>
          </a:xfrm>
        </p:grpSpPr>
        <p:sp>
          <p:nvSpPr>
            <p:cNvPr id="17" name="Textplatzhalter 7">
              <a:extLst>
                <a:ext uri="{FF2B5EF4-FFF2-40B4-BE49-F238E27FC236}">
                  <a16:creationId xmlns:a16="http://schemas.microsoft.com/office/drawing/2014/main" id="{0A670004-AC1A-C2D5-FD64-FFDC93355EE3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447314" y="4328026"/>
              <a:ext cx="4439884" cy="19686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5"/>
              </a:solidFill>
            </a:ln>
          </p:spPr>
          <p:txBody>
            <a:bodyPr vert="horz" wrap="square" lIns="108000" tIns="72000" rIns="108000" bIns="72000" rtlCol="0" anchor="t">
              <a:noAutofit/>
            </a:bodyPr>
            <a:lstStyle>
              <a:lvl1pPr marL="0" indent="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Arial" pitchFamily="34" charset="0"/>
                <a:buNone/>
                <a:defRPr lang="de-DE" sz="1300" kern="1200" dirty="0" smtClean="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1pPr>
              <a:lvl2pPr marL="17780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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2pPr>
              <a:lvl3pPr marL="361950" indent="-18415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3pPr>
              <a:lvl4pPr marL="5397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4pPr>
              <a:lvl5pPr marL="717550" indent="-177800" algn="l" rtl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 kern="1200">
                  <a:solidFill>
                    <a:schemeClr val="tx1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lnSpc>
                  <a:spcPct val="100000"/>
                </a:lnSpc>
                <a:buFont typeface="Courier New" panose="02070309020205020404" pitchFamily="49" charset="0"/>
                <a:buChar char="o"/>
              </a:pPr>
              <a:endParaRPr lang="en-US" sz="1200" dirty="0">
                <a:ea typeface="+mn-ea"/>
                <a:cs typeface="+mn-cs"/>
              </a:endParaRPr>
            </a:p>
          </p:txBody>
        </p:sp>
        <p:sp>
          <p:nvSpPr>
            <p:cNvPr id="21" name="Textplatzhalter 7">
              <a:extLst>
                <a:ext uri="{FF2B5EF4-FFF2-40B4-BE49-F238E27FC236}">
                  <a16:creationId xmlns:a16="http://schemas.microsoft.com/office/drawing/2014/main" id="{3DCE455F-411E-E3A9-CA58-D3C71507FD1E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447313" y="4328027"/>
              <a:ext cx="4439885" cy="346258"/>
            </a:xfrm>
            <a:prstGeom prst="rect">
              <a:avLst/>
            </a:prstGeom>
            <a:solidFill>
              <a:schemeClr val="bg2"/>
            </a:solidFill>
            <a:ln w="6350">
              <a:noFill/>
            </a:ln>
          </p:spPr>
          <p:txBody>
            <a:bodyPr vert="horz" wrap="square" lIns="108000" tIns="72000" rIns="108000" bIns="72000" rtlCol="0" anchor="ctr">
              <a:noAutofit/>
            </a:bodyPr>
            <a:lstStyle>
              <a:defPPr>
                <a:defRPr lang="en-US"/>
              </a:defPPr>
              <a:lvl1pPr indent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Arial" pitchFamily="34" charset="0"/>
                <a:buNone/>
                <a:defRPr sz="1300">
                  <a:ea typeface="Verdana" pitchFamily="34" charset="0"/>
                  <a:cs typeface="Verdana" pitchFamily="34" charset="0"/>
                </a:defRPr>
              </a:lvl1pPr>
              <a:lvl2pPr marL="0" lvl="1" indent="0" fontAlgn="base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None/>
                <a:defRPr sz="1300" b="1">
                  <a:solidFill>
                    <a:schemeClr val="accent1"/>
                  </a:solidFill>
                </a:defRPr>
              </a:lvl2pPr>
              <a:lvl3pPr marL="361950" indent="-18415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>
                  <a:ea typeface="Verdana" pitchFamily="34" charset="0"/>
                  <a:cs typeface="Verdana" pitchFamily="34" charset="0"/>
                </a:defRPr>
              </a:lvl3pPr>
              <a:lvl4pPr marL="539750" indent="-17780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>
                  <a:ea typeface="Verdana" pitchFamily="34" charset="0"/>
                  <a:cs typeface="Verdana" pitchFamily="34" charset="0"/>
                </a:defRPr>
              </a:lvl4pPr>
              <a:lvl5pPr marL="717550" indent="-17780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>
                  <a:ea typeface="Verdana" pitchFamily="34" charset="0"/>
                  <a:cs typeface="Verdana" pitchFamily="34" charset="0"/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lvl="1"/>
              <a:r>
                <a:rPr lang="en-US" dirty="0"/>
                <a:t>New WoW within Test Infrastructure Provisioning</a:t>
              </a:r>
            </a:p>
          </p:txBody>
        </p:sp>
      </p:grpSp>
      <p:pic>
        <p:nvPicPr>
          <p:cNvPr id="29" name="Picture 2">
            <a:extLst>
              <a:ext uri="{FF2B5EF4-FFF2-40B4-BE49-F238E27FC236}">
                <a16:creationId xmlns:a16="http://schemas.microsoft.com/office/drawing/2014/main" id="{97740C90-723B-4BC2-92F9-89FCE35AD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339" y="2745948"/>
            <a:ext cx="2157987" cy="209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C30DF779-335D-E0F9-A09D-C7A7D693F431}"/>
              </a:ext>
            </a:extLst>
          </p:cNvPr>
          <p:cNvSpPr txBox="1"/>
          <p:nvPr/>
        </p:nvSpPr>
        <p:spPr>
          <a:xfrm>
            <a:off x="488465" y="2164803"/>
            <a:ext cx="4336255" cy="150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AU" sz="1400" dirty="0"/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AU" sz="1400" dirty="0"/>
              <a:t>Ready 2 use test approach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Ramp Up training for Countries available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AU" sz="1400" dirty="0"/>
              <a:t>QA improved CI/CD pipeline + Golden Path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AU" sz="1400" dirty="0"/>
              <a:t>Defined Quality Gates per Environment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AU" sz="1400" dirty="0"/>
              <a:t>Efficient tooling for test in place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AU" sz="1400" dirty="0"/>
              <a:t>Defined Set of Roles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D6699D2-53B6-CE85-D272-C32315F4673E}"/>
              </a:ext>
            </a:extLst>
          </p:cNvPr>
          <p:cNvSpPr txBox="1"/>
          <p:nvPr/>
        </p:nvSpPr>
        <p:spPr>
          <a:xfrm>
            <a:off x="7447312" y="2203346"/>
            <a:ext cx="4336255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en-AU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Maximum availability of test systems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Automated health checks for all test systems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Templates &amp; golden Path for implementation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APIs to expose health state per system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Central “</a:t>
            </a:r>
            <a:r>
              <a:rPr lang="en-AU" sz="1400" b="1" dirty="0"/>
              <a:t>T</a:t>
            </a:r>
            <a:r>
              <a:rPr lang="en-AU" sz="1400" dirty="0"/>
              <a:t>est </a:t>
            </a:r>
            <a:r>
              <a:rPr lang="en-AU" sz="1400" b="1" dirty="0"/>
              <a:t>S</a:t>
            </a:r>
            <a:r>
              <a:rPr lang="en-AU" sz="1400" dirty="0"/>
              <a:t>ystem </a:t>
            </a:r>
            <a:r>
              <a:rPr lang="en-AU" sz="1400" b="1" dirty="0" err="1"/>
              <a:t>A</a:t>
            </a:r>
            <a:r>
              <a:rPr lang="en-AU" sz="1400" dirty="0" err="1"/>
              <a:t>vailibiliy</a:t>
            </a:r>
            <a:r>
              <a:rPr lang="en-AU" sz="1400" dirty="0"/>
              <a:t>” system</a:t>
            </a:r>
          </a:p>
          <a:p>
            <a:pPr algn="l"/>
            <a:endParaRPr lang="en-AU" sz="1400" dirty="0"/>
          </a:p>
          <a:p>
            <a:pPr marL="285750" indent="-285750" algn="l">
              <a:buFontTx/>
              <a:buChar char="-"/>
            </a:pPr>
            <a:endParaRPr lang="en-AU" sz="1400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A982483-2157-F800-71E9-EB8BD9C66692}"/>
              </a:ext>
            </a:extLst>
          </p:cNvPr>
          <p:cNvSpPr txBox="1"/>
          <p:nvPr/>
        </p:nvSpPr>
        <p:spPr>
          <a:xfrm>
            <a:off x="485684" y="4674060"/>
            <a:ext cx="4336255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en-AU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Defined business test cases (dependency!)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Defined test data per test case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Toolset (make/buy) to distribute test data</a:t>
            </a: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en-AU" sz="1400" dirty="0"/>
              <a:t>secure &amp; reliable</a:t>
            </a: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en-AU" sz="1400" dirty="0"/>
              <a:t>fast &amp; automated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Team to support and maintain </a:t>
            </a:r>
            <a:r>
              <a:rPr lang="en-AU" sz="1400" dirty="0" err="1"/>
              <a:t>testdata</a:t>
            </a:r>
            <a:endParaRPr lang="en-AU" sz="1400" dirty="0"/>
          </a:p>
          <a:p>
            <a:pPr marL="285750" indent="-285750" algn="l">
              <a:buFontTx/>
              <a:buChar char="-"/>
            </a:pPr>
            <a:endParaRPr lang="en-AU" sz="1400" dirty="0"/>
          </a:p>
          <a:p>
            <a:pPr marL="285750" indent="-285750" algn="l">
              <a:buFontTx/>
              <a:buChar char="-"/>
            </a:pPr>
            <a:endParaRPr lang="en-AU" sz="1400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7B6D63F-C0B8-8186-642B-A98A84536BB4}"/>
              </a:ext>
            </a:extLst>
          </p:cNvPr>
          <p:cNvSpPr txBox="1"/>
          <p:nvPr/>
        </p:nvSpPr>
        <p:spPr>
          <a:xfrm>
            <a:off x="7447311" y="4748003"/>
            <a:ext cx="4336255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A test environment that is able to switch seamless between different countries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Test &amp; Rollout Schedule per country (dependency!)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Test Environment Plan per country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Toggle Management Approach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POC of preferred solution with 2-3 teams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400" dirty="0"/>
              <a:t>Implementation and Rollout of Toggle Management</a:t>
            </a:r>
          </a:p>
          <a:p>
            <a:pPr marL="285750" indent="-285750" algn="l">
              <a:buFontTx/>
              <a:buChar char="-"/>
            </a:pPr>
            <a:endParaRPr lang="en-AU" sz="1400" dirty="0"/>
          </a:p>
          <a:p>
            <a:pPr marL="285750" indent="-285750" algn="l">
              <a:buFontTx/>
              <a:buChar char="-"/>
            </a:pPr>
            <a:endParaRPr lang="en-AU" sz="1400" dirty="0"/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FE751F88-0F5D-556F-5AF8-141FAD0CA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6390" y="-257018"/>
            <a:ext cx="1313804" cy="127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332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A59DBE-FA5E-E467-E50E-8731A3638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02A9A6F-868B-F377-F70B-D3C80ED0A7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3257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9" imgH="350" progId="TCLayout.ActiveDocument.1">
                  <p:embed/>
                </p:oleObj>
              </mc:Choice>
              <mc:Fallback>
                <p:oleObj name="think-cell Folie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2A9A6F-868B-F377-F70B-D3C80ED0A7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17CF3C7-2755-85E5-46D9-72A25CB96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53" y="196251"/>
            <a:ext cx="10087200" cy="387798"/>
          </a:xfrm>
        </p:spPr>
        <p:txBody>
          <a:bodyPr vert="horz"/>
          <a:lstStyle/>
          <a:p>
            <a:r>
              <a:rPr lang="en-US" sz="2800" dirty="0"/>
              <a:t>Working Cluster and more detailed outcomes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B4B0DA95-95B5-242C-3101-8025A3AB5539}"/>
              </a:ext>
            </a:extLst>
          </p:cNvPr>
          <p:cNvSpPr txBox="1">
            <a:spLocks/>
          </p:cNvSpPr>
          <p:nvPr/>
        </p:nvSpPr>
        <p:spPr bwMode="gray">
          <a:xfrm>
            <a:off x="4527015" y="737922"/>
            <a:ext cx="3137890" cy="61713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1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bg1"/>
                </a:solidFill>
                <a:latin typeface="+mn-lt"/>
              </a:rPr>
              <a:t>NextGen QA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08844B9A-422B-815D-B689-EEA2932F7625}"/>
              </a:ext>
            </a:extLst>
          </p:cNvPr>
          <p:cNvSpPr txBox="1">
            <a:spLocks/>
          </p:cNvSpPr>
          <p:nvPr/>
        </p:nvSpPr>
        <p:spPr bwMode="gray">
          <a:xfrm>
            <a:off x="261018" y="2962086"/>
            <a:ext cx="2784975" cy="617137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b="1">
                <a:solidFill>
                  <a:schemeClr val="accent1"/>
                </a:solidFill>
              </a:rPr>
              <a:t>Governance, Tools &amp; Processes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EFC538D3-7EE4-6ACB-035B-C038397BFB45}"/>
              </a:ext>
            </a:extLst>
          </p:cNvPr>
          <p:cNvSpPr txBox="1">
            <a:spLocks/>
          </p:cNvSpPr>
          <p:nvPr/>
        </p:nvSpPr>
        <p:spPr bwMode="gray">
          <a:xfrm>
            <a:off x="3253217" y="2962086"/>
            <a:ext cx="2784975" cy="617137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b="1">
                <a:solidFill>
                  <a:schemeClr val="accent1"/>
                </a:solidFill>
                <a:ea typeface="+mn-ea"/>
                <a:cs typeface="+mn-cs"/>
              </a:rPr>
              <a:t>Test Data Automation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CBE14DE8-D6BF-9BE6-A82B-C0128F73565D}"/>
              </a:ext>
            </a:extLst>
          </p:cNvPr>
          <p:cNvSpPr txBox="1">
            <a:spLocks/>
          </p:cNvSpPr>
          <p:nvPr/>
        </p:nvSpPr>
        <p:spPr bwMode="gray">
          <a:xfrm>
            <a:off x="6180967" y="2962086"/>
            <a:ext cx="2784974" cy="617137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b="1">
                <a:solidFill>
                  <a:schemeClr val="accent1"/>
                </a:solidFill>
              </a:rPr>
              <a:t>Environment Health &amp; Availability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2" name="Rechteck 7">
            <a:extLst>
              <a:ext uri="{FF2B5EF4-FFF2-40B4-BE49-F238E27FC236}">
                <a16:creationId xmlns:a16="http://schemas.microsoft.com/office/drawing/2014/main" id="{4104F64C-FA2D-511C-A337-CCEFDCC9D661}"/>
              </a:ext>
            </a:extLst>
          </p:cNvPr>
          <p:cNvSpPr>
            <a:spLocks/>
          </p:cNvSpPr>
          <p:nvPr/>
        </p:nvSpPr>
        <p:spPr>
          <a:xfrm>
            <a:off x="928962" y="3230985"/>
            <a:ext cx="372166" cy="348238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400"/>
              </a:spcBef>
            </a:pPr>
            <a:endParaRPr lang="en-US" sz="130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</p:txBody>
      </p:sp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4D5ACA88-A25F-C88E-0FA4-E57A2A73EE79}"/>
              </a:ext>
            </a:extLst>
          </p:cNvPr>
          <p:cNvSpPr txBox="1">
            <a:spLocks/>
          </p:cNvSpPr>
          <p:nvPr/>
        </p:nvSpPr>
        <p:spPr bwMode="gray">
          <a:xfrm>
            <a:off x="3253218" y="3708865"/>
            <a:ext cx="2784975" cy="303682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t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i="1" dirty="0">
                <a:solidFill>
                  <a:srgbClr val="9000FF"/>
                </a:solidFill>
                <a:ea typeface="+mn-ea"/>
                <a:cs typeface="+mn-cs"/>
              </a:rPr>
              <a:t>Definition of core-processes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i="1" dirty="0">
                <a:solidFill>
                  <a:srgbClr val="9000FF"/>
                </a:solidFill>
                <a:ea typeface="+mn-ea"/>
                <a:cs typeface="+mn-cs"/>
              </a:rPr>
              <a:t>Definition of test data needed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Gap Analysis </a:t>
            </a:r>
            <a:r>
              <a:rPr lang="en-US" sz="1200" dirty="0" err="1">
                <a:ea typeface="+mn-ea"/>
                <a:cs typeface="+mn-cs"/>
              </a:rPr>
              <a:t>AsIs</a:t>
            </a:r>
            <a:r>
              <a:rPr lang="en-US" sz="1200" dirty="0">
                <a:ea typeface="+mn-ea"/>
                <a:cs typeface="+mn-cs"/>
              </a:rPr>
              <a:t> &amp; </a:t>
            </a:r>
            <a:r>
              <a:rPr lang="en-US" sz="1200" dirty="0" err="1">
                <a:ea typeface="+mn-ea"/>
                <a:cs typeface="+mn-cs"/>
              </a:rPr>
              <a:t>ToBe</a:t>
            </a:r>
            <a:endParaRPr lang="en-US" sz="1200" dirty="0">
              <a:ea typeface="+mn-ea"/>
              <a:cs typeface="+mn-cs"/>
            </a:endParaRP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Approach how to close the gap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Checkpoint: Buy or Build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Agentic AI as approach (see Backup)</a:t>
            </a:r>
          </a:p>
          <a:p>
            <a:pPr lvl="2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Synthetic Data</a:t>
            </a:r>
          </a:p>
          <a:p>
            <a:pPr lvl="2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Masking</a:t>
            </a:r>
          </a:p>
          <a:p>
            <a:pPr lvl="2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Provisioning</a:t>
            </a:r>
          </a:p>
          <a:p>
            <a:pPr lvl="2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…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Change Management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Rollout and Training</a:t>
            </a:r>
          </a:p>
          <a:p>
            <a:pPr marL="0" lvl="1" indent="0">
              <a:lnSpc>
                <a:spcPct val="100000"/>
              </a:lnSpc>
              <a:buNone/>
            </a:pPr>
            <a:endParaRPr lang="en-US" sz="1400" dirty="0">
              <a:ea typeface="+mn-ea"/>
              <a:cs typeface="+mn-cs"/>
            </a:endParaRPr>
          </a:p>
        </p:txBody>
      </p:sp>
      <p:sp>
        <p:nvSpPr>
          <p:cNvPr id="26" name="Rechteck 9">
            <a:extLst>
              <a:ext uri="{FF2B5EF4-FFF2-40B4-BE49-F238E27FC236}">
                <a16:creationId xmlns:a16="http://schemas.microsoft.com/office/drawing/2014/main" id="{00883FD8-6392-1A02-B7D8-D8DFF2BEFD6D}"/>
              </a:ext>
            </a:extLst>
          </p:cNvPr>
          <p:cNvSpPr>
            <a:spLocks/>
          </p:cNvSpPr>
          <p:nvPr/>
        </p:nvSpPr>
        <p:spPr>
          <a:xfrm>
            <a:off x="7454697" y="3225653"/>
            <a:ext cx="372166" cy="348238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400"/>
              </a:spcBef>
            </a:pPr>
            <a:endParaRPr lang="en-US" sz="130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</p:txBody>
      </p:sp>
      <p:pic>
        <p:nvPicPr>
          <p:cNvPr id="33" name="Grafik 51">
            <a:extLst>
              <a:ext uri="{FF2B5EF4-FFF2-40B4-BE49-F238E27FC236}">
                <a16:creationId xmlns:a16="http://schemas.microsoft.com/office/drawing/2014/main" id="{B274FBAC-CD4C-25B0-1CC0-67647F48458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3477" y="1583545"/>
            <a:ext cx="551467" cy="551467"/>
          </a:xfrm>
          <a:prstGeom prst="rect">
            <a:avLst/>
          </a:prstGeom>
        </p:spPr>
      </p:pic>
      <p:pic>
        <p:nvPicPr>
          <p:cNvPr id="36" name="Grafik 54">
            <a:extLst>
              <a:ext uri="{FF2B5EF4-FFF2-40B4-BE49-F238E27FC236}">
                <a16:creationId xmlns:a16="http://schemas.microsoft.com/office/drawing/2014/main" id="{7EC21513-656A-322E-2C17-03228C9AE6D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93520" y="3069927"/>
            <a:ext cx="551467" cy="551467"/>
          </a:xfrm>
          <a:prstGeom prst="rect">
            <a:avLst/>
          </a:prstGeom>
        </p:spPr>
      </p:pic>
      <p:sp>
        <p:nvSpPr>
          <p:cNvPr id="64" name="Rechteck 9">
            <a:extLst>
              <a:ext uri="{FF2B5EF4-FFF2-40B4-BE49-F238E27FC236}">
                <a16:creationId xmlns:a16="http://schemas.microsoft.com/office/drawing/2014/main" id="{53282441-EE39-6AA4-D79D-B291938FA740}"/>
              </a:ext>
            </a:extLst>
          </p:cNvPr>
          <p:cNvSpPr>
            <a:spLocks/>
          </p:cNvSpPr>
          <p:nvPr/>
        </p:nvSpPr>
        <p:spPr>
          <a:xfrm>
            <a:off x="7607097" y="3378053"/>
            <a:ext cx="372166" cy="348238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400"/>
              </a:spcBef>
            </a:pPr>
            <a:endParaRPr lang="en-US" sz="130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</p:txBody>
      </p:sp>
      <p:sp>
        <p:nvSpPr>
          <p:cNvPr id="71" name="Textplatzhalter 7">
            <a:extLst>
              <a:ext uri="{FF2B5EF4-FFF2-40B4-BE49-F238E27FC236}">
                <a16:creationId xmlns:a16="http://schemas.microsoft.com/office/drawing/2014/main" id="{16F33321-681F-7A55-EBBB-7488B5F5FE51}"/>
              </a:ext>
            </a:extLst>
          </p:cNvPr>
          <p:cNvSpPr txBox="1">
            <a:spLocks/>
          </p:cNvSpPr>
          <p:nvPr/>
        </p:nvSpPr>
        <p:spPr bwMode="gray">
          <a:xfrm>
            <a:off x="9097912" y="2962086"/>
            <a:ext cx="2784974" cy="617137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b="1">
                <a:solidFill>
                  <a:schemeClr val="accent1"/>
                </a:solidFill>
              </a:rPr>
              <a:t>Environment Toggling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72" name="Rechteck 9">
            <a:extLst>
              <a:ext uri="{FF2B5EF4-FFF2-40B4-BE49-F238E27FC236}">
                <a16:creationId xmlns:a16="http://schemas.microsoft.com/office/drawing/2014/main" id="{334D9455-1BF0-52C6-8A06-DE43934090F1}"/>
              </a:ext>
            </a:extLst>
          </p:cNvPr>
          <p:cNvSpPr>
            <a:spLocks/>
          </p:cNvSpPr>
          <p:nvPr/>
        </p:nvSpPr>
        <p:spPr>
          <a:xfrm>
            <a:off x="10371642" y="3225653"/>
            <a:ext cx="372166" cy="348238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400"/>
              </a:spcBef>
            </a:pPr>
            <a:endParaRPr lang="en-US" sz="130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</p:txBody>
      </p:sp>
      <p:sp>
        <p:nvSpPr>
          <p:cNvPr id="73" name="Textplatzhalter 7">
            <a:extLst>
              <a:ext uri="{FF2B5EF4-FFF2-40B4-BE49-F238E27FC236}">
                <a16:creationId xmlns:a16="http://schemas.microsoft.com/office/drawing/2014/main" id="{4A336F34-32A4-7FAD-20D9-23EB03A05ACD}"/>
              </a:ext>
            </a:extLst>
          </p:cNvPr>
          <p:cNvSpPr txBox="1">
            <a:spLocks/>
          </p:cNvSpPr>
          <p:nvPr/>
        </p:nvSpPr>
        <p:spPr bwMode="gray">
          <a:xfrm>
            <a:off x="9097912" y="3697352"/>
            <a:ext cx="2784975" cy="303682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t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i="1" dirty="0">
                <a:solidFill>
                  <a:srgbClr val="9000FF"/>
                </a:solidFill>
                <a:ea typeface="+mn-ea"/>
                <a:cs typeface="+mn-cs"/>
              </a:rPr>
              <a:t>Documentation of Test &amp; Rollout Schedule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i="1" dirty="0">
                <a:solidFill>
                  <a:srgbClr val="9000FF"/>
                </a:solidFill>
                <a:ea typeface="+mn-ea"/>
                <a:cs typeface="+mn-cs"/>
              </a:rPr>
              <a:t>Creation of an environment schedule by country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Analyzing toggle management as a solution to switch environments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Document teams impacted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Check for Make or Buy Solutions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Implement Solution to realize / support test schedule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Train &amp; Rollout (Developer Toggling)</a:t>
            </a:r>
          </a:p>
          <a:p>
            <a:pPr marL="0" lvl="1" indent="0">
              <a:lnSpc>
                <a:spcPct val="100000"/>
              </a:lnSpc>
              <a:buNone/>
            </a:pPr>
            <a:endParaRPr lang="en-US" sz="1400" dirty="0">
              <a:ea typeface="+mn-ea"/>
              <a:cs typeface="+mn-cs"/>
            </a:endParaRPr>
          </a:p>
          <a:p>
            <a:pPr marL="0" lvl="1" indent="0">
              <a:lnSpc>
                <a:spcPct val="100000"/>
              </a:lnSpc>
              <a:buNone/>
            </a:pPr>
            <a:endParaRPr lang="en-US" sz="1400" dirty="0">
              <a:ea typeface="+mn-ea"/>
              <a:cs typeface="+mn-cs"/>
            </a:endParaRPr>
          </a:p>
          <a:p>
            <a:pPr marL="0" lvl="1" indent="0">
              <a:lnSpc>
                <a:spcPct val="100000"/>
              </a:lnSpc>
              <a:buNone/>
            </a:pPr>
            <a:endParaRPr lang="en-US" sz="1400" dirty="0">
              <a:ea typeface="+mn-ea"/>
              <a:cs typeface="+mn-cs"/>
            </a:endParaRPr>
          </a:p>
        </p:txBody>
      </p:sp>
      <p:sp>
        <p:nvSpPr>
          <p:cNvPr id="79" name="Rechteck 9">
            <a:extLst>
              <a:ext uri="{FF2B5EF4-FFF2-40B4-BE49-F238E27FC236}">
                <a16:creationId xmlns:a16="http://schemas.microsoft.com/office/drawing/2014/main" id="{8B95515D-2ED0-2E95-67A9-83DBBA7CCBAE}"/>
              </a:ext>
            </a:extLst>
          </p:cNvPr>
          <p:cNvSpPr>
            <a:spLocks/>
          </p:cNvSpPr>
          <p:nvPr/>
        </p:nvSpPr>
        <p:spPr>
          <a:xfrm>
            <a:off x="10524042" y="3378053"/>
            <a:ext cx="372166" cy="348238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400"/>
              </a:spcBef>
            </a:pPr>
            <a:endParaRPr lang="en-US" sz="130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</p:txBody>
      </p:sp>
      <p:sp>
        <p:nvSpPr>
          <p:cNvPr id="82" name="Textplatzhalter 7">
            <a:extLst>
              <a:ext uri="{FF2B5EF4-FFF2-40B4-BE49-F238E27FC236}">
                <a16:creationId xmlns:a16="http://schemas.microsoft.com/office/drawing/2014/main" id="{2FC73C7F-B69D-C9A1-4B62-5A518842343F}"/>
              </a:ext>
            </a:extLst>
          </p:cNvPr>
          <p:cNvSpPr txBox="1">
            <a:spLocks/>
          </p:cNvSpPr>
          <p:nvPr/>
        </p:nvSpPr>
        <p:spPr bwMode="gray">
          <a:xfrm>
            <a:off x="8801032" y="1277961"/>
            <a:ext cx="2784975" cy="1413319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t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ea typeface="+mn-ea"/>
                <a:cs typeface="+mn-cs"/>
              </a:rPr>
              <a:t>Test Architecture &amp; Desing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Test Environment Design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Test Environment Setup/Gap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Test environment Schedule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…</a:t>
            </a:r>
          </a:p>
        </p:txBody>
      </p:sp>
      <p:sp>
        <p:nvSpPr>
          <p:cNvPr id="88" name="Textplatzhalter 7">
            <a:extLst>
              <a:ext uri="{FF2B5EF4-FFF2-40B4-BE49-F238E27FC236}">
                <a16:creationId xmlns:a16="http://schemas.microsoft.com/office/drawing/2014/main" id="{A546F108-8E71-87B9-1486-FA6396C534E4}"/>
              </a:ext>
            </a:extLst>
          </p:cNvPr>
          <p:cNvSpPr txBox="1">
            <a:spLocks/>
          </p:cNvSpPr>
          <p:nvPr/>
        </p:nvSpPr>
        <p:spPr bwMode="gray">
          <a:xfrm>
            <a:off x="4527015" y="1436477"/>
            <a:ext cx="3137890" cy="14338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t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>
                <a:ea typeface="+mn-ea"/>
                <a:cs typeface="+mn-cs"/>
              </a:rPr>
              <a:t>Project Management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>
                <a:ea typeface="+mn-ea"/>
                <a:cs typeface="+mn-cs"/>
              </a:rPr>
              <a:t>Project-&amp;Milestone Plan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>
                <a:ea typeface="+mn-ea"/>
                <a:cs typeface="+mn-cs"/>
              </a:rPr>
              <a:t>Backlog Creation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>
                <a:ea typeface="+mn-ea"/>
                <a:cs typeface="+mn-cs"/>
              </a:rPr>
              <a:t>Tracking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>
                <a:ea typeface="+mn-ea"/>
                <a:cs typeface="+mn-cs"/>
              </a:rPr>
              <a:t>Risk Management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>
                <a:ea typeface="+mn-ea"/>
                <a:cs typeface="+mn-cs"/>
              </a:rPr>
              <a:t>Reporting</a:t>
            </a:r>
          </a:p>
        </p:txBody>
      </p:sp>
      <p:pic>
        <p:nvPicPr>
          <p:cNvPr id="90" name="Grafik 51">
            <a:extLst>
              <a:ext uri="{FF2B5EF4-FFF2-40B4-BE49-F238E27FC236}">
                <a16:creationId xmlns:a16="http://schemas.microsoft.com/office/drawing/2014/main" id="{D56D1521-77BE-E7CF-A0E6-C456392D17D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3477" y="2288885"/>
            <a:ext cx="551467" cy="551467"/>
          </a:xfrm>
          <a:prstGeom prst="rect">
            <a:avLst/>
          </a:prstGeom>
        </p:spPr>
      </p:pic>
      <p:sp>
        <p:nvSpPr>
          <p:cNvPr id="2" name="Textplatzhalter 7">
            <a:extLst>
              <a:ext uri="{FF2B5EF4-FFF2-40B4-BE49-F238E27FC236}">
                <a16:creationId xmlns:a16="http://schemas.microsoft.com/office/drawing/2014/main" id="{03659EC7-9BA3-E730-700C-419F6030C41C}"/>
              </a:ext>
            </a:extLst>
          </p:cNvPr>
          <p:cNvSpPr txBox="1">
            <a:spLocks/>
          </p:cNvSpPr>
          <p:nvPr/>
        </p:nvSpPr>
        <p:spPr bwMode="gray">
          <a:xfrm>
            <a:off x="261018" y="3697351"/>
            <a:ext cx="2784975" cy="303682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t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Overall Test Approach &amp; Process</a:t>
            </a:r>
            <a:endParaRPr lang="en-US" sz="1200" dirty="0">
              <a:ea typeface="+mn-ea"/>
              <a:cs typeface="+mn-cs"/>
            </a:endParaRP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Deployment &amp; Fixing Process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Quality Gates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Definition of Test Stages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Pre-Conditions for Deployment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CI/CD QA Requirements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Golden Path for CI/CD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Overall Tooling Approach for Testing &amp; Test Cases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Overall Process Testing &amp; QA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Change Mngmt &amp; Training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ea typeface="+mn-ea"/>
                <a:cs typeface="+mn-cs"/>
              </a:rPr>
              <a:t>Team Support &amp; Enablement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6EB99D7F-BF3B-C376-FC48-ED69FFE41FED}"/>
              </a:ext>
            </a:extLst>
          </p:cNvPr>
          <p:cNvSpPr txBox="1">
            <a:spLocks/>
          </p:cNvSpPr>
          <p:nvPr/>
        </p:nvSpPr>
        <p:spPr bwMode="gray">
          <a:xfrm>
            <a:off x="6180966" y="3708865"/>
            <a:ext cx="2784975" cy="303682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t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/>
              <a:t>Definition of Teams to contribute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>
                <a:ea typeface="+mn-ea"/>
                <a:cs typeface="+mn-cs"/>
              </a:rPr>
              <a:t>Definition of health checks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>
                <a:ea typeface="+mn-ea"/>
                <a:cs typeface="+mn-cs"/>
              </a:rPr>
              <a:t>Prepare a template to reuse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>
                <a:ea typeface="+mn-ea"/>
                <a:cs typeface="+mn-cs"/>
              </a:rPr>
              <a:t>Implement health checks and APIs in respective teams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>
                <a:ea typeface="+mn-ea"/>
                <a:cs typeface="+mn-cs"/>
              </a:rPr>
              <a:t>Implement a central tooling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>
                <a:ea typeface="+mn-ea"/>
                <a:cs typeface="+mn-cs"/>
              </a:rPr>
              <a:t>Rollout and Training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>
                <a:ea typeface="+mn-ea"/>
                <a:cs typeface="+mn-cs"/>
              </a:rPr>
              <a:t>Maintenance</a:t>
            </a:r>
          </a:p>
        </p:txBody>
      </p:sp>
      <p:sp>
        <p:nvSpPr>
          <p:cNvPr id="32" name="Textplatzhalter 7">
            <a:extLst>
              <a:ext uri="{FF2B5EF4-FFF2-40B4-BE49-F238E27FC236}">
                <a16:creationId xmlns:a16="http://schemas.microsoft.com/office/drawing/2014/main" id="{CDE2E3EA-3A23-D17B-17EB-C082CE3A4E13}"/>
              </a:ext>
            </a:extLst>
          </p:cNvPr>
          <p:cNvSpPr txBox="1">
            <a:spLocks/>
          </p:cNvSpPr>
          <p:nvPr/>
        </p:nvSpPr>
        <p:spPr bwMode="gray">
          <a:xfrm>
            <a:off x="606753" y="1277961"/>
            <a:ext cx="2784975" cy="153373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t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ea typeface="+mn-ea"/>
                <a:cs typeface="+mn-cs"/>
              </a:rPr>
              <a:t>Design Authority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Decisions on</a:t>
            </a:r>
          </a:p>
          <a:p>
            <a:pPr lvl="2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Test Standard</a:t>
            </a:r>
          </a:p>
          <a:p>
            <a:pPr lvl="2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Test Processes</a:t>
            </a:r>
          </a:p>
          <a:p>
            <a:pPr lvl="2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Test Tools</a:t>
            </a:r>
          </a:p>
          <a:p>
            <a:pPr lvl="2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QA Engineering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E3EA62C2-AD7F-7078-89BC-4371BDA9705A}"/>
              </a:ext>
            </a:extLst>
          </p:cNvPr>
          <p:cNvSpPr txBox="1"/>
          <p:nvPr/>
        </p:nvSpPr>
        <p:spPr>
          <a:xfrm>
            <a:off x="8764802" y="839387"/>
            <a:ext cx="3305392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lvl="1" fontAlgn="base"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</a:pPr>
            <a:r>
              <a:rPr lang="en-US" sz="1400" i="1" dirty="0">
                <a:solidFill>
                  <a:srgbClr val="9000FF"/>
                </a:solidFill>
              </a:rPr>
              <a:t>Dependency to Business / Overall Project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BD086182-249C-FC40-6D0B-501C596EB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6390" y="-257018"/>
            <a:ext cx="1313804" cy="127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5179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3330B-BA26-3E0C-B494-CA10CBA0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835802B-AB36-C051-BDF8-65AFA54ED32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43043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7" imgH="348" progId="TCLayout.ActiveDocument.1">
                  <p:embed/>
                </p:oleObj>
              </mc:Choice>
              <mc:Fallback>
                <p:oleObj name="think-cell Folie" r:id="rId3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35802B-AB36-C051-BDF8-65AFA54ED3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08A7CC2-BD78-110C-7B3E-C15DD84DE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9601" y="2633911"/>
            <a:ext cx="7046911" cy="795089"/>
          </a:xfrm>
        </p:spPr>
        <p:txBody>
          <a:bodyPr vert="horz"/>
          <a:lstStyle/>
          <a:p>
            <a:r>
              <a:rPr lang="de-DE"/>
              <a:t>Organizational Setup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793C0F-3D4F-4E97-96A1-EC26FA87F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33" y="651245"/>
            <a:ext cx="2157987" cy="209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70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21712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49" imgH="350" progId="TCLayout.ActiveDocument.1">
                  <p:embed/>
                </p:oleObj>
              </mc:Choice>
              <mc:Fallback>
                <p:oleObj name="think-cell Folie" r:id="rId5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Textplatzhalter 7">
            <a:extLst>
              <a:ext uri="{FF2B5EF4-FFF2-40B4-BE49-F238E27FC236}">
                <a16:creationId xmlns:a16="http://schemas.microsoft.com/office/drawing/2014/main" id="{7C5E2629-7509-D37C-82E6-623FD141FBB2}"/>
              </a:ext>
            </a:extLst>
          </p:cNvPr>
          <p:cNvSpPr txBox="1">
            <a:spLocks/>
          </p:cNvSpPr>
          <p:nvPr/>
        </p:nvSpPr>
        <p:spPr bwMode="gray">
          <a:xfrm>
            <a:off x="9097911" y="4939482"/>
            <a:ext cx="2784975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>
                <a:solidFill>
                  <a:schemeClr val="accent1"/>
                </a:solidFill>
              </a:rPr>
              <a:t>NN Engineer (1-n)</a:t>
            </a:r>
            <a:endParaRPr lang="en-US" sz="1400" b="1">
              <a:solidFill>
                <a:schemeClr val="tx2"/>
              </a:solidFill>
              <a:ea typeface="+mn-ea"/>
              <a:cs typeface="+mn-cs"/>
            </a:endParaRPr>
          </a:p>
          <a:p>
            <a:pPr marL="0" lvl="1" indent="0">
              <a:lnSpc>
                <a:spcPct val="100000"/>
              </a:lnSpc>
              <a:buNone/>
            </a:pPr>
            <a:r>
              <a:rPr lang="en-US" sz="1400">
                <a:ea typeface="+mn-ea"/>
                <a:cs typeface="+mn-cs"/>
              </a:rPr>
              <a:t>1 Engineer per Team </a:t>
            </a:r>
            <a:r>
              <a:rPr lang="en-US" sz="1200">
                <a:ea typeface="+mn-ea"/>
                <a:cs typeface="+mn-cs"/>
              </a:rPr>
              <a:t>@20%</a:t>
            </a:r>
            <a:endParaRPr lang="en-US" sz="1400"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</p:spPr>
        <p:txBody>
          <a:bodyPr vert="horz"/>
          <a:lstStyle/>
          <a:p>
            <a:r>
              <a:rPr lang="en-US" sz="2800" dirty="0"/>
              <a:t>Organizational Setup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3FCEBC69-1F52-3E57-3B63-691CFD818976}"/>
              </a:ext>
            </a:extLst>
          </p:cNvPr>
          <p:cNvSpPr txBox="1">
            <a:spLocks/>
          </p:cNvSpPr>
          <p:nvPr/>
        </p:nvSpPr>
        <p:spPr bwMode="gray">
          <a:xfrm>
            <a:off x="4527015" y="737922"/>
            <a:ext cx="3137890" cy="61713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marR="0" lvl="1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chemeClr val="bg1"/>
                </a:solidFill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/>
              <a:t>NextGen QA</a:t>
            </a:r>
            <a:endParaRPr lang="en-US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57031FB8-6C37-79C7-C5F4-FB87AA26E371}"/>
              </a:ext>
            </a:extLst>
          </p:cNvPr>
          <p:cNvSpPr txBox="1">
            <a:spLocks/>
          </p:cNvSpPr>
          <p:nvPr/>
        </p:nvSpPr>
        <p:spPr bwMode="gray">
          <a:xfrm>
            <a:off x="261018" y="2962086"/>
            <a:ext cx="2784972" cy="617137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b="1">
                <a:solidFill>
                  <a:schemeClr val="accent1"/>
                </a:solidFill>
              </a:rPr>
              <a:t>Governance, Tools &amp; Processes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DB34D7C-DA95-4A0A-3BE3-74B828AA953D}"/>
              </a:ext>
            </a:extLst>
          </p:cNvPr>
          <p:cNvSpPr txBox="1">
            <a:spLocks/>
          </p:cNvSpPr>
          <p:nvPr/>
        </p:nvSpPr>
        <p:spPr bwMode="gray">
          <a:xfrm>
            <a:off x="3253217" y="2962086"/>
            <a:ext cx="2784975" cy="617137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b="1">
                <a:solidFill>
                  <a:schemeClr val="accent1"/>
                </a:solidFill>
                <a:ea typeface="+mn-ea"/>
                <a:cs typeface="+mn-cs"/>
              </a:rPr>
              <a:t>Test Data Automation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1F621B-984E-AE0F-2290-665E13EE57DB}"/>
              </a:ext>
            </a:extLst>
          </p:cNvPr>
          <p:cNvSpPr txBox="1">
            <a:spLocks/>
          </p:cNvSpPr>
          <p:nvPr/>
        </p:nvSpPr>
        <p:spPr bwMode="gray">
          <a:xfrm>
            <a:off x="6180967" y="2962086"/>
            <a:ext cx="2784974" cy="617137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b="1">
                <a:solidFill>
                  <a:schemeClr val="accent1"/>
                </a:solidFill>
              </a:rPr>
              <a:t>Environment Health &amp; Availability</a:t>
            </a:r>
            <a:endParaRPr lang="en-US" sz="1000"/>
          </a:p>
        </p:txBody>
      </p:sp>
      <p:sp>
        <p:nvSpPr>
          <p:cNvPr id="12" name="Rechteck 7">
            <a:extLst>
              <a:ext uri="{FF2B5EF4-FFF2-40B4-BE49-F238E27FC236}">
                <a16:creationId xmlns:a16="http://schemas.microsoft.com/office/drawing/2014/main" id="{6B0CF27D-FAC1-B711-DC6D-E13FC17FE03A}"/>
              </a:ext>
            </a:extLst>
          </p:cNvPr>
          <p:cNvSpPr>
            <a:spLocks/>
          </p:cNvSpPr>
          <p:nvPr/>
        </p:nvSpPr>
        <p:spPr>
          <a:xfrm>
            <a:off x="928962" y="3230985"/>
            <a:ext cx="372166" cy="348238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400"/>
              </a:spcBef>
            </a:pPr>
            <a:endParaRPr lang="en-US" sz="130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DF25949D-8128-CD22-6256-3024A510F2A1}"/>
              </a:ext>
            </a:extLst>
          </p:cNvPr>
          <p:cNvSpPr txBox="1">
            <a:spLocks/>
          </p:cNvSpPr>
          <p:nvPr/>
        </p:nvSpPr>
        <p:spPr bwMode="gray">
          <a:xfrm>
            <a:off x="261017" y="3623943"/>
            <a:ext cx="2784973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ea typeface="+mn-ea"/>
                <a:cs typeface="+mn-cs"/>
              </a:rPr>
              <a:t>Simon Trockel</a:t>
            </a:r>
            <a:br>
              <a:rPr lang="en-US" sz="1400" dirty="0">
                <a:solidFill>
                  <a:schemeClr val="tx2"/>
                </a:solidFill>
                <a:ea typeface="+mn-ea"/>
                <a:cs typeface="+mn-cs"/>
              </a:rPr>
            </a:br>
            <a:r>
              <a:rPr lang="en-US" sz="1400" dirty="0">
                <a:ea typeface="+mn-ea"/>
                <a:cs typeface="+mn-cs"/>
              </a:rPr>
              <a:t>Lead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4F70B2E6-A9C7-0084-1D25-A27216396262}"/>
              </a:ext>
            </a:extLst>
          </p:cNvPr>
          <p:cNvSpPr txBox="1">
            <a:spLocks/>
          </p:cNvSpPr>
          <p:nvPr/>
        </p:nvSpPr>
        <p:spPr bwMode="gray">
          <a:xfrm>
            <a:off x="261016" y="4290817"/>
            <a:ext cx="2784975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>
                <a:solidFill>
                  <a:schemeClr val="accent1"/>
                </a:solidFill>
              </a:rPr>
              <a:t>NN External</a:t>
            </a:r>
            <a:br>
              <a:rPr lang="en-US" sz="1400">
                <a:solidFill>
                  <a:schemeClr val="tx2"/>
                </a:solidFill>
                <a:ea typeface="+mn-ea"/>
                <a:cs typeface="+mn-cs"/>
              </a:rPr>
            </a:br>
            <a:r>
              <a:rPr lang="en-US" sz="1400">
                <a:ea typeface="+mn-ea"/>
                <a:cs typeface="+mn-cs"/>
              </a:rPr>
              <a:t>PMO &amp; Change </a:t>
            </a:r>
            <a:r>
              <a:rPr lang="en-US" sz="1400" err="1">
                <a:ea typeface="+mn-ea"/>
                <a:cs typeface="+mn-cs"/>
              </a:rPr>
              <a:t>Mnmt</a:t>
            </a:r>
            <a:r>
              <a:rPr lang="en-US" sz="1400">
                <a:ea typeface="+mn-ea"/>
                <a:cs typeface="+mn-cs"/>
              </a:rPr>
              <a:t>.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5F35C1A-5F9F-9E3B-640A-D2CB0CD36C66}"/>
              </a:ext>
            </a:extLst>
          </p:cNvPr>
          <p:cNvSpPr txBox="1">
            <a:spLocks/>
          </p:cNvSpPr>
          <p:nvPr/>
        </p:nvSpPr>
        <p:spPr bwMode="gray">
          <a:xfrm>
            <a:off x="251390" y="4975108"/>
            <a:ext cx="2794600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NN External(s)</a:t>
            </a:r>
            <a:br>
              <a:rPr lang="en-US" sz="1400" dirty="0">
                <a:solidFill>
                  <a:schemeClr val="tx2"/>
                </a:solidFill>
                <a:ea typeface="+mn-ea"/>
                <a:cs typeface="+mn-cs"/>
              </a:rPr>
            </a:br>
            <a:r>
              <a:rPr lang="en-US" sz="1400" dirty="0">
                <a:ea typeface="+mn-ea"/>
                <a:cs typeface="+mn-cs"/>
              </a:rPr>
              <a:t>Tool &amp; Process Specialist QA</a:t>
            </a:r>
          </a:p>
        </p:txBody>
      </p:sp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86161F24-42F6-13DB-A719-95EAC7708950}"/>
              </a:ext>
            </a:extLst>
          </p:cNvPr>
          <p:cNvSpPr txBox="1">
            <a:spLocks/>
          </p:cNvSpPr>
          <p:nvPr/>
        </p:nvSpPr>
        <p:spPr bwMode="gray">
          <a:xfrm>
            <a:off x="3242412" y="3621394"/>
            <a:ext cx="2784975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ea typeface="+mn-ea"/>
                <a:cs typeface="+mn-cs"/>
              </a:rPr>
              <a:t>Levente Miklos</a:t>
            </a:r>
            <a:br>
              <a:rPr lang="en-US" sz="1400" dirty="0">
                <a:solidFill>
                  <a:schemeClr val="tx2"/>
                </a:solidFill>
                <a:ea typeface="+mn-ea"/>
                <a:cs typeface="+mn-cs"/>
              </a:rPr>
            </a:br>
            <a:r>
              <a:rPr lang="en-US" sz="1400" dirty="0">
                <a:ea typeface="+mn-ea"/>
                <a:cs typeface="+mn-cs"/>
              </a:rPr>
              <a:t>Lead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0A6E9CD8-63AF-F053-53D0-2CE63EB7F872}"/>
              </a:ext>
            </a:extLst>
          </p:cNvPr>
          <p:cNvSpPr txBox="1">
            <a:spLocks/>
          </p:cNvSpPr>
          <p:nvPr/>
        </p:nvSpPr>
        <p:spPr bwMode="gray">
          <a:xfrm>
            <a:off x="3246108" y="4280633"/>
            <a:ext cx="2784975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Test Data Product Team</a:t>
            </a:r>
            <a:br>
              <a:rPr lang="en-US" sz="1400" dirty="0">
                <a:solidFill>
                  <a:schemeClr val="tx2"/>
                </a:solidFill>
                <a:ea typeface="+mn-ea"/>
                <a:cs typeface="+mn-cs"/>
              </a:rPr>
            </a:br>
            <a:r>
              <a:rPr lang="en-US" sz="1400" dirty="0">
                <a:ea typeface="+mn-ea"/>
                <a:cs typeface="+mn-cs"/>
              </a:rPr>
              <a:t>@Accesa + Artur </a:t>
            </a:r>
            <a:r>
              <a:rPr lang="de-DE" dirty="0"/>
              <a:t>Hayrapetyan</a:t>
            </a:r>
            <a:endParaRPr lang="en-US" sz="1400" dirty="0">
              <a:ea typeface="+mn-ea"/>
              <a:cs typeface="+mn-cs"/>
            </a:endParaRP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EB59F04C-EE90-5DF5-DD5B-FD6668A318D0}"/>
              </a:ext>
            </a:extLst>
          </p:cNvPr>
          <p:cNvSpPr txBox="1">
            <a:spLocks/>
          </p:cNvSpPr>
          <p:nvPr/>
        </p:nvSpPr>
        <p:spPr bwMode="gray">
          <a:xfrm>
            <a:off x="3242412" y="4951995"/>
            <a:ext cx="2784975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>
                <a:solidFill>
                  <a:schemeClr val="accent1"/>
                </a:solidFill>
              </a:rPr>
              <a:t>NN Test Data Engineer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sz="1400"/>
              <a:t>To be scaled on demand</a:t>
            </a:r>
          </a:p>
        </p:txBody>
      </p:sp>
      <p:sp>
        <p:nvSpPr>
          <p:cNvPr id="26" name="Rechteck 9">
            <a:extLst>
              <a:ext uri="{FF2B5EF4-FFF2-40B4-BE49-F238E27FC236}">
                <a16:creationId xmlns:a16="http://schemas.microsoft.com/office/drawing/2014/main" id="{546F527A-8F88-1E68-1BE9-57973DA0643A}"/>
              </a:ext>
            </a:extLst>
          </p:cNvPr>
          <p:cNvSpPr>
            <a:spLocks/>
          </p:cNvSpPr>
          <p:nvPr/>
        </p:nvSpPr>
        <p:spPr>
          <a:xfrm>
            <a:off x="7454697" y="3225653"/>
            <a:ext cx="372166" cy="348238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400"/>
              </a:spcBef>
            </a:pPr>
            <a:endParaRPr lang="en-US" sz="130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</p:txBody>
      </p:sp>
      <p:sp>
        <p:nvSpPr>
          <p:cNvPr id="29" name="Textplatzhalter 7">
            <a:extLst>
              <a:ext uri="{FF2B5EF4-FFF2-40B4-BE49-F238E27FC236}">
                <a16:creationId xmlns:a16="http://schemas.microsoft.com/office/drawing/2014/main" id="{B529DA5E-1221-BA77-4EB9-B4D979353CEA}"/>
              </a:ext>
            </a:extLst>
          </p:cNvPr>
          <p:cNvSpPr txBox="1">
            <a:spLocks/>
          </p:cNvSpPr>
          <p:nvPr/>
        </p:nvSpPr>
        <p:spPr bwMode="gray">
          <a:xfrm>
            <a:off x="6180966" y="3615939"/>
            <a:ext cx="2784975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>
                <a:solidFill>
                  <a:schemeClr val="accent1"/>
                </a:solidFill>
                <a:ea typeface="+mn-ea"/>
                <a:cs typeface="+mn-cs"/>
              </a:rPr>
              <a:t>Jochen </a:t>
            </a:r>
            <a:r>
              <a:rPr lang="en-US" sz="1400" b="1" err="1">
                <a:solidFill>
                  <a:schemeClr val="accent1"/>
                </a:solidFill>
                <a:ea typeface="+mn-ea"/>
                <a:cs typeface="+mn-cs"/>
              </a:rPr>
              <a:t>Bürkle</a:t>
            </a:r>
            <a:br>
              <a:rPr lang="en-US" sz="1400">
                <a:solidFill>
                  <a:schemeClr val="tx2"/>
                </a:solidFill>
                <a:ea typeface="+mn-ea"/>
                <a:cs typeface="+mn-cs"/>
              </a:rPr>
            </a:br>
            <a:r>
              <a:rPr lang="en-US" sz="1400"/>
              <a:t>Lead</a:t>
            </a:r>
            <a:endParaRPr lang="en-US" sz="1400">
              <a:ea typeface="+mn-ea"/>
              <a:cs typeface="+mn-cs"/>
            </a:endParaRPr>
          </a:p>
        </p:txBody>
      </p:sp>
      <p:sp>
        <p:nvSpPr>
          <p:cNvPr id="30" name="Textplatzhalter 7">
            <a:extLst>
              <a:ext uri="{FF2B5EF4-FFF2-40B4-BE49-F238E27FC236}">
                <a16:creationId xmlns:a16="http://schemas.microsoft.com/office/drawing/2014/main" id="{5CF64125-26F6-BF51-4856-BC9762CC9D74}"/>
              </a:ext>
            </a:extLst>
          </p:cNvPr>
          <p:cNvSpPr txBox="1">
            <a:spLocks/>
          </p:cNvSpPr>
          <p:nvPr/>
        </p:nvSpPr>
        <p:spPr bwMode="gray">
          <a:xfrm>
            <a:off x="6180966" y="4278643"/>
            <a:ext cx="2784975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>
                <a:solidFill>
                  <a:schemeClr val="accent1"/>
                </a:solidFill>
              </a:rPr>
              <a:t>NN External</a:t>
            </a:r>
            <a:br>
              <a:rPr lang="en-US" sz="1400">
                <a:solidFill>
                  <a:schemeClr val="tx2"/>
                </a:solidFill>
                <a:ea typeface="+mn-ea"/>
                <a:cs typeface="+mn-cs"/>
              </a:rPr>
            </a:br>
            <a:r>
              <a:rPr lang="en-US" sz="1400">
                <a:ea typeface="+mn-ea"/>
                <a:cs typeface="+mn-cs"/>
              </a:rPr>
              <a:t>Engineer &amp; Architecture</a:t>
            </a:r>
          </a:p>
        </p:txBody>
      </p:sp>
      <p:sp>
        <p:nvSpPr>
          <p:cNvPr id="31" name="Textplatzhalter 7">
            <a:extLst>
              <a:ext uri="{FF2B5EF4-FFF2-40B4-BE49-F238E27FC236}">
                <a16:creationId xmlns:a16="http://schemas.microsoft.com/office/drawing/2014/main" id="{9F2F24D2-BD8A-CF4C-59AB-6ED04608D89D}"/>
              </a:ext>
            </a:extLst>
          </p:cNvPr>
          <p:cNvSpPr txBox="1">
            <a:spLocks/>
          </p:cNvSpPr>
          <p:nvPr/>
        </p:nvSpPr>
        <p:spPr bwMode="gray">
          <a:xfrm>
            <a:off x="6193736" y="4951994"/>
            <a:ext cx="2784975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>
                <a:solidFill>
                  <a:schemeClr val="accent1"/>
                </a:solidFill>
              </a:rPr>
              <a:t>NN Engineer (1-n)</a:t>
            </a:r>
            <a:endParaRPr lang="en-US" sz="1400" b="1">
              <a:solidFill>
                <a:schemeClr val="tx2"/>
              </a:solidFill>
              <a:ea typeface="+mn-ea"/>
              <a:cs typeface="+mn-cs"/>
            </a:endParaRPr>
          </a:p>
          <a:p>
            <a:pPr marL="0" lvl="1" indent="0">
              <a:lnSpc>
                <a:spcPct val="100000"/>
              </a:lnSpc>
              <a:buNone/>
            </a:pPr>
            <a:r>
              <a:rPr lang="en-US" sz="1400">
                <a:ea typeface="+mn-ea"/>
                <a:cs typeface="+mn-cs"/>
              </a:rPr>
              <a:t>1 Engineer per Team </a:t>
            </a:r>
            <a:r>
              <a:rPr lang="en-US" sz="1200">
                <a:ea typeface="+mn-ea"/>
                <a:cs typeface="+mn-cs"/>
              </a:rPr>
              <a:t>@20%</a:t>
            </a:r>
            <a:endParaRPr lang="en-US" sz="1400">
              <a:ea typeface="+mn-ea"/>
              <a:cs typeface="+mn-cs"/>
            </a:endParaRPr>
          </a:p>
        </p:txBody>
      </p:sp>
      <p:pic>
        <p:nvPicPr>
          <p:cNvPr id="33" name="Grafik 51">
            <a:extLst>
              <a:ext uri="{FF2B5EF4-FFF2-40B4-BE49-F238E27FC236}">
                <a16:creationId xmlns:a16="http://schemas.microsoft.com/office/drawing/2014/main" id="{95566F89-5B05-9656-D793-DF4DFB441EC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3477" y="1583545"/>
            <a:ext cx="551467" cy="551467"/>
          </a:xfrm>
          <a:prstGeom prst="rect">
            <a:avLst/>
          </a:prstGeom>
        </p:spPr>
      </p:pic>
      <p:pic>
        <p:nvPicPr>
          <p:cNvPr id="36" name="Grafik 54">
            <a:extLst>
              <a:ext uri="{FF2B5EF4-FFF2-40B4-BE49-F238E27FC236}">
                <a16:creationId xmlns:a16="http://schemas.microsoft.com/office/drawing/2014/main" id="{76D46CC7-B0E5-9CCE-8D0C-5C664D19A19B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93520" y="3069927"/>
            <a:ext cx="551467" cy="551467"/>
          </a:xfrm>
          <a:prstGeom prst="rect">
            <a:avLst/>
          </a:prstGeom>
        </p:spPr>
      </p:pic>
      <p:pic>
        <p:nvPicPr>
          <p:cNvPr id="37" name="Grafik 55">
            <a:extLst>
              <a:ext uri="{FF2B5EF4-FFF2-40B4-BE49-F238E27FC236}">
                <a16:creationId xmlns:a16="http://schemas.microsoft.com/office/drawing/2014/main" id="{9A7B716E-747F-39E3-5D85-D0DA1F798AB4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64239" y="3600478"/>
            <a:ext cx="551467" cy="551467"/>
          </a:xfrm>
          <a:prstGeom prst="rect">
            <a:avLst/>
          </a:prstGeom>
        </p:spPr>
      </p:pic>
      <p:pic>
        <p:nvPicPr>
          <p:cNvPr id="38" name="Grafik 56">
            <a:extLst>
              <a:ext uri="{FF2B5EF4-FFF2-40B4-BE49-F238E27FC236}">
                <a16:creationId xmlns:a16="http://schemas.microsoft.com/office/drawing/2014/main" id="{C256F461-411A-D76B-F749-F4F4C92896E6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94524" y="3640551"/>
            <a:ext cx="551467" cy="551467"/>
          </a:xfrm>
          <a:prstGeom prst="rect">
            <a:avLst/>
          </a:prstGeom>
        </p:spPr>
      </p:pic>
      <p:pic>
        <p:nvPicPr>
          <p:cNvPr id="39" name="Grafik 57">
            <a:extLst>
              <a:ext uri="{FF2B5EF4-FFF2-40B4-BE49-F238E27FC236}">
                <a16:creationId xmlns:a16="http://schemas.microsoft.com/office/drawing/2014/main" id="{5383E170-F8D2-7BAE-5FB1-010E635A5D32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42210" y="3590223"/>
            <a:ext cx="551467" cy="551467"/>
          </a:xfrm>
          <a:prstGeom prst="rect">
            <a:avLst/>
          </a:prstGeom>
        </p:spPr>
      </p:pic>
      <p:pic>
        <p:nvPicPr>
          <p:cNvPr id="40" name="Grafik 58">
            <a:extLst>
              <a:ext uri="{FF2B5EF4-FFF2-40B4-BE49-F238E27FC236}">
                <a16:creationId xmlns:a16="http://schemas.microsoft.com/office/drawing/2014/main" id="{23966B34-CC6C-8388-9C2C-EE96A3BE58DF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64239" y="4297258"/>
            <a:ext cx="551467" cy="551467"/>
          </a:xfrm>
          <a:prstGeom prst="rect">
            <a:avLst/>
          </a:prstGeom>
        </p:spPr>
      </p:pic>
      <p:pic>
        <p:nvPicPr>
          <p:cNvPr id="41" name="Grafik 59">
            <a:extLst>
              <a:ext uri="{FF2B5EF4-FFF2-40B4-BE49-F238E27FC236}">
                <a16:creationId xmlns:a16="http://schemas.microsoft.com/office/drawing/2014/main" id="{4E2FA6F3-AE50-CA1D-63E2-DDC5E12651CC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94523" y="4271353"/>
            <a:ext cx="551467" cy="551467"/>
          </a:xfrm>
          <a:prstGeom prst="rect">
            <a:avLst/>
          </a:prstGeom>
        </p:spPr>
      </p:pic>
      <p:pic>
        <p:nvPicPr>
          <p:cNvPr id="42" name="Grafik 60">
            <a:extLst>
              <a:ext uri="{FF2B5EF4-FFF2-40B4-BE49-F238E27FC236}">
                <a16:creationId xmlns:a16="http://schemas.microsoft.com/office/drawing/2014/main" id="{AC02C859-C566-9E22-5DA3-3F812264052A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42210" y="4264361"/>
            <a:ext cx="551467" cy="551467"/>
          </a:xfrm>
          <a:prstGeom prst="rect">
            <a:avLst/>
          </a:prstGeom>
        </p:spPr>
      </p:pic>
      <p:pic>
        <p:nvPicPr>
          <p:cNvPr id="45" name="Grafik 62">
            <a:extLst>
              <a:ext uri="{FF2B5EF4-FFF2-40B4-BE49-F238E27FC236}">
                <a16:creationId xmlns:a16="http://schemas.microsoft.com/office/drawing/2014/main" id="{E772F064-800D-B631-F4C7-09E2DFDBF9D5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04326" y="4996120"/>
            <a:ext cx="551467" cy="551467"/>
          </a:xfrm>
          <a:prstGeom prst="rect">
            <a:avLst/>
          </a:prstGeom>
        </p:spPr>
      </p:pic>
      <p:pic>
        <p:nvPicPr>
          <p:cNvPr id="46" name="Grafik 63">
            <a:extLst>
              <a:ext uri="{FF2B5EF4-FFF2-40B4-BE49-F238E27FC236}">
                <a16:creationId xmlns:a16="http://schemas.microsoft.com/office/drawing/2014/main" id="{926545E6-2DA2-6D68-9C75-28D633358325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42209" y="4939881"/>
            <a:ext cx="551467" cy="551467"/>
          </a:xfrm>
          <a:prstGeom prst="rect">
            <a:avLst/>
          </a:prstGeom>
        </p:spPr>
      </p:pic>
      <p:sp>
        <p:nvSpPr>
          <p:cNvPr id="64" name="Rechteck 9">
            <a:extLst>
              <a:ext uri="{FF2B5EF4-FFF2-40B4-BE49-F238E27FC236}">
                <a16:creationId xmlns:a16="http://schemas.microsoft.com/office/drawing/2014/main" id="{9536D080-A5DC-C055-88FC-37E79F0AE27F}"/>
              </a:ext>
            </a:extLst>
          </p:cNvPr>
          <p:cNvSpPr>
            <a:spLocks/>
          </p:cNvSpPr>
          <p:nvPr/>
        </p:nvSpPr>
        <p:spPr>
          <a:xfrm>
            <a:off x="7607097" y="3378053"/>
            <a:ext cx="372166" cy="348238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400"/>
              </a:spcBef>
            </a:pPr>
            <a:endParaRPr lang="en-US" sz="130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</p:txBody>
      </p:sp>
      <p:sp>
        <p:nvSpPr>
          <p:cNvPr id="71" name="Textplatzhalter 7">
            <a:extLst>
              <a:ext uri="{FF2B5EF4-FFF2-40B4-BE49-F238E27FC236}">
                <a16:creationId xmlns:a16="http://schemas.microsoft.com/office/drawing/2014/main" id="{27229AA4-609A-AA6E-5134-720885276554}"/>
              </a:ext>
            </a:extLst>
          </p:cNvPr>
          <p:cNvSpPr txBox="1">
            <a:spLocks/>
          </p:cNvSpPr>
          <p:nvPr/>
        </p:nvSpPr>
        <p:spPr bwMode="gray">
          <a:xfrm>
            <a:off x="9097912" y="2962086"/>
            <a:ext cx="2784974" cy="617137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b="1">
                <a:solidFill>
                  <a:schemeClr val="accent1"/>
                </a:solidFill>
              </a:rPr>
              <a:t>Environment Toggling &amp; Prep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72" name="Rechteck 9">
            <a:extLst>
              <a:ext uri="{FF2B5EF4-FFF2-40B4-BE49-F238E27FC236}">
                <a16:creationId xmlns:a16="http://schemas.microsoft.com/office/drawing/2014/main" id="{AC72C0AA-896F-9BCA-BA82-A3D62EAB356A}"/>
              </a:ext>
            </a:extLst>
          </p:cNvPr>
          <p:cNvSpPr>
            <a:spLocks/>
          </p:cNvSpPr>
          <p:nvPr/>
        </p:nvSpPr>
        <p:spPr>
          <a:xfrm>
            <a:off x="10371642" y="3225653"/>
            <a:ext cx="372166" cy="348238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400"/>
              </a:spcBef>
            </a:pPr>
            <a:endParaRPr lang="en-US" sz="130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</p:txBody>
      </p:sp>
      <p:sp>
        <p:nvSpPr>
          <p:cNvPr id="73" name="Textplatzhalter 7">
            <a:extLst>
              <a:ext uri="{FF2B5EF4-FFF2-40B4-BE49-F238E27FC236}">
                <a16:creationId xmlns:a16="http://schemas.microsoft.com/office/drawing/2014/main" id="{03F6D213-6232-6AD8-8085-FB2E7AD32F70}"/>
              </a:ext>
            </a:extLst>
          </p:cNvPr>
          <p:cNvSpPr txBox="1">
            <a:spLocks/>
          </p:cNvSpPr>
          <p:nvPr/>
        </p:nvSpPr>
        <p:spPr bwMode="gray">
          <a:xfrm>
            <a:off x="9097911" y="3625556"/>
            <a:ext cx="2784975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>
                <a:solidFill>
                  <a:schemeClr val="accent1"/>
                </a:solidFill>
              </a:rPr>
              <a:t>Alexander Herzig</a:t>
            </a:r>
            <a:br>
              <a:rPr lang="en-US" sz="1400">
                <a:solidFill>
                  <a:schemeClr val="tx2"/>
                </a:solidFill>
                <a:ea typeface="+mn-ea"/>
                <a:cs typeface="+mn-cs"/>
              </a:rPr>
            </a:br>
            <a:r>
              <a:rPr lang="en-US" sz="1400"/>
              <a:t>Lead</a:t>
            </a:r>
            <a:endParaRPr lang="en-US" sz="1400">
              <a:ea typeface="+mn-ea"/>
              <a:cs typeface="+mn-cs"/>
            </a:endParaRPr>
          </a:p>
        </p:txBody>
      </p:sp>
      <p:sp>
        <p:nvSpPr>
          <p:cNvPr id="74" name="Textplatzhalter 7">
            <a:extLst>
              <a:ext uri="{FF2B5EF4-FFF2-40B4-BE49-F238E27FC236}">
                <a16:creationId xmlns:a16="http://schemas.microsoft.com/office/drawing/2014/main" id="{3A48A2DD-F2AC-13C9-DFE6-C6641CAE3F93}"/>
              </a:ext>
            </a:extLst>
          </p:cNvPr>
          <p:cNvSpPr txBox="1">
            <a:spLocks/>
          </p:cNvSpPr>
          <p:nvPr/>
        </p:nvSpPr>
        <p:spPr bwMode="gray">
          <a:xfrm>
            <a:off x="9115824" y="4277938"/>
            <a:ext cx="2784975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>
                <a:solidFill>
                  <a:schemeClr val="accent1"/>
                </a:solidFill>
              </a:rPr>
              <a:t>NN External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sz="1400">
                <a:ea typeface="+mn-ea"/>
                <a:cs typeface="+mn-cs"/>
              </a:rPr>
              <a:t>Toggle Specialist</a:t>
            </a:r>
          </a:p>
        </p:txBody>
      </p:sp>
      <p:pic>
        <p:nvPicPr>
          <p:cNvPr id="76" name="Grafik 57">
            <a:extLst>
              <a:ext uri="{FF2B5EF4-FFF2-40B4-BE49-F238E27FC236}">
                <a16:creationId xmlns:a16="http://schemas.microsoft.com/office/drawing/2014/main" id="{382E1627-0E67-2431-DFB3-EC8D18024BEF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89128" y="3604692"/>
            <a:ext cx="551467" cy="551467"/>
          </a:xfrm>
          <a:prstGeom prst="rect">
            <a:avLst/>
          </a:prstGeom>
        </p:spPr>
      </p:pic>
      <p:pic>
        <p:nvPicPr>
          <p:cNvPr id="77" name="Grafik 60">
            <a:extLst>
              <a:ext uri="{FF2B5EF4-FFF2-40B4-BE49-F238E27FC236}">
                <a16:creationId xmlns:a16="http://schemas.microsoft.com/office/drawing/2014/main" id="{F64E912D-757D-88ED-DAE0-A173798C1923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89128" y="4271352"/>
            <a:ext cx="551467" cy="551467"/>
          </a:xfrm>
          <a:prstGeom prst="rect">
            <a:avLst/>
          </a:prstGeom>
        </p:spPr>
      </p:pic>
      <p:pic>
        <p:nvPicPr>
          <p:cNvPr id="78" name="Grafik 63">
            <a:extLst>
              <a:ext uri="{FF2B5EF4-FFF2-40B4-BE49-F238E27FC236}">
                <a16:creationId xmlns:a16="http://schemas.microsoft.com/office/drawing/2014/main" id="{EE1E5AB0-C4C6-C6A2-B3C4-82E76817A8F8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03038" y="4939482"/>
            <a:ext cx="551467" cy="551467"/>
          </a:xfrm>
          <a:prstGeom prst="rect">
            <a:avLst/>
          </a:prstGeom>
        </p:spPr>
      </p:pic>
      <p:sp>
        <p:nvSpPr>
          <p:cNvPr id="79" name="Rechteck 9">
            <a:extLst>
              <a:ext uri="{FF2B5EF4-FFF2-40B4-BE49-F238E27FC236}">
                <a16:creationId xmlns:a16="http://schemas.microsoft.com/office/drawing/2014/main" id="{785A0F2A-1764-1C50-C0C5-64CA8A63ED01}"/>
              </a:ext>
            </a:extLst>
          </p:cNvPr>
          <p:cNvSpPr>
            <a:spLocks/>
          </p:cNvSpPr>
          <p:nvPr/>
        </p:nvSpPr>
        <p:spPr>
          <a:xfrm>
            <a:off x="10524042" y="3378053"/>
            <a:ext cx="372166" cy="348238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400"/>
              </a:spcBef>
            </a:pPr>
            <a:endParaRPr lang="en-US" sz="130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</p:txBody>
      </p:sp>
      <p:pic>
        <p:nvPicPr>
          <p:cNvPr id="81" name="Grafik 59">
            <a:extLst>
              <a:ext uri="{FF2B5EF4-FFF2-40B4-BE49-F238E27FC236}">
                <a16:creationId xmlns:a16="http://schemas.microsoft.com/office/drawing/2014/main" id="{269B7D83-F8EC-83C1-EDBF-380E34E419AE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94836" y="1417087"/>
            <a:ext cx="551467" cy="551467"/>
          </a:xfrm>
          <a:prstGeom prst="rect">
            <a:avLst/>
          </a:prstGeom>
        </p:spPr>
      </p:pic>
      <p:sp>
        <p:nvSpPr>
          <p:cNvPr id="82" name="Textplatzhalter 7">
            <a:extLst>
              <a:ext uri="{FF2B5EF4-FFF2-40B4-BE49-F238E27FC236}">
                <a16:creationId xmlns:a16="http://schemas.microsoft.com/office/drawing/2014/main" id="{D026AD9C-86E1-4F61-505B-F6899C6E6D87}"/>
              </a:ext>
            </a:extLst>
          </p:cNvPr>
          <p:cNvSpPr txBox="1">
            <a:spLocks/>
          </p:cNvSpPr>
          <p:nvPr/>
        </p:nvSpPr>
        <p:spPr bwMode="gray">
          <a:xfrm>
            <a:off x="8879985" y="1463180"/>
            <a:ext cx="2784975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>
                <a:solidFill>
                  <a:schemeClr val="accent1"/>
                </a:solidFill>
                <a:ea typeface="+mn-ea"/>
                <a:cs typeface="+mn-cs"/>
              </a:rPr>
              <a:t>NN Test Architect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sz="1200" b="1">
                <a:ea typeface="+mn-ea"/>
                <a:cs typeface="+mn-cs"/>
              </a:rPr>
              <a:t>Environment Design &amp; Architecture</a:t>
            </a:r>
            <a:endParaRPr lang="en-US" sz="1200">
              <a:ea typeface="+mn-ea"/>
              <a:cs typeface="+mn-cs"/>
            </a:endParaRPr>
          </a:p>
        </p:txBody>
      </p:sp>
      <p:sp>
        <p:nvSpPr>
          <p:cNvPr id="88" name="Textplatzhalter 7">
            <a:extLst>
              <a:ext uri="{FF2B5EF4-FFF2-40B4-BE49-F238E27FC236}">
                <a16:creationId xmlns:a16="http://schemas.microsoft.com/office/drawing/2014/main" id="{79FA9639-2980-F1DD-5DD9-781AC80719CA}"/>
              </a:ext>
            </a:extLst>
          </p:cNvPr>
          <p:cNvSpPr txBox="1">
            <a:spLocks/>
          </p:cNvSpPr>
          <p:nvPr/>
        </p:nvSpPr>
        <p:spPr bwMode="gray">
          <a:xfrm>
            <a:off x="4527015" y="1436477"/>
            <a:ext cx="3137890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ea typeface="+mn-ea"/>
                <a:cs typeface="+mn-cs"/>
              </a:rPr>
              <a:t>Andreas Lang / Sebastian Neumeyer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sz="1200" b="1" dirty="0">
                <a:ea typeface="+mn-ea"/>
                <a:cs typeface="+mn-cs"/>
              </a:rPr>
              <a:t>Project Lead</a:t>
            </a:r>
            <a:endParaRPr lang="en-US" sz="1200" dirty="0">
              <a:ea typeface="+mn-ea"/>
              <a:cs typeface="+mn-cs"/>
            </a:endParaRPr>
          </a:p>
        </p:txBody>
      </p:sp>
      <p:pic>
        <p:nvPicPr>
          <p:cNvPr id="89" name="Grafik 59">
            <a:extLst>
              <a:ext uri="{FF2B5EF4-FFF2-40B4-BE49-F238E27FC236}">
                <a16:creationId xmlns:a16="http://schemas.microsoft.com/office/drawing/2014/main" id="{7B1D06D1-030E-16DA-F270-35CB1E9B7184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97084" y="1436477"/>
            <a:ext cx="551467" cy="551467"/>
          </a:xfrm>
          <a:prstGeom prst="rect">
            <a:avLst/>
          </a:prstGeom>
        </p:spPr>
      </p:pic>
      <p:pic>
        <p:nvPicPr>
          <p:cNvPr id="90" name="Grafik 51">
            <a:extLst>
              <a:ext uri="{FF2B5EF4-FFF2-40B4-BE49-F238E27FC236}">
                <a16:creationId xmlns:a16="http://schemas.microsoft.com/office/drawing/2014/main" id="{02AF5DA0-13A3-8B79-6BFF-74993A9A29E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3477" y="2288885"/>
            <a:ext cx="551467" cy="551467"/>
          </a:xfrm>
          <a:prstGeom prst="rect">
            <a:avLst/>
          </a:prstGeom>
        </p:spPr>
      </p:pic>
      <p:sp>
        <p:nvSpPr>
          <p:cNvPr id="91" name="Textplatzhalter 7">
            <a:extLst>
              <a:ext uri="{FF2B5EF4-FFF2-40B4-BE49-F238E27FC236}">
                <a16:creationId xmlns:a16="http://schemas.microsoft.com/office/drawing/2014/main" id="{AEE65460-E657-4A7F-8C8D-5006E68A5830}"/>
              </a:ext>
            </a:extLst>
          </p:cNvPr>
          <p:cNvSpPr txBox="1">
            <a:spLocks/>
          </p:cNvSpPr>
          <p:nvPr/>
        </p:nvSpPr>
        <p:spPr bwMode="gray">
          <a:xfrm>
            <a:off x="4527015" y="2141817"/>
            <a:ext cx="3137890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200" b="1">
                <a:solidFill>
                  <a:schemeClr val="accent1"/>
                </a:solidFill>
                <a:ea typeface="+mn-ea"/>
                <a:cs typeface="+mn-cs"/>
              </a:rPr>
              <a:t>Claudia Dreiocker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sz="1200" b="1">
                <a:ea typeface="+mn-ea"/>
                <a:cs typeface="+mn-cs"/>
              </a:rPr>
              <a:t>PMO</a:t>
            </a:r>
            <a:endParaRPr lang="en-US" sz="1200">
              <a:ea typeface="+mn-ea"/>
              <a:cs typeface="+mn-cs"/>
            </a:endParaRPr>
          </a:p>
        </p:txBody>
      </p:sp>
      <p:pic>
        <p:nvPicPr>
          <p:cNvPr id="92" name="Grafik 59">
            <a:extLst>
              <a:ext uri="{FF2B5EF4-FFF2-40B4-BE49-F238E27FC236}">
                <a16:creationId xmlns:a16="http://schemas.microsoft.com/office/drawing/2014/main" id="{98410E6B-2076-FC72-B3EF-07EFA1E001B9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97084" y="2141817"/>
            <a:ext cx="551467" cy="551467"/>
          </a:xfrm>
          <a:prstGeom prst="rect">
            <a:avLst/>
          </a:prstGeom>
        </p:spPr>
      </p:pic>
      <p:sp>
        <p:nvSpPr>
          <p:cNvPr id="3" name="Textplatzhalter 7">
            <a:extLst>
              <a:ext uri="{FF2B5EF4-FFF2-40B4-BE49-F238E27FC236}">
                <a16:creationId xmlns:a16="http://schemas.microsoft.com/office/drawing/2014/main" id="{58C9ABA4-09C2-6C58-2B8E-55E0B059F9BB}"/>
              </a:ext>
            </a:extLst>
          </p:cNvPr>
          <p:cNvSpPr txBox="1">
            <a:spLocks/>
          </p:cNvSpPr>
          <p:nvPr/>
        </p:nvSpPr>
        <p:spPr bwMode="gray">
          <a:xfrm>
            <a:off x="3242412" y="5611234"/>
            <a:ext cx="2784975" cy="6171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lvl1pPr marL="0" indent="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lang="de-DE" sz="1300" kern="1200" dirty="0" smtClean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7780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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415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3pPr>
            <a:lvl4pPr marL="5397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4pPr>
            <a:lvl5pPr marL="717550" indent="-177800" algn="l" rtl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 kern="120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sz="1400" b="1">
                <a:solidFill>
                  <a:schemeClr val="accent1"/>
                </a:solidFill>
              </a:rPr>
              <a:t>NN Engineer (1-n)</a:t>
            </a:r>
            <a:endParaRPr lang="en-US" sz="1400" b="1">
              <a:solidFill>
                <a:schemeClr val="tx2"/>
              </a:solidFill>
              <a:ea typeface="+mn-ea"/>
              <a:cs typeface="+mn-cs"/>
            </a:endParaRPr>
          </a:p>
          <a:p>
            <a:pPr marL="0" lvl="1" indent="0">
              <a:lnSpc>
                <a:spcPct val="100000"/>
              </a:lnSpc>
              <a:buNone/>
            </a:pPr>
            <a:r>
              <a:rPr lang="en-US" sz="1400">
                <a:ea typeface="+mn-ea"/>
                <a:cs typeface="+mn-cs"/>
              </a:rPr>
              <a:t>1 Engineer per Team </a:t>
            </a:r>
            <a:r>
              <a:rPr lang="en-US" sz="1200">
                <a:ea typeface="+mn-ea"/>
                <a:cs typeface="+mn-cs"/>
              </a:rPr>
              <a:t>@20%</a:t>
            </a:r>
            <a:endParaRPr lang="en-US" sz="1400">
              <a:ea typeface="+mn-ea"/>
              <a:cs typeface="+mn-cs"/>
            </a:endParaRP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FABEBBE-491F-9910-307D-A1E2F392B8E8}"/>
              </a:ext>
            </a:extLst>
          </p:cNvPr>
          <p:cNvSpPr txBox="1">
            <a:spLocks/>
          </p:cNvSpPr>
          <p:nvPr/>
        </p:nvSpPr>
        <p:spPr bwMode="gray">
          <a:xfrm>
            <a:off x="251390" y="6311659"/>
            <a:ext cx="11649409" cy="469513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1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</a:rPr>
              <a:t>Besides the one-time efforts to be spent, there must be a team/platform in place for the future, that to cover ongoing efforts</a:t>
            </a:r>
          </a:p>
        </p:txBody>
      </p:sp>
      <p:pic>
        <p:nvPicPr>
          <p:cNvPr id="8" name="Grafik 58">
            <a:extLst>
              <a:ext uri="{FF2B5EF4-FFF2-40B4-BE49-F238E27FC236}">
                <a16:creationId xmlns:a16="http://schemas.microsoft.com/office/drawing/2014/main" id="{192D14D7-2489-7445-D124-367048008241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46800" y="4960102"/>
            <a:ext cx="551467" cy="551467"/>
          </a:xfrm>
          <a:prstGeom prst="rect">
            <a:avLst/>
          </a:prstGeom>
        </p:spPr>
      </p:pic>
      <p:pic>
        <p:nvPicPr>
          <p:cNvPr id="43" name="Grafik 61">
            <a:extLst>
              <a:ext uri="{FF2B5EF4-FFF2-40B4-BE49-F238E27FC236}">
                <a16:creationId xmlns:a16="http://schemas.microsoft.com/office/drawing/2014/main" id="{D4B93427-827C-846E-1E54-CF5349E4D0F8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46799" y="5570990"/>
            <a:ext cx="551467" cy="55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535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572FC-5422-1BF9-02B1-917BF42B9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439D587-043E-DE9F-6A07-2E1D76BB67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9368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7" imgH="348" progId="TCLayout.ActiveDocument.1">
                  <p:embed/>
                </p:oleObj>
              </mc:Choice>
              <mc:Fallback>
                <p:oleObj name="think-cell Folie" r:id="rId3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39D587-043E-DE9F-6A07-2E1D76BB67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862547A-7B9A-694D-7AF9-15E532905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9601" y="2633911"/>
            <a:ext cx="7046911" cy="795089"/>
          </a:xfrm>
        </p:spPr>
        <p:txBody>
          <a:bodyPr vert="horz"/>
          <a:lstStyle/>
          <a:p>
            <a:r>
              <a:rPr lang="de-DE"/>
              <a:t>Plan 4 Plan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E1DDC6-DFA3-9636-98B3-2D7A3F587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33" y="651245"/>
            <a:ext cx="2157987" cy="209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284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458AC-5A1F-BF35-C91F-8BBF83F7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E70395D-E346-9ABD-0926-8939DC3A5B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7" imgH="348" progId="TCLayout.ActiveDocument.1">
                  <p:embed/>
                </p:oleObj>
              </mc:Choice>
              <mc:Fallback>
                <p:oleObj name="think-cell Folie" r:id="rId3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70395D-E346-9ABD-0926-8939DC3A5B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B2E9A957-636F-3A27-280B-D6EE7C84DADB}"/>
              </a:ext>
            </a:extLst>
          </p:cNvPr>
          <p:cNvSpPr txBox="1">
            <a:spLocks/>
          </p:cNvSpPr>
          <p:nvPr/>
        </p:nvSpPr>
        <p:spPr>
          <a:xfrm>
            <a:off x="9229919" y="73544"/>
            <a:ext cx="2667917" cy="675313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 defTabSz="1219170" rtl="0" eaLnBrk="1" latinLnBrk="0" hangingPunct="1">
              <a:lnSpc>
                <a:spcPts val="6200"/>
              </a:lnSpc>
              <a:spcBef>
                <a:spcPct val="0"/>
              </a:spcBef>
              <a:buNone/>
              <a:defRPr sz="6400" b="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Plan 4 Plan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BC12FEA-7E3C-F983-7AC2-3AC17AE6001F}"/>
              </a:ext>
            </a:extLst>
          </p:cNvPr>
          <p:cNvSpPr txBox="1"/>
          <p:nvPr/>
        </p:nvSpPr>
        <p:spPr>
          <a:xfrm>
            <a:off x="297482" y="2521345"/>
            <a:ext cx="7739406" cy="215444"/>
          </a:xfrm>
          <a:prstGeom prst="rect">
            <a:avLst/>
          </a:prstGeom>
          <a:solidFill>
            <a:srgbClr val="FFEB00"/>
          </a:solidFill>
          <a:ln>
            <a:solidFill>
              <a:srgbClr val="FFEB00"/>
            </a:solidFill>
          </a:ln>
        </p:spPr>
        <p:txBody>
          <a:bodyPr vert="horz" wrap="square" lIns="0" tIns="0" rIns="0" bIns="0" rtlCol="0" anchor="b">
            <a:spAutoFit/>
          </a:bodyPr>
          <a:lstStyle/>
          <a:p>
            <a:pPr algn="l"/>
            <a:r>
              <a:rPr lang="en-AU" sz="1400"/>
              <a:t>                  To be build once content / deliverables are aligned</a:t>
            </a:r>
          </a:p>
        </p:txBody>
      </p:sp>
    </p:spTree>
    <p:extLst>
      <p:ext uri="{BB962C8B-B14F-4D97-AF65-F5344CB8AC3E}">
        <p14:creationId xmlns:p14="http://schemas.microsoft.com/office/powerpoint/2010/main" val="2315363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2C15-8CDA-13E6-48B2-D148EC0A3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4437CE0-2FB9-DBA2-D198-58252BAB12B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4475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7" imgH="348" progId="TCLayout.ActiveDocument.1">
                  <p:embed/>
                </p:oleObj>
              </mc:Choice>
              <mc:Fallback>
                <p:oleObj name="think-cell Folie" r:id="rId3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437CE0-2FB9-DBA2-D198-58252BAB12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992BD36B-01CF-587E-8B19-131CA31D8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9601" y="2633911"/>
            <a:ext cx="7046911" cy="795089"/>
          </a:xfrm>
        </p:spPr>
        <p:txBody>
          <a:bodyPr vert="horz"/>
          <a:lstStyle/>
          <a:p>
            <a:r>
              <a:rPr lang="de-DE"/>
              <a:t>Topics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aligned</a:t>
            </a:r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23E6F1-0D06-6A6F-9013-024E17F9B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33" y="651245"/>
            <a:ext cx="2157987" cy="209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91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CB367-177D-DF9B-8B49-8CDD9E7E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E03F978-6C83-B5F2-AD41-E430C20288D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76584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7" imgH="348" progId="TCLayout.ActiveDocument.1">
                  <p:embed/>
                </p:oleObj>
              </mc:Choice>
              <mc:Fallback>
                <p:oleObj name="think-cell Folie" r:id="rId3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03F978-6C83-B5F2-AD41-E430C20288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60EC7B6A-7259-F94A-043B-B5D2304D0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9601" y="2633911"/>
            <a:ext cx="7046911" cy="795089"/>
          </a:xfrm>
        </p:spPr>
        <p:txBody>
          <a:bodyPr vert="horz"/>
          <a:lstStyle/>
          <a:p>
            <a:r>
              <a:rPr lang="de-DE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814973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1F81264-28D7-FB7A-D179-62B5E9610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4" y="502912"/>
            <a:ext cx="11091672" cy="542387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E70D654-DDEA-6251-355B-27DD4B1C8DC7}"/>
              </a:ext>
            </a:extLst>
          </p:cNvPr>
          <p:cNvSpPr txBox="1"/>
          <p:nvPr/>
        </p:nvSpPr>
        <p:spPr>
          <a:xfrm>
            <a:off x="6576060" y="583746"/>
            <a:ext cx="6419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>
                <a:hlinkClick r:id="rId3"/>
              </a:rPr>
              <a:t>Link: Test </a:t>
            </a:r>
            <a:r>
              <a:rPr lang="de-DE" err="1">
                <a:hlinkClick r:id="rId3"/>
              </a:rPr>
              <a:t>status</a:t>
            </a:r>
            <a:r>
              <a:rPr lang="de-DE">
                <a:hlinkClick r:id="rId3"/>
              </a:rPr>
              <a:t> </a:t>
            </a:r>
            <a:r>
              <a:rPr lang="de-DE" err="1">
                <a:hlinkClick r:id="rId3"/>
              </a:rPr>
              <a:t>health</a:t>
            </a:r>
            <a:r>
              <a:rPr lang="de-DE">
                <a:hlinkClick r:id="rId3"/>
              </a:rPr>
              <a:t>: </a:t>
            </a:r>
            <a:r>
              <a:rPr lang="de-DE" err="1">
                <a:hlinkClick r:id="rId3"/>
              </a:rPr>
              <a:t>Lucidchart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9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270C3-D52D-CDB1-A9DC-0A89F911B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F231A2E-5037-5829-C7B6-3B287F8F5B8A}"/>
              </a:ext>
            </a:extLst>
          </p:cNvPr>
          <p:cNvSpPr txBox="1"/>
          <p:nvPr/>
        </p:nvSpPr>
        <p:spPr>
          <a:xfrm>
            <a:off x="6576060" y="583746"/>
            <a:ext cx="6419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>
                <a:hlinkClick r:id="rId2"/>
              </a:rPr>
              <a:t>Link: Test </a:t>
            </a:r>
            <a:r>
              <a:rPr lang="de-DE" err="1">
                <a:hlinkClick r:id="rId2"/>
              </a:rPr>
              <a:t>status</a:t>
            </a:r>
            <a:r>
              <a:rPr lang="de-DE">
                <a:hlinkClick r:id="rId2"/>
              </a:rPr>
              <a:t> </a:t>
            </a:r>
            <a:r>
              <a:rPr lang="de-DE" err="1">
                <a:hlinkClick r:id="rId2"/>
              </a:rPr>
              <a:t>health</a:t>
            </a:r>
            <a:r>
              <a:rPr lang="de-DE">
                <a:hlinkClick r:id="rId2"/>
              </a:rPr>
              <a:t>: </a:t>
            </a:r>
            <a:r>
              <a:rPr lang="de-DE" err="1">
                <a:hlinkClick r:id="rId2"/>
              </a:rPr>
              <a:t>Lucidchart</a:t>
            </a:r>
            <a:endParaRPr lang="en-AU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BF2C875-C581-87E0-232E-070F44BC0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19" y="426043"/>
            <a:ext cx="11089761" cy="584821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96D4364-57FD-A3D6-D045-82EF119CF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8656" y="860745"/>
            <a:ext cx="58278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Link: </a:t>
            </a:r>
            <a:r>
              <a:rPr kumimoji="0" lang="de-DE" altLang="de-DE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Leverage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 AI and Data </a:t>
            </a:r>
            <a:r>
              <a:rPr kumimoji="0" lang="de-DE" altLang="de-DE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for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 QA &amp; Engineering.pptx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8078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aff958d4-5f71-4e90-bfe1-a52ab6a9a6c8"/>
  <p:tag name="EE4P_LANGUAGE_ID" val="1031"/>
  <p:tag name="THINKCELLPRESENTATIONDONOTDELETE" val="&lt;?xml version=&quot;1.0&quot; encoding=&quot;UTF-16&quot; standalone=&quot;yes&quot;?&gt;&lt;root reqver=&quot;28224&quot;&gt;&lt;version val=&quot;3553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7&quot;&gt;&lt;elem m_fUsage=&quot;3.09672836602676637696E+00&quot;&gt;&lt;m_msothmcolidx val=&quot;0&quot;/&gt;&lt;m_rgb r=&quot;AA&quot; g=&quot;93&quot; b=&quot;43&quot;/&gt;&lt;/elem&gt;&lt;elem m_fUsage=&quot;1.79104772331879535940E+00&quot;&gt;&lt;m_msothmcolidx val=&quot;0&quot;/&gt;&lt;m_rgb r=&quot;32&quot; g=&quot;7C&quot; b=&quot;99&quot;/&gt;&lt;/elem&gt;&lt;elem m_fUsage=&quot;1.78298428866060509890E+00&quot;&gt;&lt;m_msothmcolidx val=&quot;0&quot;/&gt;&lt;m_rgb r=&quot;B3&quot; g=&quot;5E&quot; b=&quot;49&quot;/&gt;&lt;/elem&gt;&lt;elem m_fUsage=&quot;1.40605181889226682479E+00&quot;&gt;&lt;m_msothmcolidx val=&quot;0&quot;/&gt;&lt;m_rgb r=&quot;2C&quot; g=&quot;6B&quot; b=&quot;6B&quot;/&gt;&lt;/elem&gt;&lt;elem m_fUsage=&quot;1.26506846196205668953E+00&quot;&gt;&lt;m_msothmcolidx val=&quot;0&quot;/&gt;&lt;m_rgb r=&quot;28&quot; g=&quot;4D&quot; b=&quot;73&quot;/&gt;&lt;/elem&gt;&lt;elem m_fUsage=&quot;2.68544596590273909609E-01&quot;&gt;&lt;m_msothmcolidx val=&quot;0&quot;/&gt;&lt;m_rgb r=&quot;00&quot; g=&quot;FF&quot; b=&quot;DD&quot;/&gt;&lt;/elem&gt;&lt;elem m_fUsage=&quot;8.05432007229108237745E-02&quot;&gt;&lt;m_msothmcolidx val=&quot;0&quot;/&gt;&lt;m_rgb r=&quot;90&quot; g=&quot;00&quot; b=&quot;FF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jyxebcDSo.LbysmkwEX9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jyxebcDSo.LbysmkwEX9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rDGGErQ.O7io2VdZ0Rq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MS_2024">
  <a:themeElements>
    <a:clrScheme name="Custom 3">
      <a:dk1>
        <a:srgbClr val="000000"/>
      </a:dk1>
      <a:lt1>
        <a:srgbClr val="FFFFFF"/>
      </a:lt1>
      <a:dk2>
        <a:srgbClr val="DF0000"/>
      </a:dk2>
      <a:lt2>
        <a:srgbClr val="000000"/>
      </a:lt2>
      <a:accent1>
        <a:srgbClr val="DF0000"/>
      </a:accent1>
      <a:accent2>
        <a:srgbClr val="282523"/>
      </a:accent2>
      <a:accent3>
        <a:srgbClr val="4A4745"/>
      </a:accent3>
      <a:accent4>
        <a:srgbClr val="928E8C"/>
      </a:accent4>
      <a:accent5>
        <a:srgbClr val="CECBCA"/>
      </a:accent5>
      <a:accent6>
        <a:srgbClr val="F4F4F4"/>
      </a:accent6>
      <a:hlink>
        <a:srgbClr val="DF0000"/>
      </a:hlink>
      <a:folHlink>
        <a:srgbClr val="DF0000"/>
      </a:folHlink>
    </a:clrScheme>
    <a:fontScheme name="Benutzerdefiniert 17">
      <a:majorFont>
        <a:latin typeface="MM Headline Pro"/>
        <a:ea typeface=""/>
        <a:cs typeface=""/>
      </a:majorFont>
      <a:minorFont>
        <a:latin typeface="Noto Sans 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9525">
          <a:noFill/>
        </a:ln>
      </a:spPr>
      <a:bodyPr wrap="square" lIns="72000" tIns="72000" rIns="72000" bIns="72000" rtlCol="0" anchor="ctr">
        <a:noAutofit/>
      </a:bodyPr>
      <a:lstStyle>
        <a:defPPr algn="ctr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custClrLst>
    <a:custClr name="MMS Yellow">
      <a:srgbClr val="FFEB00"/>
    </a:custClr>
    <a:custClr name="MMS Orange">
      <a:srgbClr val="FC6500"/>
    </a:custClr>
    <a:custClr name="MMS Pink">
      <a:srgbClr val="EB23A5"/>
    </a:custClr>
    <a:custClr name="MMS Purple">
      <a:srgbClr val="9000FF"/>
    </a:custClr>
    <a:custClr name="MMS Blue">
      <a:srgbClr val="1E64FA"/>
    </a:custClr>
    <a:custClr name="MMSTeal">
      <a:srgbClr val="00D2FF"/>
    </a:custClr>
    <a:custClr name="MMS Mint">
      <a:srgbClr val="00FFDC"/>
    </a:custClr>
    <a:custClr name="Blank">
      <a:srgbClr val="FFFFFF"/>
    </a:custClr>
    <a:custClr name="Blank">
      <a:srgbClr val="FFFFFF"/>
    </a:custClr>
    <a:custClr name="Blank">
      <a:srgbClr val="FFFFFF"/>
    </a:custClr>
    <a:custClr name="BetterWay Green">
      <a:srgbClr val="008763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rracotta">
      <a:srgbClr val="B35E49"/>
    </a:custClr>
    <a:custClr name="Ochre">
      <a:srgbClr val="AA9343"/>
    </a:custClr>
    <a:custClr name="Dark Cyan">
      <a:srgbClr val="2C6B6B"/>
    </a:custClr>
    <a:custClr name="Cool Blue">
      <a:srgbClr val="327C99"/>
    </a:custClr>
    <a:custClr name="Deep Blue">
      <a:srgbClr val="284D73"/>
    </a:custClr>
    <a:custClr name="Dark Rose">
      <a:srgbClr val="A63A5A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Präsentation1" id="{A6D70243-9CA8-4454-96C3-390499843508}" vid="{FA36A00C-55C5-4B38-BF4A-2D13B8AA6931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72E8977015B4744A0D716728B1C3EAF" ma:contentTypeVersion="4" ma:contentTypeDescription="Ein neues Dokument erstellen." ma:contentTypeScope="" ma:versionID="5c50d4cdc0f2182ae6cdfbbf01946ed7">
  <xsd:schema xmlns:xsd="http://www.w3.org/2001/XMLSchema" xmlns:xs="http://www.w3.org/2001/XMLSchema" xmlns:p="http://schemas.microsoft.com/office/2006/metadata/properties" xmlns:ns2="01d4e0b9-9044-46eb-a48c-f514fad8acf2" xmlns:ns3="8fd3158f-7048-4798-9893-072a92a8d35e" targetNamespace="http://schemas.microsoft.com/office/2006/metadata/properties" ma:root="true" ma:fieldsID="bd10fead7952b71e6244640982494939" ns2:_="" ns3:_="">
    <xsd:import namespace="01d4e0b9-9044-46eb-a48c-f514fad8acf2"/>
    <xsd:import namespace="8fd3158f-7048-4798-9893-072a92a8d35e"/>
    <xsd:element name="properties">
      <xsd:complexType>
        <xsd:sequence>
          <xsd:element name="documentManagement">
            <xsd:complexType>
              <xsd:all>
                <xsd:element ref="ns2:MMSCICompanie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d4e0b9-9044-46eb-a48c-f514fad8acf2" elementFormDefault="qualified">
    <xsd:import namespace="http://schemas.microsoft.com/office/2006/documentManagement/types"/>
    <xsd:import namespace="http://schemas.microsoft.com/office/infopath/2007/PartnerControls"/>
    <xsd:element name="MMSCICompanies" ma:index="8" nillable="true" ma:displayName="MMSCICompanies" ma:format="Dropdown" ma:internalName="MMSCICompanies">
      <xsd:simpleType>
        <xsd:restriction base="dms:Choice">
          <xsd:enumeration value="RT30 RTS Elektronik Systeme GmbH"/>
          <xsd:enumeration value="RT31 Tec-Repair GmbH"/>
          <xsd:enumeration value="S291 Power Service GmbH, Köln"/>
          <xsd:enumeration value="V002 Media-Saturn-Holding GmbH"/>
          <xsd:enumeration value="V010 Imtron GmbH"/>
          <xsd:enumeration value="V105 Media-Saturn Deutschland GmbH"/>
          <xsd:enumeration value="V115 Media-Saturn-Marketing GmbH"/>
          <xsd:enumeration value="V135 MMS Technology GmbH"/>
          <xsd:enumeration value="V452 MediaMarktSaturn Markenservice GmbH&amp;CoKG"/>
          <xsd:enumeration value="V454 MMS Markenlizenz GmbH-Marketplace Serv."/>
          <xsd:enumeration value="V455 MediaMarktSaturn Plattform Services GmbH"/>
          <xsd:enumeration value="V503 MediaMarktSaturn Retail Group GmbH"/>
          <xsd:enumeration value="V700 MMS Global Business Services GmbH"/>
          <xsd:enumeration value="V820 MediaMarktSaturn E-Commerce GmbH"/>
          <xsd:enumeration value="In General / For all companies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d3158f-7048-4798-9893-072a92a8d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MSCICompanies xmlns="01d4e0b9-9044-46eb-a48c-f514fad8acf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984045-E56A-452E-B8B4-23E6D5DBBB2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01d4e0b9-9044-46eb-a48c-f514fad8acf2"/>
    <ds:schemaRef ds:uri="8fd3158f-7048-4798-9893-072a92a8d35e"/>
  </ds:schemaRefs>
</ds:datastoreItem>
</file>

<file path=customXml/itemProps2.xml><?xml version="1.0" encoding="utf-8"?>
<ds:datastoreItem xmlns:ds="http://schemas.openxmlformats.org/officeDocument/2006/customXml" ds:itemID="{F1009E7A-EB5D-41C4-9B98-61906B3D0C72}">
  <ds:schemaRefs>
    <ds:schemaRef ds:uri="http://schemas.microsoft.com/office/2006/metadata/properties"/>
    <ds:schemaRef ds:uri="http://www.w3.org/2000/xmlns/"/>
    <ds:schemaRef ds:uri="01d4e0b9-9044-46eb-a48c-f514fad8acf2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DB41DBB7-DBEC-43DC-9047-691EEEF3FE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5579ee4-c2e4-4818-90ca-536174bcc248}" enabled="0" method="" siteId="{15579ee4-c2e4-4818-90ca-536174bcc24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MMS_2024</Template>
  <TotalTime>0</TotalTime>
  <Words>1006</Words>
  <Application>Microsoft Office PowerPoint</Application>
  <PresentationFormat>Widescreen</PresentationFormat>
  <Paragraphs>207</Paragraphs>
  <Slides>16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MMS_2024</vt:lpstr>
      <vt:lpstr>PowerPoint Presentation</vt:lpstr>
      <vt:lpstr>Agenda</vt:lpstr>
      <vt:lpstr>Intro</vt:lpstr>
      <vt:lpstr>PowerPoint Presentation</vt:lpstr>
      <vt:lpstr>PowerPoint Presentation</vt:lpstr>
      <vt:lpstr>Outcome needed</vt:lpstr>
      <vt:lpstr>Deliverables</vt:lpstr>
      <vt:lpstr>Working Cluster and more detailed outcomes</vt:lpstr>
      <vt:lpstr>Organizational Setup</vt:lpstr>
      <vt:lpstr>Organizational Setup</vt:lpstr>
      <vt:lpstr>Plan 4 Plan</vt:lpstr>
      <vt:lpstr>PowerPoint Presentation</vt:lpstr>
      <vt:lpstr>Topics to be aligned</vt:lpstr>
      <vt:lpstr>Backup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Hettl, Dr. Paul</dc:creator>
  <cp:lastModifiedBy>Miklos Levente</cp:lastModifiedBy>
  <cp:revision>3</cp:revision>
  <dcterms:created xsi:type="dcterms:W3CDTF">2025-07-21T12:18:53Z</dcterms:created>
  <dcterms:modified xsi:type="dcterms:W3CDTF">2025-09-29T08:11:46Z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0x010100D72E8977015B4744A0D716728B1C3EAF</vt:lpwstr>
  </property>
</Properties>
</file>